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4C71"/>
              </a:gs>
              <a:gs pos="100000">
                <a:srgbClr val="122E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E8A838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3A5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Build faster. Ship smarter. Scale effortlessly.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The platform that turns your team's potential into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E5271"/>
              </a:gs>
              <a:gs pos="100000">
                <a:srgbClr val="2034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3931920"/>
            <a:ext cx="3657600" cy="3657600"/>
          </a:xfrm>
          <a:prstGeom prst="ellipse">
            <a:avLst/>
          </a:prstGeom>
          <a:solidFill>
            <a:srgbClr val="1E3A5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 rotWithShape="1" flip="none">
            <a:gsLst>
              <a:gs pos="0">
                <a:srgbClr val="FFC656"/>
              </a:gs>
              <a:gs pos="100000">
                <a:srgbClr val="E8A83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91495" y="320040"/>
            <a:ext cx="1005840" cy="1005840"/>
          </a:xfrm>
          <a:prstGeom prst="ellipse">
            <a:avLst/>
          </a:prstGeom>
          <a:solidFill>
            <a:srgbClr val="E8A83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548640"/>
            <a:ext cx="7665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The problem is bigger than you think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051560"/>
            <a:ext cx="2299624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542540"/>
            <a:ext cx="7665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Existing solutions are fragmented and slow to adapt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Teams lack the tools to move at market speed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Data-driven decisions are impossible without real-time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12280"/>
            <a:ext cx="8127796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E5271"/>
              </a:gs>
              <a:gs pos="100000">
                <a:srgbClr val="2034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3931920"/>
            <a:ext cx="3657600" cy="3657600"/>
          </a:xfrm>
          <a:prstGeom prst="ellipse">
            <a:avLst/>
          </a:prstGeom>
          <a:solidFill>
            <a:srgbClr val="1E3A5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 rotWithShape="1" flip="none">
            <a:gsLst>
              <a:gs pos="0">
                <a:srgbClr val="FFC656"/>
              </a:gs>
              <a:gs pos="100000">
                <a:srgbClr val="E8A83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E8A83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548640"/>
            <a:ext cx="7665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Next-Generation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051560"/>
            <a:ext cx="2299624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417320"/>
            <a:ext cx="7665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One intelligent platform that adapts to how you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52800"/>
            <a:ext cx="7665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Real-time analytics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Seamless integrations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AI-powered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