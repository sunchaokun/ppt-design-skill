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4C71"/>
              </a:gs>
              <a:gs pos="100000">
                <a:srgbClr val="122E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E8A838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3A5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Test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Proposal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E5271"/>
              </a:gs>
              <a:gs pos="100000">
                <a:srgbClr val="2034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E8A83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82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Current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320488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92780"/>
            <a:ext cx="1068293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Challenge 1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Challenge 2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E8A838"/>
                </a:solidFill>
                <a:latin typeface="Calibri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Challenge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E5271"/>
              </a:gs>
              <a:gs pos="100000">
                <a:srgbClr val="2034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E8A83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82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320488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384C68"/>
              </a:gs>
              <a:gs pos="100000">
                <a:srgbClr val="1A2E4A"/>
              </a:gs>
            </a:gsLst>
            <a:lin ang="2700000" scaled="1"/>
          </a:gradFill>
          <a:ln w="12700">
            <a:solidFill>
              <a:srgbClr val="2A3E5A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1773935"/>
            <a:ext cx="2762402" cy="73152"/>
          </a:xfrm>
          <a:prstGeom prst="rect">
            <a:avLst/>
          </a:prstGeom>
          <a:gradFill rotWithShape="1" flip="none">
            <a:gsLst>
              <a:gs pos="0">
                <a:srgbClr val="3C587D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  <a:ea typeface="Microsoft YaHei"/>
                <a:cs typeface="Microsoft YaHei"/>
              </a:rPr>
              <a:t>Feature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0618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384C68"/>
              </a:gs>
              <a:gs pos="100000">
                <a:srgbClr val="1A2E4A"/>
              </a:gs>
            </a:gsLst>
            <a:lin ang="2700000" scaled="1"/>
          </a:gradFill>
          <a:ln w="12700">
            <a:solidFill>
              <a:srgbClr val="2A3E5A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83226" y="1773935"/>
            <a:ext cx="1104960" cy="73152"/>
          </a:xfrm>
          <a:prstGeom prst="rect">
            <a:avLst/>
          </a:prstGeom>
          <a:gradFill rotWithShape="1" flip="none">
            <a:gsLst>
              <a:gs pos="0">
                <a:srgbClr val="3C587D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3226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  <a:ea typeface="Microsoft YaHei"/>
                <a:cs typeface="Microsoft YaHei"/>
              </a:rPr>
              <a:t>Feature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3226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384C68"/>
              </a:gs>
              <a:gs pos="100000">
                <a:srgbClr val="1A2E4A"/>
              </a:gs>
            </a:gsLst>
            <a:lin ang="2700000" scaled="1"/>
          </a:gradFill>
          <a:ln w="12700">
            <a:solidFill>
              <a:srgbClr val="2A3E5A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0884" y="1773935"/>
            <a:ext cx="1104960" cy="73152"/>
          </a:xfrm>
          <a:prstGeom prst="rect">
            <a:avLst/>
          </a:prstGeom>
          <a:gradFill rotWithShape="1" flip="none">
            <a:gsLst>
              <a:gs pos="0">
                <a:srgbClr val="3C587D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884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  <a:ea typeface="Microsoft YaHei"/>
                <a:cs typeface="Microsoft YaHei"/>
              </a:rPr>
              <a:t>Feature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884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4C71"/>
              </a:gs>
              <a:gs pos="100000">
                <a:srgbClr val="122E53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E8A838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3A5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Contact us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