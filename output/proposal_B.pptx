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06CCA"/>
              </a:gs>
              <a:gs pos="100000">
                <a:srgbClr val="124EAC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0096C7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200400"/>
            <a:ext cx="5486400" cy="5486400"/>
          </a:xfrm>
          <a:prstGeom prst="ellipse">
            <a:avLst/>
          </a:prstGeom>
          <a:solidFill>
            <a:srgbClr val="1E5AB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Test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Proposal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100000">
                <a:srgbClr val="F9F9F9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1005840" cy="1005840"/>
          </a:xfrm>
          <a:prstGeom prst="ellipse">
            <a:avLst/>
          </a:prstGeom>
          <a:solidFill>
            <a:srgbClr val="0096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829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1E3D"/>
                </a:solidFill>
                <a:latin typeface="Calibri"/>
                <a:ea typeface="Microsoft YaHei"/>
                <a:cs typeface="Microsoft YaHei"/>
              </a:rPr>
              <a:t>Current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3204880" cy="36576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92780"/>
            <a:ext cx="1068293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0096C7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0A1E3D"/>
                </a:solidFill>
                <a:latin typeface="Calibri"/>
                <a:ea typeface="Microsoft YaHei"/>
                <a:cs typeface="Microsoft YaHei"/>
              </a:rPr>
              <a:t>Challenge 1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96C7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0A1E3D"/>
                </a:solidFill>
                <a:latin typeface="Calibri"/>
                <a:ea typeface="Microsoft YaHei"/>
                <a:cs typeface="Microsoft YaHei"/>
              </a:rPr>
              <a:t>Challenge 2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96C7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0A1E3D"/>
                </a:solidFill>
                <a:latin typeface="Calibri"/>
                <a:ea typeface="Microsoft YaHei"/>
                <a:cs typeface="Microsoft YaHei"/>
              </a:rPr>
              <a:t>Challenge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100000">
                <a:srgbClr val="F9F9F9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1005840" cy="1005840"/>
          </a:xfrm>
          <a:prstGeom prst="ellipse">
            <a:avLst/>
          </a:prstGeom>
          <a:solidFill>
            <a:srgbClr val="0096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829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1E3D"/>
                </a:solidFill>
                <a:latin typeface="Calibri"/>
                <a:ea typeface="Microsoft YaHei"/>
                <a:cs typeface="Microsoft YaHe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3204880" cy="36576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54479"/>
            <a:ext cx="3347618" cy="4709160"/>
          </a:xfrm>
          <a:prstGeom prst="roundRect">
            <a:avLst>
              <a:gd name="adj" fmla="val 6069"/>
            </a:avLst>
          </a:prstGeom>
          <a:gradFill rotWithShape="1" flip="none">
            <a:gsLst>
              <a:gs pos="0">
                <a:srgbClr val="FFFFFF"/>
              </a:gs>
              <a:gs pos="100000">
                <a:srgbClr val="F0F4F8"/>
              </a:gs>
            </a:gsLst>
            <a:lin ang="2700000" scaled="1"/>
          </a:gradFill>
          <a:ln w="12700">
            <a:solidFill>
              <a:srgbClr val="DEE5EF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1773935"/>
            <a:ext cx="2762402" cy="73152"/>
          </a:xfrm>
          <a:prstGeom prst="rect">
            <a:avLst/>
          </a:prstGeom>
          <a:gradFill rotWithShape="1" flip="none">
            <a:gsLst>
              <a:gs pos="0">
                <a:srgbClr val="3C78D6"/>
              </a:gs>
              <a:gs pos="100000">
                <a:srgbClr val="1E5AB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38527"/>
            <a:ext cx="27624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5AB8"/>
                </a:solidFill>
                <a:latin typeface="Calibri"/>
                <a:ea typeface="Microsoft YaHei"/>
                <a:cs typeface="Microsoft YaHei"/>
              </a:rPr>
              <a:t>Feature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32887"/>
            <a:ext cx="276240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B8D"/>
                </a:solidFill>
                <a:latin typeface="Calibri"/>
                <a:ea typeface="Microsoft YaHei"/>
                <a:cs typeface="Microsoft YaHei"/>
              </a:rPr>
              <a:t>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0618" y="1554479"/>
            <a:ext cx="3347618" cy="4709160"/>
          </a:xfrm>
          <a:prstGeom prst="roundRect">
            <a:avLst>
              <a:gd name="adj" fmla="val 6069"/>
            </a:avLst>
          </a:prstGeom>
          <a:gradFill rotWithShape="1" flip="none">
            <a:gsLst>
              <a:gs pos="0">
                <a:srgbClr val="FFFFFF"/>
              </a:gs>
              <a:gs pos="100000">
                <a:srgbClr val="F0F4F8"/>
              </a:gs>
            </a:gsLst>
            <a:lin ang="2700000" scaled="1"/>
          </a:gradFill>
          <a:ln w="12700">
            <a:solidFill>
              <a:srgbClr val="DEE5EF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83226" y="1773935"/>
            <a:ext cx="1104960" cy="73152"/>
          </a:xfrm>
          <a:prstGeom prst="rect">
            <a:avLst/>
          </a:prstGeom>
          <a:gradFill rotWithShape="1" flip="none">
            <a:gsLst>
              <a:gs pos="0">
                <a:srgbClr val="3C78D6"/>
              </a:gs>
              <a:gs pos="100000">
                <a:srgbClr val="1E5AB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3226" y="1938527"/>
            <a:ext cx="27624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5AB8"/>
                </a:solidFill>
                <a:latin typeface="Calibri"/>
                <a:ea typeface="Microsoft YaHei"/>
                <a:cs typeface="Microsoft YaHei"/>
              </a:rPr>
              <a:t>Feature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3226" y="2532887"/>
            <a:ext cx="276240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B8D"/>
                </a:solidFill>
                <a:latin typeface="Calibri"/>
                <a:ea typeface="Microsoft YaHei"/>
                <a:cs typeface="Microsoft YaHei"/>
              </a:rPr>
              <a:t>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554479"/>
            <a:ext cx="3347618" cy="4709160"/>
          </a:xfrm>
          <a:prstGeom prst="roundRect">
            <a:avLst>
              <a:gd name="adj" fmla="val 6069"/>
            </a:avLst>
          </a:prstGeom>
          <a:gradFill rotWithShape="1" flip="none">
            <a:gsLst>
              <a:gs pos="0">
                <a:srgbClr val="FFFFFF"/>
              </a:gs>
              <a:gs pos="100000">
                <a:srgbClr val="F0F4F8"/>
              </a:gs>
            </a:gsLst>
            <a:lin ang="2700000" scaled="1"/>
          </a:gradFill>
          <a:ln w="12700">
            <a:solidFill>
              <a:srgbClr val="DEE5EF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0884" y="1773935"/>
            <a:ext cx="1104960" cy="73152"/>
          </a:xfrm>
          <a:prstGeom prst="rect">
            <a:avLst/>
          </a:prstGeom>
          <a:gradFill rotWithShape="1" flip="none">
            <a:gsLst>
              <a:gs pos="0">
                <a:srgbClr val="3C78D6"/>
              </a:gs>
              <a:gs pos="100000">
                <a:srgbClr val="1E5AB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884" y="1938527"/>
            <a:ext cx="27624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5AB8"/>
                </a:solidFill>
                <a:latin typeface="Calibri"/>
                <a:ea typeface="Microsoft YaHei"/>
                <a:cs typeface="Microsoft YaHei"/>
              </a:rPr>
              <a:t>Feature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884" y="2532887"/>
            <a:ext cx="276240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B8D"/>
                </a:solidFill>
                <a:latin typeface="Calibri"/>
                <a:ea typeface="Microsoft YaHei"/>
                <a:cs typeface="Microsoft YaHei"/>
              </a:rPr>
              <a:t>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06CCA"/>
              </a:gs>
              <a:gs pos="100000">
                <a:srgbClr val="124EAC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0096C7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200400"/>
            <a:ext cx="5486400" cy="5486400"/>
          </a:xfrm>
          <a:prstGeom prst="ellipse">
            <a:avLst/>
          </a:prstGeom>
          <a:solidFill>
            <a:srgbClr val="1E5AB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Contact us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