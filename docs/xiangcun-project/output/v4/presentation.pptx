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本页目标: hook。请结合标题展开讲解。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本页目标: problem。请结合标题展开讲解。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本页目标: solution。请结合标题展开讲解。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本页目标: product。请结合标题展开讲解。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本页目标: traction。请结合标题展开讲解。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本页目标: market。请结合标题展开讲解。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4381FF"/>
              </a:gs>
              <a:gs pos="100000">
                <a:srgbClr val="2563EB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000000"/>
                </a:solidFill>
                <a:latin typeface="Inter"/>
                <a:ea typeface="Microsoft YaHei"/>
                <a:cs typeface="Microsoft YaHei"/>
              </a:rPr>
              <a:t>Hook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Inter"/>
                <a:ea typeface="Microsoft YaHei"/>
                <a:cs typeface="Microsoft YaHei"/>
              </a:rPr>
              <a:t>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2286000" cy="36576"/>
          </a:xfrm>
          <a:prstGeom prst="rect">
            <a:avLst/>
          </a:prstGeom>
          <a:ln>
            <a:noFill/>
          </a:ln>
          <a:gradFill>
            <a:gsLst>
              <a:gs pos="0">
                <a:srgbClr val="2563EB">
                  <a:alpha val="100000"/>
                </a:srgbClr>
              </a:gs>
              <a:gs pos="100000">
                <a:srgbClr val="2563EB">
                  <a:alpha val="0"/>
                </a:srgbClr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960120"/>
            <a:ext cx="30175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4063898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Inter"/>
                <a:ea typeface="Microsoft YaHei"/>
                <a:cs typeface="Microsoft YaHei"/>
              </a:rPr>
              <a:t>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2286000" cy="36576"/>
          </a:xfrm>
          <a:prstGeom prst="rect">
            <a:avLst/>
          </a:prstGeom>
          <a:ln>
            <a:noFill/>
          </a:ln>
          <a:gradFill>
            <a:gsLst>
              <a:gs pos="0">
                <a:srgbClr val="2563EB">
                  <a:alpha val="100000"/>
                </a:srgbClr>
              </a:gs>
              <a:gs pos="100000">
                <a:srgbClr val="2563EB">
                  <a:alpha val="0"/>
                </a:srgbClr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30175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6095847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gradFill>
            <a:gsLst>
              <a:gs pos="0">
                <a:srgbClr val="4381FF"/>
              </a:gs>
              <a:gs pos="100000">
                <a:srgbClr val="2563EB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Inter"/>
                <a:ea typeface="Microsoft YaHei"/>
                <a:cs typeface="Microsoft YaHei"/>
              </a:rPr>
              <a:t>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2286000" cy="36576"/>
          </a:xfrm>
          <a:prstGeom prst="rect">
            <a:avLst/>
          </a:prstGeom>
          <a:ln>
            <a:noFill/>
          </a:ln>
          <a:gradFill>
            <a:gsLst>
              <a:gs pos="0">
                <a:srgbClr val="2563EB">
                  <a:alpha val="100000"/>
                </a:srgbClr>
              </a:gs>
              <a:gs pos="100000">
                <a:srgbClr val="2563EB">
                  <a:alpha val="0"/>
                </a:srgbClr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960120"/>
            <a:ext cx="30175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8127796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Inter"/>
                <a:ea typeface="Microsoft YaHei"/>
                <a:cs typeface="Microsoft YaHei"/>
              </a:rPr>
              <a:t>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2286000" cy="36576"/>
          </a:xfrm>
          <a:prstGeom prst="rect">
            <a:avLst/>
          </a:prstGeom>
          <a:ln>
            <a:noFill/>
          </a:ln>
          <a:gradFill>
            <a:gsLst>
              <a:gs pos="0">
                <a:srgbClr val="2563EB">
                  <a:alpha val="100000"/>
                </a:srgbClr>
              </a:gs>
              <a:gs pos="100000">
                <a:srgbClr val="2563EB">
                  <a:alpha val="0"/>
                </a:srgbClr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960120"/>
            <a:ext cx="30175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821424"/>
            <a:ext cx="10159746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Inter"/>
                <a:ea typeface="Microsoft YaHei"/>
                <a:cs typeface="Microsoft YaHei"/>
              </a:rPr>
              <a:t>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2286000" cy="36576"/>
          </a:xfrm>
          <a:prstGeom prst="rect">
            <a:avLst/>
          </a:prstGeom>
          <a:ln>
            <a:noFill/>
          </a:ln>
          <a:gradFill>
            <a:gsLst>
              <a:gs pos="0">
                <a:srgbClr val="2563EB">
                  <a:alpha val="100000"/>
                </a:srgbClr>
              </a:gs>
              <a:gs pos="100000">
                <a:srgbClr val="2563EB">
                  <a:alpha val="0"/>
                </a:srgbClr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30175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2142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21424"/>
            <a:ext cx="12191695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