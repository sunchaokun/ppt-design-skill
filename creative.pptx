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Fredoka"/>
              </a:defRPr>
            </a:pPr>
            <a:r>
              <a:t>Creative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E66D"/>
                </a:solidFill>
                <a:latin typeface="Fredoka"/>
              </a:defRPr>
            </a:pPr>
            <a: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unito"/>
              </a:defRPr>
            </a:pPr>
            <a:r>
              <a:t>Design. Build. Ship. Repeat.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Impact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2BEC3"/>
                </a:solidFill>
                <a:latin typeface="Nunito"/>
              </a:defRPr>
            </a:pPr>
            <a:r>
              <a:t>What we achieved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10312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3436"/>
                </a:solidFill>
                <a:latin typeface="Fredoka"/>
              </a:defRPr>
            </a:pPr>
            <a:r>
              <a:t>847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36E72"/>
                </a:solidFill>
                <a:latin typeface="Nunito"/>
              </a:defRPr>
            </a:pPr>
            <a:r>
              <a:t>Projects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Nunito"/>
              </a:defRPr>
            </a:pPr>
            <a:r>
              <a:t>+23%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2103120"/>
            <a:ext cx="822960" cy="8229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3436"/>
                </a:solidFill>
                <a:latin typeface="Fredoka"/>
              </a:defRPr>
            </a:pPr>
            <a:r>
              <a:t>99.2%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36E72"/>
                </a:solidFill>
                <a:latin typeface="Nunito"/>
              </a:defRPr>
            </a:pPr>
            <a:r>
              <a:t>Client Satisfaction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DC4"/>
                </a:solidFill>
                <a:latin typeface="Nunito"/>
              </a:defRPr>
            </a:pPr>
            <a:r>
              <a:t>+1.8%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200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2103120"/>
            <a:ext cx="822960" cy="8229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3436"/>
                </a:solidFill>
                <a:latin typeface="Fredoka"/>
              </a:defRPr>
            </a:pPr>
            <a:r>
              <a:t>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36E72"/>
                </a:solidFill>
                <a:latin typeface="Nunito"/>
              </a:defRPr>
            </a:pPr>
            <a:r>
              <a:t>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E66D"/>
                </a:solidFill>
                <a:latin typeface="Nunito"/>
              </a:defRPr>
            </a:pPr>
            <a:r>
              <a:t>+34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Service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2BEC3"/>
                </a:solidFill>
                <a:latin typeface="Nunito"/>
              </a:defRPr>
            </a:pPr>
            <a:r>
              <a:t>Where we create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457200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3291839" cy="731520"/>
          </a:xfrm>
          <a:prstGeom prst="round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D3436"/>
                </a:solidFill>
                <a:latin typeface="Nunito"/>
              </a:defRPr>
            </a:pPr>
            <a:r>
              <a:t>Brand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61%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91840"/>
            <a:ext cx="457200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3291840"/>
            <a:ext cx="2514600" cy="7315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D3436"/>
                </a:solidFill>
                <a:latin typeface="Nunito"/>
              </a:defRPr>
            </a:pPr>
            <a:r>
              <a:t>Product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47%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572000"/>
            <a:ext cx="4572000" cy="7315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4572000"/>
            <a:ext cx="1737360" cy="73152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2D3436"/>
                </a:solidFill>
                <a:latin typeface="Nunito"/>
              </a:defRPr>
            </a:pPr>
            <a:r>
              <a:t>Motion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32%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1828800"/>
            <a:ext cx="4114800" cy="4114800"/>
          </a:xfrm>
          <a:prstGeom prst="ellipse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0" y="2743200"/>
            <a:ext cx="2286000" cy="2286000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3CE1"/>
                </a:solidFill>
                <a:latin typeface="Fredoka"/>
              </a:defRPr>
            </a:pPr>
            <a:r>
              <a:t>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286000"/>
            <a:ext cx="228600" cy="228600"/>
          </a:xfrm>
          <a:prstGeom prst="round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36E72"/>
                </a:solidFill>
                <a:latin typeface="Nunito"/>
              </a:defRPr>
            </a:pPr>
            <a:r>
              <a:t>Brand 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43200"/>
            <a:ext cx="228600" cy="2286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36E72"/>
                </a:solidFill>
                <a:latin typeface="Nunito"/>
              </a:defRPr>
            </a:pPr>
            <a:r>
              <a:t>UX 35%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200400"/>
            <a:ext cx="228600" cy="2286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36E72"/>
                </a:solidFill>
                <a:latin typeface="Nunito"/>
              </a:defRPr>
            </a:pPr>
            <a:r>
              <a:t>Motion 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Superpowers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2BEC3"/>
                </a:solidFill>
                <a:latin typeface="Nunito"/>
              </a:defRPr>
            </a:pPr>
            <a:r>
              <a:t>Our creative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920240"/>
            <a:ext cx="822960" cy="822960"/>
          </a:xfrm>
          <a:prstGeom prst="ellipse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436"/>
                </a:solidFill>
                <a:latin typeface="Fredoka"/>
              </a:defRPr>
            </a:pPr>
            <a: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  <a:latin typeface="Nunito"/>
              </a:defRPr>
            </a:pPr>
            <a:r>
              <a:t>Component library with</a:t>
            </a:r>
            <a:br/>
            <a:r>
              <a:t>500+ tokens</a:t>
            </a:r>
            <a:br/>
            <a:r>
              <a:t>Auto-sync Figma</a:t>
            </a:r>
            <a:br/>
            <a:r>
              <a:t>Design-to-code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92024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436"/>
                </a:solidFill>
                <a:latin typeface="Fredoka"/>
              </a:defRPr>
            </a:pPr>
            <a:r>
              <a:t>Rapid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  <a:latin typeface="Nunito"/>
              </a:defRPr>
            </a:pPr>
            <a:r>
              <a:t>Idea to clickable</a:t>
            </a:r>
            <a:br/>
            <a:r>
              <a:t>prototype in 48 hours</a:t>
            </a:r>
            <a:br/>
            <a:r>
              <a:t>User testing built-in</a:t>
            </a:r>
            <a:br/>
            <a:r>
              <a:t>Iterate at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1920240"/>
            <a:ext cx="822960" cy="8229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3436"/>
                </a:solidFill>
                <a:latin typeface="Fredoka"/>
              </a:defRPr>
            </a:pPr>
            <a:r>
              <a:t>User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E72"/>
                </a:solidFill>
                <a:latin typeface="Nunito"/>
              </a:defRPr>
            </a:pPr>
            <a:r>
              <a:t>Data-driven design</a:t>
            </a:r>
            <a:br/>
            <a:r>
              <a:t>decisions</a:t>
            </a:r>
            <a:br/>
            <a:r>
              <a:t>A/B testing built-in</a:t>
            </a:r>
            <a:br/>
            <a:r>
              <a:t>Measure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2BEC3"/>
                </a:solidFill>
                <a:latin typeface="Nunito"/>
              </a:defRPr>
            </a:pPr>
            <a:r>
              <a:t>Client transformation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Time to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37744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2377440"/>
            <a:ext cx="4114800" cy="365760"/>
          </a:xfrm>
          <a:prstGeom prst="round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Nunito"/>
              </a:defRPr>
            </a:pPr>
            <a:r>
              <a:t>6 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83464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834640"/>
            <a:ext cx="1371600" cy="365760"/>
          </a:xfrm>
          <a:prstGeom prst="round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Nunito"/>
              </a:defRPr>
            </a:pPr>
            <a:r>
              <a:t>8 wk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Design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84048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840480"/>
            <a:ext cx="1828800" cy="365760"/>
          </a:xfrm>
          <a:prstGeom prst="round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Nunito"/>
              </a:defRPr>
            </a:pPr>
            <a:r>
              <a:t>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29768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4297680"/>
            <a:ext cx="4343400" cy="365760"/>
          </a:xfrm>
          <a:prstGeom prst="round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Nunito"/>
              </a:defRPr>
            </a:pPr>
            <a:r>
              <a:t>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436"/>
                </a:solidFill>
                <a:latin typeface="Nunito"/>
              </a:defRPr>
            </a:pPr>
            <a:r>
              <a:t>User Retention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30352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5303520"/>
            <a:ext cx="1463040" cy="365760"/>
          </a:xfrm>
          <a:prstGeom prst="round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2BEC3"/>
                </a:solidFill>
                <a:latin typeface="Nunito"/>
              </a:defRPr>
            </a:pPr>
            <a:r>
              <a:t>32%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760720"/>
            <a:ext cx="4572000" cy="3657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0" y="5760720"/>
            <a:ext cx="3566160" cy="365760"/>
          </a:xfrm>
          <a:prstGeom prst="round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5760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Nunito"/>
              </a:defRPr>
            </a:pPr>
            <a:r>
              <a:t>78%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86400"/>
            <a:ext cx="2743200" cy="27432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Fredoka"/>
              </a:defRPr>
            </a:pPr>
            <a:r>
              <a:t>Let's Create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"/>
              </a:defRPr>
            </a:pPr>
            <a:r>
              <a:t>hello@creativestudio.io  |  book a free consultation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