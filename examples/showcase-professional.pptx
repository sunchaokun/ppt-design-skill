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a10767651b7b13738681a0dc59941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54864" cy="32004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A838"/>
                </a:solidFill>
                <a:latin typeface="Calibri"/>
              </a:defRPr>
            </a:pPr>
            <a:r>
              <a:t>CLOUDSCALE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774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Enterprise AI</a:t>
            </a:r>
            <a:br/>
            <a:r>
              <a:t>Infrastructure for</a:t>
            </a:r>
            <a:br/>
            <a:r>
              <a:t>the Next Decade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Calibri"/>
              </a:defRPr>
            </a:pPr>
            <a:r>
              <a:t>Series B  ·  $45M Raise  ·  Q4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286000"/>
            <a:ext cx="3474720" cy="2560320"/>
          </a:xfrm>
          <a:prstGeom prst="rect">
            <a:avLst/>
          </a:prstGeom>
          <a:solidFill>
            <a:srgbClr val="0A1E3D">
              <a:alpha val="85000"/>
            </a:srgbClr>
          </a:solidFill>
          <a:ln w="19050"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4688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E8A838"/>
                </a:solidFill>
                <a:latin typeface="Calibri"/>
              </a:defRPr>
            </a:pPr>
            <a:r>
              <a:t>$340B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474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Total Addressable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38% CAGR through 2028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6217920"/>
            <a:ext cx="10362895" cy="18288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0A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MARKET</a:t>
            </a:r>
            <a:br/>
            <a:r>
              <a:t>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8A838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657600"/>
            <a:ext cx="1371600" cy="36576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Why now is the</a:t>
            </a:r>
            <a:br/>
            <a:r>
              <a:t>perfect time to invest</a:t>
            </a:r>
            <a:br/>
            <a:r>
              <a:t>in AI infrastructure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731520"/>
            <a:ext cx="3657600" cy="25603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0" y="1005840"/>
            <a:ext cx="548640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2801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5AB8"/>
                </a:solidFill>
                <a:latin typeface="Calibri"/>
              </a:defRPr>
            </a:pPr>
            <a:r>
              <a:t>$340B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B4A"/>
                </a:solidFill>
                <a:latin typeface="Calibri"/>
              </a:defRPr>
            </a:pPr>
            <a:r>
              <a:t>TAM by 2028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4688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AI infrastructure market</a:t>
            </a:r>
            <a:br/>
            <a:r>
              <a:t>including compute, platform</a:t>
            </a:r>
            <a:br/>
            <a:r>
              <a:t>and MLOps 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731520"/>
            <a:ext cx="3657600" cy="25603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005840"/>
            <a:ext cx="548640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2801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5AB8"/>
                </a:solidFill>
                <a:latin typeface="Calibri"/>
              </a:defRPr>
            </a:pPr>
            <a:r>
              <a:t>38%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B4A"/>
                </a:solidFill>
                <a:latin typeface="Calibri"/>
              </a:defRPr>
            </a:pPr>
            <a:r>
              <a:t>CAGR 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4688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Compound annual growth</a:t>
            </a:r>
            <a:br/>
            <a:r>
              <a:t>driven by enterprise AI</a:t>
            </a:r>
            <a:br/>
            <a:r>
              <a:t>adoption acceleration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3657600"/>
            <a:ext cx="3657600" cy="25603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0" y="3931920"/>
            <a:ext cx="548640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42062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5AB8"/>
                </a:solidFill>
                <a:latin typeface="Calibri"/>
              </a:defRPr>
            </a:pPr>
            <a:r>
              <a:t>73%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937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B4A"/>
                </a:solidFill>
                <a:latin typeface="Calibri"/>
              </a:defRPr>
            </a:pPr>
            <a:r>
              <a:t>Enterprise Pain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394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Organizations struggling</a:t>
            </a:r>
            <a:br/>
            <a:r>
              <a:t>with model deployment</a:t>
            </a:r>
            <a:br/>
            <a:r>
              <a:t>at production scale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3657600"/>
            <a:ext cx="3657600" cy="25603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3931920"/>
            <a:ext cx="548640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42062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5AB8"/>
                </a:solidFill>
                <a:latin typeface="Calibri"/>
              </a:defRPr>
            </a:pPr>
            <a:r>
              <a:t>12%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937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B4A"/>
                </a:solidFill>
                <a:latin typeface="Calibri"/>
              </a:defRPr>
            </a:pPr>
            <a:r>
              <a:t>Market Penetration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394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Only 12% of Fortune 500</a:t>
            </a:r>
            <a:br/>
            <a:r>
              <a:t>have production AI</a:t>
            </a:r>
            <a:br/>
            <a:r>
              <a:t>pipelines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