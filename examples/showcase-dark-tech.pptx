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72da7179eeae53ffcf9b7878c85d2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onsolas"/>
              </a:defRPr>
            </a:pPr>
            <a:r>
              <a:t>NEURALFORGE // v3.0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onsolas"/>
              </a:defRPr>
            </a:pPr>
            <a:r>
              <a:t>NEURAL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Consolas"/>
              </a:defRPr>
            </a:pPr>
            <a:r>
              <a:t>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4A6"/>
                </a:solidFill>
                <a:latin typeface="Consolas"/>
              </a:defRPr>
            </a:pPr>
            <a:r>
              <a:t>Build. Train. Deploy. In One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0080"/>
                </a:solidFill>
                <a:latin typeface="Consolas"/>
              </a:defRPr>
            </a:pPr>
            <a: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nsolas"/>
              </a:defRPr>
            </a:pPr>
            <a:r>
              <a:t>Faster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0080"/>
                </a:solidFill>
                <a:latin typeface="Consolas"/>
              </a:defRPr>
            </a:pPr>
            <a:r>
              <a:t>200+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nsolas"/>
              </a:defRPr>
            </a:pPr>
            <a:r>
              <a:t>Neural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0080"/>
                </a:solidFill>
                <a:latin typeface="Consolas"/>
              </a:defRPr>
            </a:pPr>
            <a:r>
              <a:t>&lt;50ms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nsolas"/>
              </a:defRPr>
            </a:pPr>
            <a:r>
              <a:t>Inference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onsolas"/>
              </a:defRPr>
            </a:pPr>
            <a:r>
              <a:t>// CORE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onsolas"/>
              </a:defRPr>
            </a:pPr>
            <a:r>
              <a:t>Adaptive Neural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914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Dynamic Layer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nsolas"/>
              </a:defRPr>
            </a:pPr>
            <a:r>
              <a:t>Patented algorithm achieves 3x faster</a:t>
            </a:r>
            <a:br/>
            <a:r>
              <a:t>training convergence through adaptive</a:t>
            </a:r>
            <a:br/>
            <a:r>
              <a:t>layer pruning and regrowth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5669280"/>
            <a:ext cx="182880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9144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Zero-Code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023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nsolas"/>
              </a:defRPr>
            </a:pPr>
            <a:r>
              <a:t>200+ pre-built neural blocks with</a:t>
            </a:r>
            <a:br/>
            <a:r>
              <a:t>visual DAG editor — from prototype</a:t>
            </a:r>
            <a:br/>
            <a:r>
              <a:t>to production in hours, not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5669280"/>
            <a:ext cx="18288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0D152A"/>
          </a:solidFill>
          <a:ln w="1270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2286000"/>
            <a:ext cx="914400" cy="36576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008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Edge-to-Cloud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233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onsolas"/>
              </a:defRPr>
            </a:pPr>
            <a:r>
              <a:t>Automatic quantization and model</a:t>
            </a:r>
            <a:br/>
            <a:r>
              <a:t>compression for seamless deployment</a:t>
            </a:r>
            <a:br/>
            <a:r>
              <a:t>from cloud to edge devices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5669280"/>
            <a:ext cx="1828800" cy="18288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