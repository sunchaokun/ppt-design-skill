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01168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F172A"/>
                </a:solidFill>
                <a:latin typeface="Poppins"/>
              </a:defRPr>
            </a:pPr>
            <a:r>
              <a:t>{Attention hook}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5661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Inter"/>
              </a:defRPr>
            </a:pPr>
            <a:r>
              <a:t>{Interesting detail}. {Desirable outcome}.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10504" y="274320"/>
            <a:ext cx="1371600" cy="45720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[图片: abstract technology innovation]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你正面临{问题}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F172A"/>
                </a:solidFill>
                <a:latin typeface="Inter"/>
              </a:defRPr>
            </a:pPr>
            <a:r>
              <a:t>• Slow Payments</a:t>
            </a:r>
            <a:br/>
            <a:r>
              <a:t>• High Fees</a:t>
            </a:r>
            <a:br/>
            <a:r>
              <a:t>• No Transparency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{Feature}让你{Advantage}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F172A"/>
                </a:solidFill>
                <a:latin typeface="Inter"/>
              </a:defRPr>
            </a:pPr>
            <a:r>
              <a:t>• [solution 要点1]</a:t>
            </a:r>
            <a:br/>
            <a:r>
              <a:t>• [solution 要点2]</a:t>
            </a:r>
            <a:br/>
            <a:r>
              <a:t>• [solution 要点3]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{Attention hook}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F172A"/>
                </a:solidFill>
                <a:latin typeface="Inter"/>
              </a:defRPr>
            </a:pPr>
            <a:r>
              <a:t>• [product 要点1]</a:t>
            </a:r>
            <a:br/>
            <a:r>
              <a:t>• [product 要点2]</a:t>
            </a:r>
            <a:br/>
            <a:r>
              <a:t>• [product 要点3]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{metric1} | {metric2} | {metric3}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24761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C4899"/>
                </a:solidFill>
              </a:defRPr>
            </a:pPr>
            <a:r>
              <a:t>10M+</a:t>
            </a:r>
          </a:p>
          <a:p>
            <a:pPr algn="ctr">
              <a:defRPr sz="1400">
                <a:solidFill>
                  <a:srgbClr val="94A3B8"/>
                </a:solidFill>
              </a:defRPr>
            </a:pPr>
            <a:r>
              <a:t>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19195" y="2286000"/>
            <a:ext cx="24761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C4899"/>
                </a:solidFill>
              </a:defRPr>
            </a:pPr>
            <a:r>
              <a:t>2M+</a:t>
            </a:r>
          </a:p>
          <a:p>
            <a:pPr algn="ctr">
              <a:defRPr sz="1400">
                <a:solidFill>
                  <a:srgbClr val="94A3B8"/>
                </a:solidFill>
              </a:defRPr>
            </a:pPr>
            <a:r>
              <a:t>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53504" y="2286000"/>
            <a:ext cx="24761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C4899"/>
                </a:solidFill>
              </a:defRPr>
            </a:pPr>
            <a:r>
              <a:t>82</a:t>
            </a:r>
          </a:p>
          <a:p>
            <a:pPr algn="ctr">
              <a:defRPr sz="1400">
                <a:solidFill>
                  <a:srgbClr val="94A3B8"/>
                </a:solidFill>
              </a:defRPr>
            </a:pPr>
            <a:r>
              <a:t>nps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86900" y="2286000"/>
            <a:ext cx="24761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C4899"/>
                </a:solidFill>
              </a:defRPr>
            </a:pPr>
            <a:r>
              <a:t>15</a:t>
            </a:r>
          </a:p>
          <a:p>
            <a:pPr algn="ctr">
              <a:defRPr sz="1400">
                <a:solidFill>
                  <a:srgbClr val="94A3B8"/>
                </a:solidFill>
              </a:defRPr>
            </a:pPr>
            <a:r>
              <a:t>markets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{Attention hook}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F172A"/>
                </a:solidFill>
                <a:latin typeface="Inter"/>
              </a:defRPr>
            </a:pPr>
            <a:r>
              <a:t>• [market 要点1]</a:t>
            </a:r>
            <a:br/>
            <a:r>
              <a:t>• [market 要点2]</a:t>
            </a:r>
            <a:br/>
            <a:r>
              <a:t>• [market 要点3]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{Attention hook}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F172A"/>
                </a:solidFill>
                <a:latin typeface="Inter"/>
              </a:defRPr>
            </a:pPr>
            <a:r>
              <a:t>• [business 要点1]</a:t>
            </a:r>
            <a:br/>
            <a:r>
              <a:t>• [business 要点2]</a:t>
            </a:r>
            <a:br/>
            <a:r>
              <a:t>• [business 要点3]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{Attention hook}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F172A"/>
                </a:solidFill>
                <a:latin typeface="Inter"/>
              </a:defRPr>
            </a:pPr>
            <a:r>
              <a:t>• [team 要点1]</a:t>
            </a:r>
            <a:br/>
            <a:r>
              <a:t>• [team 要点2]</a:t>
            </a:r>
            <a:br/>
            <a:r>
              <a:t>• [team 要点3]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{Attention hook}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F172A"/>
                </a:solidFill>
                <a:latin typeface="Inter"/>
              </a:defRPr>
            </a:pPr>
            <a:r>
              <a:t>• [financial 要点1]</a:t>
            </a:r>
            <a:br/>
            <a:r>
              <a:t>• [financial 要点2]</a:t>
            </a:r>
            <a:br/>
            <a:r>
              <a:t>• [financial 要点3]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F172A"/>
                </a:solidFill>
                <a:latin typeface="Poppins"/>
              </a:defRPr>
            </a:pPr>
            <a:r>
              <a:t>立即{行动}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47472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Inter"/>
              </a:defRPr>
            </a:pPr>
            <a:r>
              <a:t>限时{优惠}。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67504" y="4572000"/>
            <a:ext cx="3657600" cy="73152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>
            <a:outerShdw blurRad="76200" dist="38100" dir="54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立即{行动}</a:t>
            </a:r>
          </a:p>
        </p:txBody>
      </p:sp>
    </p:spTree>
  </p:cSld>
  <p:clrMapOvr>
    <a:masterClrMapping/>
  </p:clrMapOvr>
  <p:transition spd="slow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{Attention hook}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F172A"/>
                </a:solidFill>
                <a:latin typeface="Inter"/>
              </a:defRPr>
            </a:pPr>
            <a:r>
              <a:t>• [content 要点1]</a:t>
            </a:r>
            <a:br/>
            <a:r>
              <a:t>• [content 要点2]</a:t>
            </a:r>
            <a:br/>
            <a:r>
              <a:t>• [content 要点3]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{Attention hook}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F172A"/>
                </a:solidFill>
                <a:latin typeface="Inter"/>
              </a:defRPr>
            </a:pPr>
            <a:r>
              <a:t>• [content 要点1]</a:t>
            </a:r>
            <a:br/>
            <a:r>
              <a:t>• [content 要点2]</a:t>
            </a:r>
            <a:br/>
            <a:r>
              <a:t>• [content 要点3]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