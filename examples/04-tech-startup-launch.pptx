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120</c:v>
                </c:pt>
                <c:pt idx="2">
                  <c:v>190</c:v>
                </c:pt>
                <c:pt idx="3">
                  <c:v>310</c:v>
                </c:pt>
                <c:pt idx="4">
                  <c:v>480</c:v>
                </c:pt>
                <c:pt idx="5">
                  <c:v>720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Poppins"/>
              </a:defRPr>
            </a:pPr>
            <a:r>
              <a:t>Introducing NovaPay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NovaPay — Innovation that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10504" y="365760"/>
            <a:ext cx="137160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abstract technology innovation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The problem is bigger than you think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Slow Payments: Cross-border takes 3-5 days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High Fees: Banks charge 5-8% for international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No Transparency: Users can't track their money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frustration stress problem dark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Intelligent Workflow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Cross-border takes 3-5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Banks charge 5-8% for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Users can't track their money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6858000" cy="6858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product interface app modern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How NovaPay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Connect: Integrate with your existing tools in minutes, not months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Automate: Build intelligent workflows with our visual designer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The numbers speak for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10M+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Transactions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56355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2M+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0664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82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Nps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24060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15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Markets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A massive, underserved SaaS / Cloud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Total addressable market: $47B and growing at 23% CAGR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Only 12% of enterprises have adopted modern solutions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Regulatory tailwinds are accelerating adoption globally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market globe world opportunity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A business model built for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SaaS subscription with 85%+ gross margins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Land-and-expand: free tier → team → enterprise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Net revenue retention: 120%+ (expansion exceeds churn)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business strategy chart professional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Built by operators who've been in your shoes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CEO: 15yr industry experience, 2x founder (1 exit)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CTO: Former principal engineer at top tech company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VP Sales: Built $0→$50M ARR pipeline at previous startup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team collaboration people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Strong unit economics, clear path to profitability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F172A"/>
                </a:solidFill>
                <a:latin typeface="Poppins"/>
              </a:defRPr>
            </a:pPr>
            <a:r>
              <a:t>Try NovaPay App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Inter"/>
              </a:defRPr>
            </a:pPr>
            <a:r>
              <a:t>14-day free trial. No credit card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NovaPay App free</a:t>
            </a:r>
          </a:p>
        </p:txBody>
      </p:sp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More about NovaPay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Key insight about NovaPay App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Supporting evidence and data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Next steps and action items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abstract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More about NovaPay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Key insight about NovaPay App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Supporting evidence and data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Next steps and action items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abstract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