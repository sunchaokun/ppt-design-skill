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Poppins"/>
                <a:ea typeface="Microsoft YaHei"/>
                <a:cs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Poppins"/>
              </a:defRPr>
            </a:pPr>
            <a:r>
              <a:t>Introducing NovaPay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NovaPay — Innovation that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504" y="274320"/>
            <a:ext cx="1371600" cy="45720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[图片: abstract technology innovation]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The problem is bigger than you think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Slow Payments: Cross-border takes 3-5 days</a:t>
            </a:r>
            <a:br/>
            <a:r>
              <a:t>• High Fees: Banks charge 5-8% for international</a:t>
            </a:r>
            <a:br/>
            <a:r>
              <a:t>• No Transparency: Users can't track their money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Intelligent Workflow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Eliminates: Cross-border takes 3-5 days</a:t>
            </a:r>
            <a:br/>
            <a:r>
              <a:t>• Eliminates: Banks charge 5-8% for international</a:t>
            </a:r>
            <a:br/>
            <a:r>
              <a:t>• Eliminates: Users can't track their money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How NovaPay App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Connect: Integrate with your existing tools in minutes, not months</a:t>
            </a:r>
            <a:br/>
            <a:r>
              <a:t>• Automate: Build intelligent workflows with our visual designer</a:t>
            </a:r>
            <a:br/>
            <a:r>
              <a:t>• Optimize: AI continuously improves your processes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The numbers speak for themselves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24761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C4899"/>
                </a:solidFill>
              </a:defRPr>
            </a:pPr>
            <a:r>
              <a:t>10M+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9195" y="2286000"/>
            <a:ext cx="24761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C4899"/>
                </a:solidFill>
              </a:defRPr>
            </a:pPr>
            <a:r>
              <a:t>2M+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504" y="2286000"/>
            <a:ext cx="24761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C4899"/>
                </a:solidFill>
              </a:defRPr>
            </a:pPr>
            <a:r>
              <a:t>82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Nps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6900" y="2286000"/>
            <a:ext cx="24761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C4899"/>
                </a:solidFill>
              </a:defRPr>
            </a:pPr>
            <a:r>
              <a:t>15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Markets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A massive, underserved SaaS / Cloud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Total addressable market: $47B and growing at 23% CAGR</a:t>
            </a:r>
            <a:br/>
            <a:r>
              <a:t>• Only 12% of enterprises have adopted modern solutions</a:t>
            </a:r>
            <a:br/>
            <a:r>
              <a:t>• Regulatory tailwinds are accelerating adoption globally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A business model built for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SaaS subscription with 85%+ gross margins</a:t>
            </a:r>
            <a:br/>
            <a:r>
              <a:t>• Land-and-expand: free tier → team → enterprise</a:t>
            </a:r>
            <a:br/>
            <a:r>
              <a:t>• Net revenue retention: 120%+ (expansion exceeds churn)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Built by operators who've been in your shoes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CEO: 15yr industry experience, 2x founder (1 exit)</a:t>
            </a:r>
            <a:br/>
            <a:r>
              <a:t>• CTO: Former principal engineer at top tech company</a:t>
            </a:r>
            <a:br/>
            <a:r>
              <a:t>• VP Sales: Built $0→$50M ARR pipeline at previous startup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Strong unit economics, clear path to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Current ARR: $8M, targeting $20M by year-end</a:t>
            </a:r>
            <a:br/>
            <a:r>
              <a:t>• CAC payback: 8 months (industry avg: 18 months)</a:t>
            </a:r>
            <a:br/>
            <a:r>
              <a:t>• Rule of 40: ARR growth (60%) + FCF margin (-15%) = 45%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Poppins"/>
              </a:defRPr>
            </a:pPr>
            <a:r>
              <a:t>Try NovaPay App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47472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14-day free trial. No credit card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504" y="4572000"/>
            <a:ext cx="3657600" cy="7315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>
            <a:outerShdw blurRad="76200" dist="38100" dir="54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Try NovaPay App free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More about NovaPay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Key insight about NovaPay App</a:t>
            </a:r>
            <a:br/>
            <a:r>
              <a:t>• Supporting evidence and data</a:t>
            </a:r>
            <a:br/>
            <a:r>
              <a:t>• Next steps and action items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Poppins"/>
              </a:defRPr>
            </a:pPr>
            <a:r>
              <a:t>More about NovaPay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F172A"/>
                </a:solidFill>
                <a:latin typeface="Inter"/>
              </a:defRPr>
            </a:pPr>
            <a:r>
              <a:t>• Key insight about NovaPay App</a:t>
            </a:r>
            <a:br/>
            <a:r>
              <a:t>• Supporting evidence and data</a:t>
            </a:r>
            <a:br/>
            <a:r>
              <a:t>• Next steps and action items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