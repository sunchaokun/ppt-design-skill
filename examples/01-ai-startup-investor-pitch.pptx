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Data</c:v>
                </c:pt>
              </c:strCache>
            </c:strRef>
          </c:tx>
          <c:spPr>
            <a:solidFill>
              <a:srgbClr val="6366F1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v1.0</c:v>
                </c:pt>
                <c:pt idx="2">
                  <c:v>v2.0</c:v>
                </c:pt>
                <c:pt idx="3">
                  <c:v>v3.0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72</c:v>
                </c:pt>
                <c:pt idx="2">
                  <c:v>88</c:v>
                </c:pt>
                <c:pt idx="3">
                  <c:v>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What if deploying AI was as easy as git push?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NeuralForge makes production AI deployment instant, reliable, and cost-effective.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10504" y="365760"/>
            <a:ext cx="137160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abstract technology innovation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The problem is bigger than you think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Training takes weeks for production models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GPU cloud costs are exploding 3x year-over-year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Lab models fail silently in production environments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frustration stress problem dark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One-Click Model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Auto-optimized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Built-in model monitoring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F8FAFC"/>
                </a:solidFill>
              </a:defRPr>
            </a:pPr>
            <a:r>
              <a:t>Zero-config scaling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6858000" cy="685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product interface app modern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13716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How AI Platform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Connect: Integrate with your existing tools in minutes, not months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Automate: Build intelligent workflows with our visual designer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Optimize: AI continuously improves your processes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The numbers speak for themselves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2476195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22D3EE"/>
                </a:solidFill>
              </a:defRPr>
            </a:pPr>
            <a:r>
              <a:t>500+</a:t>
            </a:r>
          </a:p>
          <a:p>
            <a:pPr algn="ctr"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Models Deployed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56355" y="1645920"/>
            <a:ext cx="2476195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22D3EE"/>
                </a:solidFill>
              </a:defRPr>
            </a:pPr>
            <a:r>
              <a:t>&lt;10ms</a:t>
            </a:r>
          </a:p>
          <a:p>
            <a:pPr algn="ctr"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P99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90664" y="1645920"/>
            <a:ext cx="2476195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22D3EE"/>
                </a:solidFill>
              </a:defRPr>
            </a:pPr>
            <a:r>
              <a:t>99.7%</a:t>
            </a:r>
          </a:p>
          <a:p>
            <a:pPr algn="ctr"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24060" y="1645920"/>
            <a:ext cx="2476195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22D3EE"/>
                </a:solidFill>
              </a:defRPr>
            </a:pPr>
            <a:r>
              <a:t>12K+</a:t>
            </a:r>
          </a:p>
          <a:p>
            <a:pPr algn="ctr"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Developers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A massive, underserved Deep Tech / AI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Total addressable market: $47B and growing at 23% CAGR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Only 12% of enterprises have adopted modern solutions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Regulatory tailwinds are accelerating adoption globally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market globe world opportunity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A business model built for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SaaS subscription with 85%+ gross margins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Land-and-expand: free tier → team → enterprise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Net revenue retention: 120%+ (expansion exceeds churn)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business strategy chart professional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Built by operators who've been in your shoes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CEO: 15yr industry experience, 2x founder (1 exit)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CTO: Former principal engineer at top tech company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F8FAFC"/>
                </a:solidFill>
                <a:latin typeface="Inter"/>
              </a:defRPr>
            </a:pPr>
            <a:r>
              <a:t>VP Sales: Built $0→$50M ARR pipeline at previous startup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team collaboration people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Strong unit economics, clear path to profitability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097280" y="1463040"/>
          <a:ext cx="6858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Inter"/>
              </a:defRPr>
            </a:pPr>
            <a:r>
              <a:t>• Current ARR: $8M, targeting $20M by year-end</a:t>
            </a:r>
            <a:br/>
            <a:r>
              <a:t>• CAC payback: 8 months (industry avg: 18 months)</a:t>
            </a:r>
            <a:br/>
            <a:r>
              <a:t>• Rule of 40: ARR growth (60%) + FCF margin (-15%) = 45%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pace Grotesk"/>
              </a:defRPr>
            </a:pPr>
            <a:r>
              <a:t>Start deploying in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Inter"/>
              </a:defRPr>
            </a:pPr>
            <a:r>
              <a:t>Free tier available. No credit card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deploying in minutes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