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v1.0</c:v>
                </c:pt>
                <c:pt idx="2">
                  <c:v>v2.0</c:v>
                </c:pt>
                <c:pt idx="3">
                  <c:v>v3.0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72</c:v>
                </c:pt>
                <c:pt idx="2">
                  <c:v>88</c:v>
                </c:pt>
                <c:pt idx="3">
                  <c:v>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pace Grotesk"/>
              </a:defRPr>
            </a:pPr>
            <a:r>
              <a:t>What if deploying AI was as easy as git push?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Inter"/>
              </a:defRPr>
            </a:pPr>
            <a:r>
              <a:t>NeuralForge makes production AI deployment instant, reliable, and cost-effective.</a:t>
            </a:r>
          </a:p>
        </p:txBody>
      </p:sp>
      <p:pic>
        <p:nvPicPr>
          <p:cNvPr id="5" name="Picture 4" descr="d06affc47b48ae94b587c226d56762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04" y="365760"/>
            <a:ext cx="1371600" cy="457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The problem is bigger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Training takes weeks for production models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GPU cloud costs are exploding 3x year-over-year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Lab models fail silently in production environments</a:t>
            </a:r>
          </a:p>
        </p:txBody>
      </p:sp>
      <p:pic>
        <p:nvPicPr>
          <p:cNvPr id="6" name="Picture 5" descr="e3568e1f21f43d0e79e748becdd72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457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One-Click Model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Auto-optimized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9353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Built-in model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6513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36661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Zero-config 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3821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65faa7128aa84dd1743b69e3e54eb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1371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How AI Platform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Connect: Integrate with your existing tools in minutes, not months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Automate: Build intelligent workflows with our visual designer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Optimize: AI continuously improves your processes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The numbers speak for themselves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47619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500+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Models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56355" y="1645920"/>
            <a:ext cx="247619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&lt;10ms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P99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90664" y="1645920"/>
            <a:ext cx="247619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99.7%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24060" y="1645920"/>
            <a:ext cx="247619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12K+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Developers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A massive, underserved Deep Tech / AI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Total addressable market: $47B and growing at 23% CAGR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Only 12% of enterprises have adopted modern solutions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Regulatory tailwinds are accelerating adoption globally</a:t>
            </a:r>
          </a:p>
        </p:txBody>
      </p:sp>
      <p:pic>
        <p:nvPicPr>
          <p:cNvPr id="7" name="Picture 6" descr="e3568e1f21f43d0e79e748becdd72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457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A business model built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SaaS subscription with 85%+ gross margins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Land-and-expand: free tier → team → enterprise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Net revenue retention: 120%+ (expansion exceeds churn)</a:t>
            </a:r>
          </a:p>
        </p:txBody>
      </p:sp>
      <p:pic>
        <p:nvPicPr>
          <p:cNvPr id="6" name="Picture 5" descr="e3568e1f21f43d0e79e748becdd72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457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Built by operators who've been in your shoes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CEO: 15yr industry experience, 2x founder (1 exit)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CTO: Former principal engineer at top tech company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VP Sales: Built $0→$50M ARR pipeline at previous startup</a:t>
            </a:r>
          </a:p>
        </p:txBody>
      </p:sp>
      <p:pic>
        <p:nvPicPr>
          <p:cNvPr id="6" name="Picture 5" descr="e3568e1f21f43d0e79e748becdd72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457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Strong unit economics, clear path to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4630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• Current ARR: $8M, targeting $20M by year-end</a:t>
            </a:r>
            <a:br/>
            <a:r>
              <a:t>• CAC payback: 8 months (industry avg: 18 months)</a:t>
            </a:r>
            <a:br/>
            <a:r>
              <a:t>• Rule of 40: ARR growth (60%) + FCF margin (-15%) = 45%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pace Grotesk"/>
              </a:defRPr>
            </a:pPr>
            <a:r>
              <a:t>Start deploying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Inter"/>
              </a:defRPr>
            </a:pPr>
            <a:r>
              <a:t>Free tier available. No credit card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504" y="4389120"/>
            <a:ext cx="3657600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>
            <a:outerShdw blurRad="1016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Start deploying in minutes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