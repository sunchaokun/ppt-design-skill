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{Interesting detail}. {Desirable outcome}.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504" y="274320"/>
            <a:ext cx="1371600" cy="4572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[图片: abstract technology innovation]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你正面临{问题}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[problem 要点1]</a:t>
            </a:r>
            <a:br/>
            <a:r>
              <a:t>• [problem 要点2]</a:t>
            </a:r>
            <a:br/>
            <a:r>
              <a:t>• [problem 要点3]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{Feature}让你{Advantage}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[solution 要点1]</a:t>
            </a:r>
            <a:br/>
            <a:r>
              <a:t>• [solution 要点2]</a:t>
            </a:r>
            <a:br/>
            <a:r>
              <a:t>• [solution 要点3]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[product 要点1]</a:t>
            </a:r>
            <a:br/>
            <a:r>
              <a:t>• [product 要点2]</a:t>
            </a:r>
            <a:br/>
            <a:r>
              <a:t>• [product 要点3]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{metric1} | {metric2} | {metric3}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D3EE"/>
                </a:solidFill>
              </a:defRPr>
            </a:pPr>
            <a:r>
              <a:t>[N]+</a:t>
            </a:r>
          </a:p>
          <a:p>
            <a:pPr algn="ctr">
              <a:defRPr sz="1400">
                <a:solidFill>
                  <a:srgbClr val="64748B"/>
                </a:solidFill>
              </a:defRPr>
            </a:pPr>
            <a:r>
              <a:t>用户数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19195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D3EE"/>
                </a:solidFill>
              </a:defRPr>
            </a:pPr>
            <a:r>
              <a:t>[X]%</a:t>
            </a:r>
          </a:p>
          <a:p>
            <a:pPr algn="ctr">
              <a:defRPr sz="1400">
                <a:solidFill>
                  <a:srgbClr val="64748B"/>
                </a:solidFill>
              </a:defRPr>
            </a:pPr>
            <a:r>
              <a:t>留存率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53504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D3EE"/>
                </a:solidFill>
              </a:defRPr>
            </a:pPr>
            <a:r>
              <a:t>[X]x</a:t>
            </a:r>
          </a:p>
          <a:p>
            <a:pPr algn="ctr">
              <a:defRPr sz="1400">
                <a:solidFill>
                  <a:srgbClr val="64748B"/>
                </a:solidFill>
              </a:defRPr>
            </a:pPr>
            <a:r>
              <a:t>增长率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86900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D3EE"/>
                </a:solidFill>
              </a:defRPr>
            </a:pPr>
            <a:r>
              <a:t>$[X]M</a:t>
            </a:r>
          </a:p>
          <a:p>
            <a:pPr algn="ctr">
              <a:defRPr sz="1400">
                <a:solidFill>
                  <a:srgbClr val="64748B"/>
                </a:solidFill>
              </a:defRPr>
            </a:pPr>
            <a:r>
              <a:t>ARR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{Attention hook}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[market 要点1]</a:t>
            </a:r>
            <a:br/>
            <a:r>
              <a:t>• [market 要点2]</a:t>
            </a:r>
            <a:br/>
            <a:r>
              <a:t>• [market 要点3]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[business 要点1]</a:t>
            </a:r>
            <a:br/>
            <a:r>
              <a:t>• [business 要点2]</a:t>
            </a:r>
            <a:br/>
            <a:r>
              <a:t>• [business 要点3]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[team 要点1]</a:t>
            </a:r>
            <a:br/>
            <a:r>
              <a:t>• [team 要点2]</a:t>
            </a:r>
            <a:br/>
            <a:r>
              <a:t>• [team 要点3]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[financial 要点1]</a:t>
            </a:r>
            <a:br/>
            <a:r>
              <a:t>• [financial 要点2]</a:t>
            </a:r>
            <a:br/>
            <a:r>
              <a:t>• [financial 要点3]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立即{行动}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限时{优惠}。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504" y="4572000"/>
            <a:ext cx="3657600" cy="7315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>
            <a:outerShdw blurRad="76200" dist="38100" dir="54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立即{行动}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