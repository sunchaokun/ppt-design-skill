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TECHNICAL-INFRASTRUCTURE /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INFRASTRUCTURE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INFRA / 02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AI INFRASTRUCTURE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ECONOMICS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Capital moves first. Constraints decide what ships.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 report on capacity,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capital, and the physical stack.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 source-led editorial data study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for strategy and platform operators.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VALUE CHAIN IS PHYSICAL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APPLICATIONS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value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PLATFORM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distribution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COMPUTE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scarcity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POWER + PLACE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constraint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PUBLIC DISCLOSURES / ILLUSTRATIVE SYSTEMS ANALYSIS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SOURCES: ALPHABET IR · MICROSOFT IR · SEE SOURCE NOTES IN PAGE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TECHNICAL-INFRASTRUCTURE /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01 / THE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AI is not one market. It is a stack of dependencies.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margin pool can move upward; the bottleneck often stays physical.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2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INFRA / 02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07 / APPLICATIONS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workflow · distribution · willingness to pay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06 / MODELS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training · inference · evaluation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05 / SOFTWARE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orchestration · serving · observability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04 / SYSTEMS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accelerator · memory · network fabric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03 / DATA CENTERS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land · cooling · power delivery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dependency ↑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INTERPRETATION / THE ECONOMICS OF AI ARE DISTRIBUTED ACROSS THE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TECHNICAL-INFRASTRUCTURE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02 /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Capital is accelerating — but the periods are not interchangeable.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Reported figures are shown with company and fiscal-period labels, not as a false league table.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3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INFRA / 02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Alphabet FY2025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$91.4B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Microsoft FY25 Q4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$24.2B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Alphabet FY2026 outlook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$175–185B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READ THIS AS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directional evidence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not a single-period ranking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different disclosure periods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different business mix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WHAT IS REPORTED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WHAT IT SUGGESTS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WHAT IT DOES NOT PROVE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Large technical-infrastructure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commitments are visible.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Capacity is becoming a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strategic balance-sheet item.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CapEx alone does not tell us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who captures the margin.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SOURCES: ALPHABET 2025 Q4 EARNINGS CALL · MICROSOFT FY25 Q4 EARNINGS · FIGURES IN USD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TECHNICAL-INFRASTRUCTURE /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03 /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Where the money lands changes the depreciation story.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One disclosed split makes the physical stack visible.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4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INFRA / 02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ALPHABET FY2025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$91.4B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technical infrastructure CapEx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APPROXIMATE 2025 COMPOSITION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60%  SERVERS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40%  DC + NETWORK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SHORTER CYCLE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servers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faster refresh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utilization pressure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LONGER DURATION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data centers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networking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depreciation horizon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stack has different clocks.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 server cycle can move faster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than a building or grid connection.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SOURCE: ALPHABET 2025 Q4 EARNINGS CALL / APPROXIMATELY 60% SERVERS, 40% DATA CENTERS + NETWORKING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TECHNICAL-INFRASTRUCTURE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04 /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constraint is not “compute.” It is the coordination of four physical systems.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Land, energy, networking, and servers arrive on different timelines.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5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INFRA / 02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LAND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permitted + buildable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lead time ≠ demand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ENERGY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predictable supply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lead time ≠ demand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NETWORK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fabric + interconnect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lead time ≠ demand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SERVERS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GPU + components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lead time ≠ demand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CAPACITY ONLY SHIPS WHEN THE SLOWEST LAYER ARRIVES.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This is why supply-chain risk belongs inside the AI strategy — not in a footnote after the model roadmap.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SOURCE: MICROSOFT FY2025 ANNUAL REPORT / DATA CENTER LAND, ENERGY, NETWORKING, SERVERS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TECHNICAL-INFRASTRUCTURE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05 /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Capacity becomes economics only through utilization.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flywheel is simple to draw — and difficult to keep turning.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6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INFRA / 02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OPERATING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LEVERAGE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CAPACITY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hardware + power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REVENUE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serving demand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CASH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depreciation + margin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UTILIZATION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load + scheduling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NO UTILIZATION → NO LEVERAGE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INTERPRETATION / THE UNIT ECONOMICS OF AI ARE A CAPACITY-MANAGEMENT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TECHNICAL-INFRASTRUCTURE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06 /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Training is episodic. Inference is continuous.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Illustrative curves show why utilization and serving efficiency can matter more than a single benchmark.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7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INFRA / 02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COST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TIME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TRAINING / burst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INFERENCE / stream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OPERATOR QUESTION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Can the load be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scheduled, shifted,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or pooled?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ILLUSTRATIVE ONLY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Shape of curve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is conceptual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not a benchmark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ANALYTICAL MODEL / ILLUSTRATIVE CURVES — NOT A PERFORMANCE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TECHNICAL-INFRASTRUCTURE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07 / MARGIN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margin pool is a flow, not a single layer.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Compute creates the possibility; platforms and applications decide where value compounds.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8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INFRA / 02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POWER + PLACE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fixed assets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COMPUTE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scarce capacity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PLATFORM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orchestration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APPLICATION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workflow value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CAPITAL INTENSITY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OPERATING LEVERAGE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CUSTOMER LOCK-IN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low flexibility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high fixed cost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shared capacity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better scheduling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workflow fit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switching friction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INTERPRETATION / VALUE MOVES UP THE STACK, BUT DEPENDENCIES MOVE WITH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TECHNICAL-INFRASTRUCTURE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08 /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dangerous asset is capacity you cannot use.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 simple matrix makes the hidden risk visible: high lead time plus low utilization.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9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INFRA / 02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UTILIZATION  →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UNDERUSE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capacity exists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demand is soft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HEALTHY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matched load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optionality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STRANDED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fixed cost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no flexibility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BOTTLENECK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demand exists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supply lags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WATCH ITEM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Lead time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can outlive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demand.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Treat capacity as an option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until demand is proven.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ILLUSTRATIVE DECISION MATRIX / RISK IS A JOINT FUNCTION OF LEAD TIME AND UTILIZATION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TECHNICAL-INFRASTRUCTURE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09 /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There are three ways to buy capacity. None is free.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right answer depends on demand certainty, capital appetite, and control requirements.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10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INFRA / 02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BUY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control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RENT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optionality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BUILD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differentiation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CAPITAL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high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variable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very high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SPEED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medium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fast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slow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CONTROL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high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shared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highest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RISK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demand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vendor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execution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OPERATOR TEST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How certain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is demand?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How unique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is the workload?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DECISION MODEL / CAPACITY STRATEGY IS A PORTFOLIO, NOT A SINGLE PROCUREMENT MODE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TECHNICAL-INFRASTRUCTURE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10 /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Run infrastructure like an operating system, not a warehouse.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Five measures reveal whether the asset is earning its keep.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11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INFRA / 02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CAPACITY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what exists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01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UTILIZATION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what is used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LATENCY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what users feel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DEPRECIATION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what time costs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04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POWER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what scale requires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05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SCORECARD TURNS CAPEX INTO A FEEDBACK SYSTEM.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If one measure is missing, the operator is managing a blind spot — not a platform.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OPERATOR CONTROL / MEASURE CAPACITY, UTILIZATION, USER EXPERIENCE, TIME, AND POWER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TECHNICAL-INFRASTRUCTURE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11 /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winning infrastructure is not the biggest. It is the most legible.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Capital creates the option. Constraints define the clock. Control decides the return.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12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INFRA / 02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Capital creates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option.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Constraints define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clock.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Control decides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return.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OPERATOR’S QUESTION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Where is the bottleneck?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What can we flex?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What must we own?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MAKE THE STACK LEGIBLE.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AI INFRASTRUCTURE ECONOMICS / END OF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