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BRAND-ARCHITECTURE /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ARCHITECTURAL DOSSIER  /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LOUVRE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ABU DHABI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JEAN NOUVEL  /  2017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SAADIYAT ISLAND  /  ABU DHABI, UAE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01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45920"/>
            <a:ext cx="530352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case content and page count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BRAND-ARCHITECTURE /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01  /  SPATIAL PROLOGUE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RAIN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OF LIGHT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BENEATH A POROUS DOME,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DAYLIGHT BECOMES A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CULTURAL MEDIUM.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roof does not simply shelter the museum;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it composes its atmosphere.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LOUVRE ABU DHABI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JEAN NOUVEL  /  2017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02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45920"/>
            <a:ext cx="530352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case content and page count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BRAND-ARCHITECTURE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02  /  GEOMETRY AS CLIMATE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DOME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AS INSTRUMENT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Four outer layers of stainless steel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meet four inner layers of aluminium.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 geometric canopy filters daylight, shades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plaza and generates a microclimate below.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SOURCE  /  LOUVRE ABU DHABI — ARCHITECTURE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03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7,850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STARS IN THE PATTERN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8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OVERLAPPING LAYERS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180 M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DIAMETER OF THE DOME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60" y="1645920"/>
            <a:ext cx="5303520" cy="4160520"/>
          </a:xfrm>
          <a:prstGeom prst="rect">
            <a:avLst/>
          </a:prstGeom>
          <a:solidFill>
            <a:srgbClr val="E1E1DC"/>
          </a:solidFill>
          <a:ln>
            <a:solidFill>
              <a:srgbClr val="AAA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3520440"/>
            <a:ext cx="4480560" cy="3657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200" b="1">
                <a:solidFill>
                  <a:srgbClr val="191919"/>
                </a:solidFill>
                <a:latin typeface="Arial"/>
              </a:defRPr>
            </a:pPr>
            <a:r>
              <a:t>NEUTRAL VISUAL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case content and page count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BRAND-ARCHITECTURE /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03  /  URBAN FIGURE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 MUSEUM CITY  /  IN THE SEA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ABU DHABI · UAE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55 BUILDINGS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23 ARE GALLERIES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04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45920"/>
            <a:ext cx="530352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case content and page count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BRAND-ARCHITECTURE /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04  /  CIVIC INTERIOR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WATER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AS PUBLIC ROOM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Paths cross the water beneath the dome, turning the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museum into a walkable, climate-softened urban room.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Architecture is not an object beside the sea.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It becomes a small city within it.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LAND + SEA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05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SOURCE  /  LOUVRE ABU DHABI — ARCHITECTURE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45920"/>
            <a:ext cx="530352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case content and page count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BRAND-ARCHITECTURE /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05  /  THERMAL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SHADE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BECOMES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INFRASTRUCTURE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canopy filters daylight, reduces heat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and protects the public realm below.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Natural cooling is not an add-on.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It is the spatial idea of the project.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36 M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DOME ABOVE GROUND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7,500 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DOME WEIGHT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SOURCE  /  LOUVRE ABU DHABI — ARCHITECTURE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60" y="1645920"/>
            <a:ext cx="5303520" cy="4160520"/>
          </a:xfrm>
          <a:prstGeom prst="rect">
            <a:avLst/>
          </a:prstGeom>
          <a:solidFill>
            <a:srgbClr val="E1E1DC"/>
          </a:solidFill>
          <a:ln>
            <a:solidFill>
              <a:srgbClr val="AAA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3520440"/>
            <a:ext cx="4480560" cy="3657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200" b="1">
                <a:solidFill>
                  <a:srgbClr val="191919"/>
                </a:solidFill>
                <a:latin typeface="Arial"/>
              </a:defRPr>
            </a:pPr>
            <a:r>
              <a:t>NEUTRAL VISUAL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case content and page count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BRAND-ARCHITECTURE /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06  /  SPATIAL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WALK  /  PAUSE  /  RETURN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 MUSEUM DESIGNED AS A JOURNEY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01  /  FILTERED DAYLIGHT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02  /  CITY + SEA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03  /  CIVIC WATERROOM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THREE ATMOSPHERES, ONE CONTINUOUS ROOF.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07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45920"/>
            <a:ext cx="530352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case content and page count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BRAND-ARCHITECTURE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07  /  MATERIAL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MATERIAL IS A FILTER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Steel, aluminium and patterned voids work as a single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optical instrument between sky and ground.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8 LAYERS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4 STAINLESS STEEL / 4 ALUMINIUM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roof permits daylight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without excessive heat or wind.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SOURCE  /  LOUVRE ABU DHABI — ARCHITECTURE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08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45920"/>
            <a:ext cx="530352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case content and page count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BRAND-ARCHITECTURE /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08  /  ARCHITECTURAL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 WELCOMING WORLD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OF LIGHT, SHADOW,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REFLECTION AND CALM.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 museum-city that belongs to its geography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without becoming a literal interpretation of it.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JEAN NOUVEL  /  ARCHITECT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SOURCE  /  LOUVRE ABU DHABI — ARCHITECTURE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60" y="1645920"/>
            <a:ext cx="5303520" cy="4160520"/>
          </a:xfrm>
          <a:prstGeom prst="rect">
            <a:avLst/>
          </a:prstGeom>
          <a:solidFill>
            <a:srgbClr val="E1E1DC"/>
          </a:solidFill>
          <a:ln>
            <a:solidFill>
              <a:srgbClr val="AAA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3520440"/>
            <a:ext cx="4480560" cy="3657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200" b="1">
                <a:solidFill>
                  <a:srgbClr val="191919"/>
                </a:solidFill>
                <a:latin typeface="Arial"/>
              </a:defRPr>
            </a:pPr>
            <a:r>
              <a:t>NEUTRAL VISUAL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case content and page count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BRAND-ARCHITECTURE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09  /  CODA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LOUVRE ABU DHABI  /  SAADIYAT ISLAND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LIGHT.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WATER.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CITY.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 common sky turns architecture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into a public cultural landscape.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END OF STUDY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10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45920"/>
            <a:ext cx="530352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case content and page count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