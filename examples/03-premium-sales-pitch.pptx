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C1917"/>
                </a:solidFill>
                <a:latin typeface="Playfair Display"/>
              </a:defRPr>
            </a:pPr>
            <a:r>
              <a:t>Introducing Premium Advisory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8A29E"/>
                </a:solidFill>
                <a:latin typeface="Inter"/>
              </a:defRPr>
            </a:pPr>
            <a:r>
              <a:t>Aurum Partners — Innovation that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10504" y="365760"/>
            <a:ext cx="1371600" cy="457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A8A29E"/>
                </a:solidFill>
              </a:defRPr>
            </a:pPr>
            <a:r>
              <a:t>abstract technology innovation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The problem is bigger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Portfolio management is fragmented across 5+ platforms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Risk exposure is invisible until it's too late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Client reporting takes 20+ hours per quarter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A8A29E"/>
                </a:solidFill>
              </a:defRPr>
            </a:pPr>
            <a:r>
              <a:t>frustration stress problem dark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D97706"/>
                </a:solidFill>
                <a:latin typeface="Playfair Display"/>
              </a:defRPr>
            </a:pPr>
            <a:r>
              <a:t>This is costing you more than you realize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C1917"/>
                </a:solidFill>
                <a:latin typeface="Inter"/>
              </a:defRPr>
            </a:pPr>
            <a:r>
              <a:t>Companies in Financial Services lose an average of $2.4M annually to operational inefficiency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846320"/>
            <a:ext cx="7619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Each day of delay costs $67K in lost revenue opportunity</a:t>
            </a:r>
          </a:p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Competitors who solve this are growing 3x faster</a:t>
            </a:r>
          </a:p>
          <a:p>
            <a:pPr lvl="1" algn="ctr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A8A29E"/>
                </a:solidFill>
                <a:latin typeface="Inter"/>
              </a:defRPr>
            </a:pPr>
            <a:r>
              <a:t>The gap widens every quarter you wait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Unified Wealth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Multi-custodian aggregation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Real-time risk analytics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C1917"/>
                </a:solidFill>
              </a:defRPr>
            </a:pPr>
            <a:r>
              <a:t>Automated client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Proven results across industries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3 of the top 10 banks use our platform for compliance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99.99% uptime SLA — backed by service credits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C1917"/>
                </a:solidFill>
                <a:latin typeface="Inter"/>
              </a:defRPr>
            </a:pPr>
            <a:r>
              <a:t>SOC 2 Type II certified, GDPR &amp; CCPA compliant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A8A29E"/>
                </a:solidFill>
              </a:defRPr>
            </a:pPr>
            <a:r>
              <a:t>data evidence proof results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C1917"/>
                </a:solidFill>
                <a:latin typeface="Playfair Display"/>
              </a:defRPr>
            </a:pPr>
            <a:r>
              <a:t>Limited-time launch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A29E"/>
                </a:solidFill>
                <a:latin typeface="Inter"/>
              </a:defRPr>
            </a:pPr>
            <a:r>
              <a:t>Lock in early-adopter pricing before it expires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92400E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Limited-time launch offer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C1917"/>
                </a:solidFill>
                <a:latin typeface="Playfair Display"/>
              </a:defRPr>
            </a:pPr>
            <a:r>
              <a:t>Try Premium Advisory Service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A29E"/>
                </a:solidFill>
                <a:latin typeface="Inter"/>
              </a:defRPr>
            </a:pPr>
            <a:r>
              <a:t>Complimentary portfolio review for qualified investors.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92400E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Premium Advisory Service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