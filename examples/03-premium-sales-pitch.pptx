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C1917"/>
                </a:solidFill>
                <a:latin typeface="Playfair Display"/>
              </a:defRPr>
            </a:pPr>
            <a:r>
              <a:t>Introducing Premium Advisory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8A29E"/>
                </a:solidFill>
                <a:latin typeface="Inter"/>
              </a:defRPr>
            </a:pPr>
            <a:r>
              <a:t>Aurum Partners — Innovation that delivers</a:t>
            </a:r>
          </a:p>
        </p:txBody>
      </p:sp>
      <p:pic>
        <p:nvPicPr>
          <p:cNvPr id="5" name="Picture 4" descr="d06affc47b48ae94b587c226d56762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504" y="365760"/>
            <a:ext cx="1371600" cy="4572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The problem is bigger than you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Portfolio management is fragmented across 5+ platforms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Risk exposure is invisible until it's too late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Client reporting takes 20+ hours per quarter</a:t>
            </a:r>
          </a:p>
        </p:txBody>
      </p:sp>
      <p:pic>
        <p:nvPicPr>
          <p:cNvPr id="7" name="Picture 6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85340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D97706"/>
                </a:solidFill>
                <a:latin typeface="Playfair Display"/>
              </a:defRPr>
            </a:pPr>
            <a:r>
              <a:t>This is costing you more than you realize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C1917"/>
                </a:solidFill>
                <a:latin typeface="Inter"/>
              </a:defRPr>
            </a:pPr>
            <a:r>
              <a:t>Companies in Financial Services lose an average of $2.4M annually to operational inefficiency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846320"/>
            <a:ext cx="7619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A8A29E"/>
                </a:solidFill>
                <a:latin typeface="Inter"/>
              </a:defRPr>
            </a:pPr>
            <a:r>
              <a:t>Each day of delay costs $67K in lost revenue opportunity</a:t>
            </a:r>
          </a:p>
          <a:p>
            <a:pPr lvl="1" algn="ctr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A8A29E"/>
                </a:solidFill>
                <a:latin typeface="Inter"/>
              </a:defRPr>
            </a:pPr>
            <a:r>
              <a:t>Competitors who solve this are growing 3x faster</a:t>
            </a:r>
          </a:p>
          <a:p>
            <a:pPr lvl="1" algn="ctr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A8A29E"/>
                </a:solidFill>
                <a:latin typeface="Inter"/>
              </a:defRPr>
            </a:pPr>
            <a:r>
              <a:t>The gap widens every quarter you wait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Unified Wealth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C1917"/>
                </a:solidFill>
              </a:defRPr>
            </a:pPr>
            <a:r>
              <a:t>Multi-custodian aggregation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C1917"/>
                </a:solidFill>
              </a:defRPr>
            </a:pPr>
            <a:r>
              <a:t>Real-time risk analytics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C1917"/>
                </a:solidFill>
              </a:defRPr>
            </a:pPr>
            <a:r>
              <a:t>Automated client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Proven results across industries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3 of the top 10 banks use our platform for compliance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99.99% uptime SLA — backed by service credits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SOC 2 Type II certified, GDPR &amp; CCPA compliant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C1917"/>
                </a:solidFill>
                <a:latin typeface="Playfair Display"/>
              </a:defRPr>
            </a:pPr>
            <a:r>
              <a:t>Limited-time launch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A29E"/>
                </a:solidFill>
                <a:latin typeface="Inter"/>
              </a:defRPr>
            </a:pPr>
            <a:r>
              <a:t>Lock in early-adopter pricing before it expires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92400E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Limited-time launch offer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C1917"/>
                </a:solidFill>
                <a:latin typeface="Playfair Display"/>
              </a:defRPr>
            </a:pPr>
            <a:r>
              <a:t>Try Premium Advisory Service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A29E"/>
                </a:solidFill>
                <a:latin typeface="Inter"/>
              </a:defRPr>
            </a:pPr>
            <a:r>
              <a:t>Complimentary portfolio review for qualified investors.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92400E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Premium Advisory Service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