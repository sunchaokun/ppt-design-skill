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Playfair Display"/>
                <a:ea typeface="STSong"/>
                <a:cs typeface="STSong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C1917"/>
                </a:solidFill>
                <a:latin typeface="Playfair Display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8A29E"/>
                </a:solidFill>
                <a:latin typeface="Inter"/>
              </a:defRPr>
            </a:pPr>
            <a:r>
              <a:t>{Interesting detail}. {Desirable outcome}.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FEF3C7"/>
          </a:solidFill>
          <a:ln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A8A29E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你正面临{问题}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917"/>
                </a:solidFill>
                <a:latin typeface="Inter"/>
              </a:defRPr>
            </a:pPr>
            <a:r>
              <a:t>• [problem 要点1]</a:t>
            </a:r>
            <a:br/>
            <a:r>
              <a:t>• [problem 要点2]</a:t>
            </a:r>
            <a:br/>
            <a:r>
              <a:t>• [problem 要点3]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85340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0" b="1">
                <a:solidFill>
                  <a:srgbClr val="D97706"/>
                </a:solidFill>
                <a:latin typeface="Playfair Display"/>
              </a:defRPr>
            </a:pPr>
            <a:r>
              <a:t>没有{方案}，你每天损失{金额}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1C1917"/>
                </a:solidFill>
                <a:latin typeface="Inter"/>
              </a:defRPr>
            </a:pPr>
            <a:r>
              <a:t>[agitation 要点1]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{Feature}让你{Advantage}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917"/>
                </a:solidFill>
                <a:latin typeface="Inter"/>
              </a:defRPr>
            </a:pPr>
            <a:r>
              <a:t>• [solution 要点1]</a:t>
            </a:r>
            <a:br/>
            <a:r>
              <a:t>• [solution 要点2]</a:t>
            </a:r>
            <a:br/>
            <a:r>
              <a:t>• [solution 要点3]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{N}+用户信赖{产品}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917"/>
                </a:solidFill>
                <a:latin typeface="Inter"/>
              </a:defRPr>
            </a:pPr>
            <a:r>
              <a:t>• [proof 要点1]</a:t>
            </a:r>
            <a:br/>
            <a:r>
              <a:t>• [proof 要点2]</a:t>
            </a:r>
            <a:br/>
            <a:r>
              <a:t>• [proof 要点3]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C1917"/>
                </a:solidFill>
                <a:latin typeface="Playfair Display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1917"/>
                </a:solidFill>
                <a:latin typeface="Inter"/>
              </a:defRPr>
            </a:pPr>
            <a:r>
              <a:t>• [offer 要点1]</a:t>
            </a:r>
            <a:br/>
            <a:r>
              <a:t>• [offer 要点2]</a:t>
            </a:r>
            <a:br/>
            <a:r>
              <a:t>• [offer 要点3]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C1917"/>
                </a:solidFill>
                <a:latin typeface="Playfair Display"/>
              </a:defRPr>
            </a:pPr>
            <a:r>
              <a:t>立即{行动}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8A29E"/>
                </a:solidFill>
                <a:latin typeface="Inter"/>
              </a:defRPr>
            </a:pPr>
            <a:r>
              <a:t>限时{优惠}。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92400E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立即{行动}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