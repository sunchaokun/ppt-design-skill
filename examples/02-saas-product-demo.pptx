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E293B"/>
                </a:solidFill>
                <a:latin typeface="Inter"/>
              </a:defRPr>
            </a:pPr>
            <a:r>
              <a:t>Introducing CloudFlow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CloudFlow — Innovation that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The problem is bigger than you think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Manual Workflows: Teams waste 30% of time on repetitive tasks</a:t>
            </a:r>
            <a:br/>
            <a:r>
              <a:t>• Tool Sprawl: Average team uses 12+ disconnected tools</a:t>
            </a:r>
            <a:br/>
            <a:r>
              <a:t>• No Visibility: Managers can't see what's actually happening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Intelligent Workflow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Eliminates: Teams waste 30% of time on repetitive tasks</a:t>
            </a:r>
            <a:br/>
            <a:r>
              <a:t>• Eliminates: Average team uses 12+ disconnected tools</a:t>
            </a:r>
            <a:br/>
            <a:r>
              <a:t>• Eliminates: Managers can't see what's actually happening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Built for how you actually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3301898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1E293B"/>
                </a:solidFill>
              </a:defRPr>
            </a:pPr>
            <a:r>
              <a:t>Visual workflow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4898" y="1645920"/>
            <a:ext cx="3301898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1E293B"/>
                </a:solidFill>
              </a:defRPr>
            </a:pPr>
            <a:r>
              <a:t>500+ native integrations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03996" y="1645920"/>
            <a:ext cx="3301898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1E293B"/>
                </a:solidFill>
              </a:defRPr>
            </a:pPr>
            <a:r>
              <a:t>AI-powered optimization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[图片: product demo screenshot interface]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695" y="1371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See CloudFlow Platform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695" y="25603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Step 1: Connect your data sources with one click</a:t>
            </a:r>
            <a:br/>
            <a:r>
              <a:t>• Step 2: Configure intelligent workflows visually</a:t>
            </a:r>
            <a:br/>
            <a:r>
              <a:t>• Step 3: Watch AI optimize and deliver results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Trusted by industry leaders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Reduced processing time by 85% within first month</a:t>
            </a:r>
            <a:br/>
            <a:r>
              <a:t>• Saved $1.2M annually in operational costs</a:t>
            </a:r>
            <a:br/>
            <a:r>
              <a:t>• Team satisfaction scores increased by 40%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Simple, transparent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Starter: Free for teams up to 5 — full features</a:t>
            </a:r>
            <a:br/>
            <a:r>
              <a:t>• Pro: $29/user/mo — advanced automation + priority support</a:t>
            </a:r>
            <a:br/>
            <a:r>
              <a:t>• Enterprise: Custom — SSO, audit logs, dedicated CSM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E293B"/>
                </a:solidFill>
                <a:latin typeface="Inter"/>
              </a:defRPr>
            </a:pPr>
            <a:r>
              <a:t>Try CloudFlow Platform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14-day free trial. No credit card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CloudFlow Platform free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