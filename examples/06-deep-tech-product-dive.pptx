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Introducing NeuralForge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NeuralForge — Innovation that delivers</a:t>
            </a:r>
          </a:p>
        </p:txBody>
      </p:sp>
      <p:pic>
        <p:nvPicPr>
          <p:cNvPr id="5" name="Picture 4" descr="d06affc47b48ae94b587c226d56762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04" y="365760"/>
            <a:ext cx="1371600" cy="4572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problem is bigger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Slow Training: Weeks to train production models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GPU Costs: Cloud training costs are exploding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Deployment Gap: Lab models don't work in production</a:t>
            </a:r>
          </a:p>
        </p:txBody>
      </p:sp>
      <p:pic>
        <p:nvPicPr>
          <p:cNvPr id="7" name="Picture 6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One-Click Model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Eliminates: Weeks to train production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Eliminates: Cloud training costs are exploding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Eliminates: Lab models don't work in production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Built for how you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Auto-optimized inference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Built-in model monitoring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Zero-config scaling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7ae97a72a8fe86873240d7d8c1129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See NeuralForge SDK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Step 1: Connect your data sources with one click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Step 2: Configure intelligent workflows visually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Step 3: Watch AI optimize and deliver results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22D3EE"/>
                </a:solidFill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8FAFC"/>
                </a:solidFill>
                <a:latin typeface="Inter"/>
              </a:defRPr>
            </a:pPr>
            <a:r>
              <a:t>This platform transformed how we operate. We went from weeks of manual work to minutes.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748B"/>
                </a:solidFill>
                <a:latin typeface="Inter"/>
              </a:defRPr>
            </a:pPr>
            <a:r>
              <a:t>VP of Operations, Fortune 500 Company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pace Grotesk"/>
              </a:defRPr>
            </a:pPr>
            <a:r>
              <a:t>Simple, transparent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Inter"/>
              </a:defRPr>
            </a:pPr>
            <a:r>
              <a:t>Start free. Scale as you grow.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Simple, transparent pricing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pace Grotesk"/>
              </a:defRPr>
            </a:pPr>
            <a:r>
              <a:t>Try NeuralForge SDK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Inter"/>
              </a:defRPr>
            </a:pPr>
            <a:r>
              <a:t>Free tier available. No credit card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NeuralForge SDK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