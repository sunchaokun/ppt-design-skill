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8FAFC"/>
                </a:solidFill>
                <a:latin typeface="Space Grotesk"/>
              </a:defRPr>
            </a:pPr>
            <a:r>
              <a:t>Introducing NeuralForge SDK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Inter"/>
              </a:defRPr>
            </a:pPr>
            <a:r>
              <a:t>NeuralForge — Innovation that delivers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10504" y="274320"/>
            <a:ext cx="1371600" cy="45720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[图片: abstract technology innovation]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The problem is bigger than you think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Slow Training: Weeks to train production models</a:t>
            </a:r>
            <a:br/>
            <a:r>
              <a:t>• GPU Costs: Cloud training costs are exploding</a:t>
            </a:r>
            <a:br/>
            <a:r>
              <a:t>• Deployment Gap: Lab models don't work in production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One-Click Model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Eliminates: Weeks to train production models</a:t>
            </a:r>
            <a:br/>
            <a:r>
              <a:t>• Eliminates: Cloud training costs are exploding</a:t>
            </a:r>
            <a:br/>
            <a:r>
              <a:t>• Eliminates: Lab models don't work in production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Built for how you actually 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3301898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600">
                <a:solidFill>
                  <a:srgbClr val="F8FAFC"/>
                </a:solidFill>
              </a:defRPr>
            </a:pPr>
            <a:r>
              <a:t>Auto-optimized inference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4898" y="1645920"/>
            <a:ext cx="3301898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600">
                <a:solidFill>
                  <a:srgbClr val="F8FAFC"/>
                </a:solidFill>
              </a:defRPr>
            </a:pPr>
            <a:r>
              <a:t>Built-in model monitoring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03996" y="1645920"/>
            <a:ext cx="3301898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600">
                <a:solidFill>
                  <a:srgbClr val="F8FAFC"/>
                </a:solidFill>
              </a:defRPr>
            </a:pPr>
            <a:r>
              <a:t>Zero-config scaling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[图片: product demo screenshot interface]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695" y="13716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See NeuralForge SDK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9695" y="256032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Step 1: Connect your data sources with one click</a:t>
            </a:r>
            <a:br/>
            <a:r>
              <a:t>• Step 2: Configure intelligent workflows visually</a:t>
            </a:r>
            <a:br/>
            <a:r>
              <a:t>• Step 3: Watch AI optimize and deliver results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Trusted by industry leaders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Reduced processing time by 85% within first month</a:t>
            </a:r>
            <a:br/>
            <a:r>
              <a:t>• Saved $1.2M annually in operational costs</a:t>
            </a:r>
            <a:br/>
            <a:r>
              <a:t>• Team satisfaction scores increased by 40%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Simple, transparent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Starter: Free for teams up to 5 — full features</a:t>
            </a:r>
            <a:br/>
            <a:r>
              <a:t>• Pro: $29/user/mo — advanced automation + priority support</a:t>
            </a:r>
            <a:br/>
            <a:r>
              <a:t>• Enterprise: Custom — SSO, audit logs, dedicated CSM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8FAFC"/>
                </a:solidFill>
                <a:latin typeface="Space Grotesk"/>
              </a:defRPr>
            </a:pPr>
            <a:r>
              <a:t>Try NeuralForge SDK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Inter"/>
              </a:defRPr>
            </a:pPr>
            <a:r>
              <a:t>Free tier available. No credit card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67504" y="4572000"/>
            <a:ext cx="3657600" cy="7315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>
            <a:outerShdw blurRad="76200" dist="38100" dir="54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Try NeuralForge SDK free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