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{Interesting detail}. {Desirable outcome}.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你正面临{问题}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Slow Training</a:t>
            </a:r>
            <a:br/>
            <a:r>
              <a:t>• GPU Costs</a:t>
            </a:r>
            <a:br/>
            <a:r>
              <a:t>• Deploy Gap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{Feature}让你{Advantage}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[solution 要点1]</a:t>
            </a:r>
            <a:br/>
            <a:r>
              <a:t>• [solution 要点2]</a:t>
            </a:r>
            <a:br/>
            <a:r>
              <a:t>• [solution 要点3]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{Feature}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3301898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F8FAFC"/>
                </a:solidFill>
              </a:defRPr>
            </a:pPr>
            <a:r>
              <a:t>[features 要点1]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4898" y="1645920"/>
            <a:ext cx="3301898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F8FAFC"/>
                </a:solidFill>
              </a:defRPr>
            </a:pPr>
            <a:r>
              <a:t>[features 要点2]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03996" y="1645920"/>
            <a:ext cx="3301898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F8FAFC"/>
                </a:solidFill>
              </a:defRPr>
            </a:pPr>
            <a:r>
              <a:t>[features 要点3]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[图片: abstract]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695" y="1371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{Attention hook}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695" y="25603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[demo 要点1]</a:t>
            </a:r>
            <a:br/>
            <a:r>
              <a:t>• [demo 要点2]</a:t>
            </a:r>
            <a:br/>
            <a:r>
              <a:t>• [demo 要点3]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{N}+用户信赖{产品}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[testimonials 要点1]</a:t>
            </a:r>
            <a:br/>
            <a:r>
              <a:t>• [testimonials 要点2]</a:t>
            </a:r>
            <a:br/>
            <a:r>
              <a:t>• [testimonials 要点3]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选择适合你的方案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[pricing 要点1]</a:t>
            </a:r>
            <a:br/>
            <a:r>
              <a:t>• [pricing 要点2]</a:t>
            </a:r>
            <a:br/>
            <a:r>
              <a:t>• [pricing 要点3]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立即{行动}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限时{优惠}。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立即{行动}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