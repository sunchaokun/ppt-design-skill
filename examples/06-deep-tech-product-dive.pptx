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Space Grotesk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Space Grotesk"/>
              </a:defRPr>
            </a:pPr>
            <a:r>
              <a:t>Introducing NeuralForge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Inter"/>
              </a:defRPr>
            </a:pPr>
            <a:r>
              <a:t>NeuralForge — Innovation that delivers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0504" y="365760"/>
            <a:ext cx="137160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abstract technology innovation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The problem is bigger than you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Slow Training: Weeks to train production models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GPU Costs: Cloud training costs are exploding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Deployment Gap: Lab models don't work in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463040"/>
            <a:ext cx="3657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frustration stress problem dark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One-Click Model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3207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Eliminates: Weeks to train production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737360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9353" y="1554480"/>
            <a:ext cx="333207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Eliminates: Cloud training costs are exploding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6513" y="1737360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6661" y="1554480"/>
            <a:ext cx="333207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Eliminates: Lab models don't work in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3821" y="1737360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Built for how you actually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3207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Auto-optimized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737360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9353" y="1554480"/>
            <a:ext cx="333207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Built-in model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6513" y="1737360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6661" y="1554480"/>
            <a:ext cx="3332073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Zero-config scaling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3821" y="1737360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6858000" cy="6858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product demo screenshot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Space Grotesk"/>
              </a:defRPr>
            </a:pPr>
            <a:r>
              <a:t>See NeuralForge SDK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Step 1: Connect your data sources with one click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Step 2: Configure intelligent workflows visually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F8FAFC"/>
                </a:solidFill>
                <a:latin typeface="Inter"/>
              </a:defRPr>
            </a:pPr>
            <a:r>
              <a:t>Step 3: Watch AI optimize and deliver results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2D3EE"/>
                </a:solidFill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Inter"/>
              </a:defRPr>
            </a:pPr>
            <a:r>
              <a:t>This platform transformed how we operate. We went from weeks of manual work to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Inter"/>
              </a:defRPr>
            </a:pPr>
            <a:r>
              <a:t>VP of Operations, Fortune 500 Company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pace Grotesk"/>
              </a:defRPr>
            </a:pPr>
            <a:r>
              <a:t>Simple, transparent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619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Inter"/>
              </a:defRPr>
            </a:pPr>
            <a:r>
              <a:t>Start free. Scale as you grow.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504" y="4389120"/>
            <a:ext cx="3657600" cy="7315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>
            <a:outerShdw blurRad="1016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Simple, transparent pricing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pace Grotesk"/>
              </a:defRPr>
            </a:pPr>
            <a:r>
              <a:t>Try NeuralForge SDK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619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Inter"/>
              </a:defRPr>
            </a:pPr>
            <a:r>
              <a:t>Free tier available. No credit card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504" y="4389120"/>
            <a:ext cx="3657600" cy="7315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>
            <a:outerShdw blurRad="1016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Try NeuralForge SDK free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