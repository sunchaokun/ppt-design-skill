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059669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18</c:v>
                </c:pt>
                <c:pt idx="2">
                  <c:v>42</c:v>
                </c:pt>
                <c:pt idx="3">
                  <c:v>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4E3B"/>
                </a:solidFill>
                <a:latin typeface="Lora"/>
              </a:defRPr>
            </a:pPr>
            <a:r>
              <a:t>Introducing Carbon Tracking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Inter"/>
              </a:defRPr>
            </a:pPr>
            <a:r>
              <a:t>GreenPath — Innovation that delivers</a:t>
            </a:r>
          </a:p>
        </p:txBody>
      </p:sp>
      <p:pic>
        <p:nvPicPr>
          <p:cNvPr id="5" name="Picture 4" descr="d06affc47b48ae94b587c226d56762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04" y="365760"/>
            <a:ext cx="1371600" cy="4572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The problem is bigger than you think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Carbon reporting is manual, error-prone, and months late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No real-time visibility into supply chain emissions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Regulatory compliance demands are accelerating globally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Automated Carbon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Scope 1-3 auto-calculation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Supply chain mapping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64E3B"/>
                </a:solidFill>
              </a:defRPr>
            </a:pPr>
            <a:r>
              <a:t>Regulatory report generator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65faa7128aa84dd1743b69e3e54eb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How Carbon Tracking Platform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Connect: Integrate with your existing tools in minutes, not months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Automate: Build intelligent workflows with our visual designer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The numbers speak for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45K tons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Carbon Reduced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56355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2,800+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Companies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0664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32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24060" y="1645920"/>
            <a:ext cx="2476195" cy="29260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$12M</a:t>
            </a:r>
          </a:p>
          <a:p>
            <a:pPr algn="ctr"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t>Savings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 massive, underserved Sustainability / CleanTech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Total addressable market: $47B and growing at 23% CAGR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Only 12% of enterprises have adopted modern solutions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Regulatory tailwinds are accelerating adoption globally</a:t>
            </a:r>
          </a:p>
        </p:txBody>
      </p:sp>
      <p:pic>
        <p:nvPicPr>
          <p:cNvPr id="7" name="Picture 6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A business model built for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SaaS subscription with 85%+ gross margins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Land-and-expand: free tier → team → enterprise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Net revenue retention: 120%+ (expansion exceeds churn)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Built by operators who've been in your shoes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CEO: 15yr industry experience, 2x founder (1 exit)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CTO: Former principal engineer at top tech company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64E3B"/>
                </a:solidFill>
                <a:latin typeface="Inter"/>
              </a:defRPr>
            </a:pPr>
            <a:r>
              <a:t>VP Sales: Built $0→$50M ARR pipeline at previous startup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Strong unit economics, clear path to profitability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64E3B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64E3B"/>
                </a:solidFill>
                <a:latin typeface="Lora"/>
              </a:defRPr>
            </a:pPr>
            <a:r>
              <a:t>Try Carbon Tracking Platform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  <a:latin typeface="Inter"/>
              </a:defRPr>
            </a:pPr>
            <a:r>
              <a:t>Free for companies under 100 employees. No setup fee.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Carbon Tracking Platform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