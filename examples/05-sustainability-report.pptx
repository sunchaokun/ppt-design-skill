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Lora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D1FAE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B7280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你正面临{问题}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[problem 要点1]</a:t>
            </a:r>
            <a:br/>
            <a:r>
              <a:t>• [problem 要点2]</a:t>
            </a:r>
            <a:br/>
            <a:r>
              <a:t>• [problem 要点3]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{Feature}让你{Advantage}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[product 要点1]</a:t>
            </a:r>
            <a:br/>
            <a:r>
              <a:t>• [product 要点2]</a:t>
            </a:r>
            <a:br/>
            <a:r>
              <a:t>• [product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{metric1} | {metric2} | {metric3}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45K tons</a:t>
            </a:r>
          </a:p>
          <a:p>
            <a:pPr algn="ctr">
              <a:defRPr sz="1400">
                <a:solidFill>
                  <a:srgbClr val="6B7280"/>
                </a:solidFill>
              </a:defRPr>
            </a:pPr>
            <a:r>
              <a:t>carbon_reduced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9195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2,800+</a:t>
            </a:r>
          </a:p>
          <a:p>
            <a:pPr algn="ctr">
              <a:defRPr sz="1400">
                <a:solidFill>
                  <a:srgbClr val="6B7280"/>
                </a:solidFill>
              </a:defRPr>
            </a:pPr>
            <a:r>
              <a:t>companies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53504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32</a:t>
            </a:r>
          </a:p>
          <a:p>
            <a:pPr algn="ctr">
              <a:defRPr sz="1400">
                <a:solidFill>
                  <a:srgbClr val="6B7280"/>
                </a:solidFill>
              </a:defRPr>
            </a:pPr>
            <a:r>
              <a:t>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869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$12M</a:t>
            </a:r>
          </a:p>
          <a:p>
            <a:pPr algn="ctr">
              <a:defRPr sz="1400">
                <a:solidFill>
                  <a:srgbClr val="6B7280"/>
                </a:solidFill>
              </a:defRPr>
            </a:pPr>
            <a:r>
              <a:t>savings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[market 要点1]</a:t>
            </a:r>
            <a:br/>
            <a:r>
              <a:t>• [market 要点2]</a:t>
            </a:r>
            <a:br/>
            <a:r>
              <a:t>• [market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[business 要点1]</a:t>
            </a:r>
            <a:br/>
            <a:r>
              <a:t>• [business 要点2]</a:t>
            </a:r>
            <a:br/>
            <a:r>
              <a:t>• [business 要点3]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[team 要点1]</a:t>
            </a:r>
            <a:br/>
            <a:r>
              <a:t>• [team 要点2]</a:t>
            </a:r>
            <a:br/>
            <a:r>
              <a:t>• [team 要点3]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4E3B"/>
                </a:solidFill>
                <a:latin typeface="Lora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64E3B"/>
                </a:solidFill>
                <a:latin typeface="Inter"/>
              </a:defRPr>
            </a:pPr>
            <a:r>
              <a:t>• [financial 要点1]</a:t>
            </a:r>
            <a:br/>
            <a:r>
              <a:t>• [financial 要点2]</a:t>
            </a:r>
            <a:br/>
            <a:r>
              <a:t>• [financial 要点3]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4E3B"/>
                </a:solidFill>
                <a:latin typeface="Lora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