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Data</c:v>
                </c:pt>
              </c:strCache>
            </c:strRef>
          </c:tx>
          <c:spPr>
            <a:solidFill>
              <a:srgbClr val="059669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18</c:v>
                </c:pt>
                <c:pt idx="2">
                  <c:v>42</c:v>
                </c:pt>
                <c:pt idx="3">
                  <c:v>78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64E3B"/>
                </a:solidFill>
                <a:latin typeface="Lora"/>
              </a:defRPr>
            </a:pPr>
            <a:r>
              <a:t>Introducing Carbon Tracking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Inter"/>
              </a:defRPr>
            </a:pPr>
            <a:r>
              <a:t>GreenPath — Innovation that delivers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10504" y="365760"/>
            <a:ext cx="1371600" cy="4572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B7280"/>
                </a:solidFill>
              </a:defRPr>
            </a:pPr>
            <a:r>
              <a:t>abstract technology innovation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The problem is bigger than you think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Carbon reporting is manual, error-prone, and months late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No real-time visibility into supply chain emissions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Regulatory compliance demands are accelerating globally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B7280"/>
                </a:solidFill>
              </a:defRPr>
            </a:pPr>
            <a:r>
              <a:t>frustration stress problem dark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Automated Carbon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64E3B"/>
                </a:solidFill>
              </a:defRPr>
            </a:pPr>
            <a:r>
              <a:t>Scope 1-3 auto-calculation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64E3B"/>
                </a:solidFill>
              </a:defRPr>
            </a:pPr>
            <a:r>
              <a:t>Supply chain mapping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64E3B"/>
                </a:solidFill>
              </a:defRPr>
            </a:pPr>
            <a:r>
              <a:t>Regulatory report generator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6858000" cy="6858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B7280"/>
                </a:solidFill>
              </a:defRPr>
            </a:pPr>
            <a:r>
              <a:t>product interface app modern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13716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How Carbon Tracking Platform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Connect: Integrate with your existing tools in minutes, not months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Automate: Build intelligent workflows with our visual designer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Optimize: AI continuously improves your processes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The numbers speak for themselves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2476195" cy="29260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45K tons</a:t>
            </a:r>
          </a:p>
          <a:p>
            <a:pPr algn="ctr"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t>Carbon Reduced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56355" y="1645920"/>
            <a:ext cx="2476195" cy="29260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2,800+</a:t>
            </a:r>
          </a:p>
          <a:p>
            <a:pPr algn="ctr"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t>Companies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90664" y="1645920"/>
            <a:ext cx="2476195" cy="29260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32</a:t>
            </a:r>
          </a:p>
          <a:p>
            <a:pPr algn="ctr"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t>Countries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24060" y="1645920"/>
            <a:ext cx="2476195" cy="29260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$12M</a:t>
            </a:r>
          </a:p>
          <a:p>
            <a:pPr algn="ctr"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t>Savings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A massive, underserved Sustainability / CleanTech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Total addressable market: $47B and growing at 23% CAGR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Only 12% of enterprises have adopted modern solutions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Regulatory tailwinds are accelerating adoption globally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B7280"/>
                </a:solidFill>
              </a:defRPr>
            </a:pPr>
            <a:r>
              <a:t>market globe world opportunity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A business model built for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SaaS subscription with 85%+ gross margins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Land-and-expand: free tier → team → enterprise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Net revenue retention: 120%+ (expansion exceeds churn)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B7280"/>
                </a:solidFill>
              </a:defRPr>
            </a:pPr>
            <a:r>
              <a:t>business strategy chart professional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Built by operators who've been in your shoes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CEO: 15yr industry experience, 2x founder (1 exit)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CTO: Former principal engineer at top tech company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VP Sales: Built $0→$50M ARR pipeline at previous startup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B7280"/>
                </a:solidFill>
              </a:defRPr>
            </a:pPr>
            <a:r>
              <a:t>team collaboration people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Strong unit economics, clear path to profitability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097280" y="1463040"/>
          <a:ext cx="6858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64E3B"/>
                </a:solidFill>
                <a:latin typeface="Inter"/>
              </a:defRPr>
            </a:pPr>
            <a:r>
              <a:t>• Current ARR: $8M, targeting $20M by year-end</a:t>
            </a:r>
            <a:br/>
            <a:r>
              <a:t>• CAC payback: 8 months (industry avg: 18 months)</a:t>
            </a:r>
            <a:br/>
            <a:r>
              <a:t>• Rule of 40: ARR growth (60%) + FCF margin (-15%) = 45%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64E3B"/>
                </a:solidFill>
                <a:latin typeface="Lora"/>
              </a:defRPr>
            </a:pPr>
            <a:r>
              <a:t>Try Carbon Tracking Platform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B7280"/>
                </a:solidFill>
                <a:latin typeface="Inter"/>
              </a:defRPr>
            </a:pPr>
            <a:r>
              <a:t>Free for companies under 100 employees. No setup fee.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Carbon Tracking Platform free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