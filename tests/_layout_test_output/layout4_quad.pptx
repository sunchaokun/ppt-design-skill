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1F5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全面分析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  <a:ea typeface="Microsoft YaHei"/>
                <a:cs typeface="Microsoft YaHei"/>
              </a:rPr>
              <a:t>四象限组件布局</a:t>
            </a:r>
          </a:p>
        </p:txBody>
      </p:sp>
      <p:grpSp>
        <p:nvGrpSpPr>
          <p:cNvPr id="6" name="Component 6"/>
          <p:cNvGrpSpPr/>
          <p:nvPr/>
        </p:nvGrpSpPr>
        <p:grpSpPr>
          <a:xfrm>
            <a:off x="1561256" y="1716593"/>
            <a:ext cx="3826926" cy="1687452"/>
            <a:chOff x="1489729" y="1519810"/>
            <a:chExt cx="2870942" cy="1265918"/>
          </a:xfrm>
        </p:grpSpPr>
        <p:sp>
          <p:nvSpPr>
            <p:cNvPr id="7" name="Component 7"/>
            <p:cNvSpPr/>
            <p:nvPr/>
          </p:nvSpPr>
          <p:spPr>
            <a:xfrm>
              <a:off x="2254430" y="1651556"/>
              <a:ext cx="889354" cy="164970"/>
            </a:xfrm>
            <a:prstGeom prst="rect">
              <a:avLst/>
            </a:prstGeom>
            <a:solidFill>
              <a:srgbClr val="D5797C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8" name="Component 8"/>
            <p:cNvSpPr/>
            <p:nvPr/>
          </p:nvSpPr>
          <p:spPr>
            <a:xfrm>
              <a:off x="3065861" y="1651556"/>
              <a:ext cx="164970" cy="164970"/>
            </a:xfrm>
            <a:prstGeom prst="ellipse">
              <a:avLst/>
            </a:prstGeom>
            <a:solidFill>
              <a:srgbClr val="4B4B4B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9" name="Component 9"/>
            <p:cNvSpPr txBox="1"/>
            <p:nvPr/>
          </p:nvSpPr>
          <p:spPr>
            <a:xfrm>
              <a:off x="3067599" y="1657185"/>
              <a:ext cx="166349" cy="135931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250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步骤1</a:t>
              </a:r>
              <a:endParaRPr lang="ar-SA" sz="1250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0" name="Component 10"/>
            <p:cNvSpPr txBox="1"/>
            <p:nvPr/>
          </p:nvSpPr>
          <p:spPr>
            <a:xfrm>
              <a:off x="2497201" y="1678111"/>
              <a:ext cx="553532" cy="124963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12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步骤2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步骤3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persp iciatis unde omnis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Component 11"/>
            <p:cNvSpPr/>
            <p:nvPr/>
          </p:nvSpPr>
          <p:spPr>
            <a:xfrm>
              <a:off x="2306556" y="1861881"/>
              <a:ext cx="1219804" cy="164970"/>
            </a:xfrm>
            <a:prstGeom prst="rect">
              <a:avLst/>
            </a:prstGeom>
            <a:solidFill>
              <a:srgbClr val="D5797C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2" name="Component 12"/>
            <p:cNvSpPr/>
            <p:nvPr/>
          </p:nvSpPr>
          <p:spPr>
            <a:xfrm>
              <a:off x="3448438" y="1861881"/>
              <a:ext cx="164970" cy="164970"/>
            </a:xfrm>
            <a:prstGeom prst="ellipse">
              <a:avLst/>
            </a:prstGeom>
            <a:solidFill>
              <a:srgbClr val="4B4B4B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3" name="Component 13"/>
            <p:cNvSpPr txBox="1"/>
            <p:nvPr/>
          </p:nvSpPr>
          <p:spPr>
            <a:xfrm>
              <a:off x="3450175" y="1867510"/>
              <a:ext cx="166349" cy="135931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250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ar-SA" sz="1250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4" name="Component 14"/>
            <p:cNvSpPr txBox="1"/>
            <p:nvPr/>
          </p:nvSpPr>
          <p:spPr>
            <a:xfrm>
              <a:off x="2497201" y="1888436"/>
              <a:ext cx="919391" cy="124963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Component 15"/>
            <p:cNvSpPr/>
            <p:nvPr/>
          </p:nvSpPr>
          <p:spPr>
            <a:xfrm>
              <a:off x="2306556" y="2072207"/>
              <a:ext cx="1684359" cy="164970"/>
            </a:xfrm>
            <a:prstGeom prst="rect">
              <a:avLst/>
            </a:prstGeom>
            <a:solidFill>
              <a:srgbClr val="D5797C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6" name="Component 16"/>
            <p:cNvSpPr/>
            <p:nvPr/>
          </p:nvSpPr>
          <p:spPr>
            <a:xfrm>
              <a:off x="3912992" y="2072207"/>
              <a:ext cx="164970" cy="164970"/>
            </a:xfrm>
            <a:prstGeom prst="ellipse">
              <a:avLst/>
            </a:prstGeom>
            <a:solidFill>
              <a:srgbClr val="4B4B4B"/>
            </a:solidFill>
            <a:ln w="4582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7" name="Component 17"/>
            <p:cNvSpPr txBox="1"/>
            <p:nvPr/>
          </p:nvSpPr>
          <p:spPr>
            <a:xfrm>
              <a:off x="3914730" y="2077836"/>
              <a:ext cx="166349" cy="135931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250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ar-SA" sz="1250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8" name="Component 18"/>
            <p:cNvSpPr txBox="1"/>
            <p:nvPr/>
          </p:nvSpPr>
          <p:spPr>
            <a:xfrm>
              <a:off x="2497201" y="2098762"/>
              <a:ext cx="1355390" cy="83194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19" name="Component 19"/>
            <p:cNvGrpSpPr/>
            <p:nvPr/>
          </p:nvGrpSpPr>
          <p:grpSpPr>
            <a:xfrm>
              <a:off x="1489729" y="1519810"/>
              <a:ext cx="1206918" cy="1265918"/>
              <a:chOff x="2439458" y="1519810"/>
              <a:chExt cx="1206918" cy="1265918"/>
            </a:xfrm>
          </p:grpSpPr>
          <p:sp>
            <p:nvSpPr>
              <p:cNvPr id="20" name="Component 20"/>
              <p:cNvSpPr/>
              <p:nvPr/>
            </p:nvSpPr>
            <p:spPr>
              <a:xfrm>
                <a:off x="2462363" y="1543292"/>
                <a:ext cx="888437" cy="888437"/>
              </a:xfrm>
              <a:prstGeom prst="ellipse">
                <a:avLst/>
              </a:prstGeom>
              <a:solidFill>
                <a:srgbClr val="D5797C"/>
              </a:solidFill>
              <a:ln w="4582">
                <a:noFill/>
              </a:ln>
              <a:effectLst/>
            </p:spPr>
            <p:style>
              <a:lnRef idx="2">
                <a:srgbClr val="282D32">
                  <a:shade val="50000"/>
                </a:srgbClr>
              </a:lnRef>
              <a:fillRef idx="1">
                <a:srgbClr val="282D32"/>
              </a:fillRef>
              <a:effectRef idx="0">
                <a:srgbClr val="282D32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21" name="Component 21"/>
              <p:cNvSpPr>
                <a:spLocks noEditPoints="1"/>
              </p:cNvSpPr>
              <p:nvPr/>
            </p:nvSpPr>
            <p:spPr bwMode="auto">
              <a:xfrm>
                <a:off x="2444041" y="1524393"/>
                <a:ext cx="923948" cy="923948"/>
              </a:xfrm>
              <a:custGeom>
                <a:avLst/>
                <a:gdLst/>
                <a:ahLst/>
                <a:cxnLst>
                  <a:cxn ang="0">
                    <a:pos x="1845" y="115"/>
                  </a:cxn>
                  <a:cxn ang="0">
                    <a:pos x="2204" y="216"/>
                  </a:cxn>
                  <a:cxn ang="0">
                    <a:pos x="2522" y="398"/>
                  </a:cxn>
                  <a:cxn ang="0">
                    <a:pos x="2785" y="649"/>
                  </a:cxn>
                  <a:cxn ang="0">
                    <a:pos x="2981" y="957"/>
                  </a:cxn>
                  <a:cxn ang="0">
                    <a:pos x="3101" y="1309"/>
                  </a:cxn>
                  <a:cxn ang="0">
                    <a:pos x="3131" y="1613"/>
                  </a:cxn>
                  <a:cxn ang="0">
                    <a:pos x="3084" y="1992"/>
                  </a:cxn>
                  <a:cxn ang="0">
                    <a:pos x="2949" y="2337"/>
                  </a:cxn>
                  <a:cxn ang="0">
                    <a:pos x="2737" y="2634"/>
                  </a:cxn>
                  <a:cxn ang="0">
                    <a:pos x="2462" y="2871"/>
                  </a:cxn>
                  <a:cxn ang="0">
                    <a:pos x="2136" y="3039"/>
                  </a:cxn>
                  <a:cxn ang="0">
                    <a:pos x="1770" y="3122"/>
                  </a:cxn>
                  <a:cxn ang="0">
                    <a:pos x="1615" y="3227"/>
                  </a:cxn>
                  <a:cxn ang="0">
                    <a:pos x="1779" y="3218"/>
                  </a:cxn>
                  <a:cxn ang="0">
                    <a:pos x="2095" y="3155"/>
                  </a:cxn>
                  <a:cxn ang="0">
                    <a:pos x="2452" y="2993"/>
                  </a:cxn>
                  <a:cxn ang="0">
                    <a:pos x="2756" y="2753"/>
                  </a:cxn>
                  <a:cxn ang="0">
                    <a:pos x="2995" y="2449"/>
                  </a:cxn>
                  <a:cxn ang="0">
                    <a:pos x="3155" y="2093"/>
                  </a:cxn>
                  <a:cxn ang="0">
                    <a:pos x="3219" y="1778"/>
                  </a:cxn>
                  <a:cxn ang="0">
                    <a:pos x="3227" y="1613"/>
                  </a:cxn>
                  <a:cxn ang="0">
                    <a:pos x="3215" y="1408"/>
                  </a:cxn>
                  <a:cxn ang="0">
                    <a:pos x="3130" y="1059"/>
                  </a:cxn>
                  <a:cxn ang="0">
                    <a:pos x="2952" y="711"/>
                  </a:cxn>
                  <a:cxn ang="0">
                    <a:pos x="2699" y="419"/>
                  </a:cxn>
                  <a:cxn ang="0">
                    <a:pos x="2383" y="195"/>
                  </a:cxn>
                  <a:cxn ang="0">
                    <a:pos x="2018" y="52"/>
                  </a:cxn>
                  <a:cxn ang="0">
                    <a:pos x="1739" y="5"/>
                  </a:cxn>
                  <a:cxn ang="0">
                    <a:pos x="1615" y="98"/>
                  </a:cxn>
                  <a:cxn ang="0">
                    <a:pos x="1459" y="3122"/>
                  </a:cxn>
                  <a:cxn ang="0">
                    <a:pos x="1094" y="3039"/>
                  </a:cxn>
                  <a:cxn ang="0">
                    <a:pos x="766" y="2871"/>
                  </a:cxn>
                  <a:cxn ang="0">
                    <a:pos x="492" y="2634"/>
                  </a:cxn>
                  <a:cxn ang="0">
                    <a:pos x="281" y="2337"/>
                  </a:cxn>
                  <a:cxn ang="0">
                    <a:pos x="146" y="1992"/>
                  </a:cxn>
                  <a:cxn ang="0">
                    <a:pos x="98" y="1613"/>
                  </a:cxn>
                  <a:cxn ang="0">
                    <a:pos x="128" y="1309"/>
                  </a:cxn>
                  <a:cxn ang="0">
                    <a:pos x="246" y="957"/>
                  </a:cxn>
                  <a:cxn ang="0">
                    <a:pos x="444" y="649"/>
                  </a:cxn>
                  <a:cxn ang="0">
                    <a:pos x="708" y="398"/>
                  </a:cxn>
                  <a:cxn ang="0">
                    <a:pos x="1024" y="216"/>
                  </a:cxn>
                  <a:cxn ang="0">
                    <a:pos x="1384" y="115"/>
                  </a:cxn>
                  <a:cxn ang="0">
                    <a:pos x="1615" y="0"/>
                  </a:cxn>
                  <a:cxn ang="0">
                    <a:pos x="1410" y="14"/>
                  </a:cxn>
                  <a:cxn ang="0">
                    <a:pos x="1059" y="98"/>
                  </a:cxn>
                  <a:cxn ang="0">
                    <a:pos x="713" y="275"/>
                  </a:cxn>
                  <a:cxn ang="0">
                    <a:pos x="421" y="528"/>
                  </a:cxn>
                  <a:cxn ang="0">
                    <a:pos x="195" y="844"/>
                  </a:cxn>
                  <a:cxn ang="0">
                    <a:pos x="52" y="1210"/>
                  </a:cxn>
                  <a:cxn ang="0">
                    <a:pos x="5" y="1490"/>
                  </a:cxn>
                  <a:cxn ang="0">
                    <a:pos x="2" y="1655"/>
                  </a:cxn>
                  <a:cxn ang="0">
                    <a:pos x="19" y="1859"/>
                  </a:cxn>
                  <a:cxn ang="0">
                    <a:pos x="128" y="2241"/>
                  </a:cxn>
                  <a:cxn ang="0">
                    <a:pos x="322" y="2579"/>
                  </a:cxn>
                  <a:cxn ang="0">
                    <a:pos x="588" y="2858"/>
                  </a:cxn>
                  <a:cxn ang="0">
                    <a:pos x="914" y="3068"/>
                  </a:cxn>
                  <a:cxn ang="0">
                    <a:pos x="1288" y="3194"/>
                  </a:cxn>
                  <a:cxn ang="0">
                    <a:pos x="1531" y="3225"/>
                  </a:cxn>
                </a:cxnLst>
                <a:rect l="0" t="0" r="r" b="b"/>
                <a:pathLst>
                  <a:path w="3227" h="3227">
                    <a:moveTo>
                      <a:pt x="1615" y="98"/>
                    </a:moveTo>
                    <a:lnTo>
                      <a:pt x="1615" y="98"/>
                    </a:lnTo>
                    <a:lnTo>
                      <a:pt x="1693" y="99"/>
                    </a:lnTo>
                    <a:lnTo>
                      <a:pt x="1770" y="105"/>
                    </a:lnTo>
                    <a:lnTo>
                      <a:pt x="1845" y="115"/>
                    </a:lnTo>
                    <a:lnTo>
                      <a:pt x="1920" y="128"/>
                    </a:lnTo>
                    <a:lnTo>
                      <a:pt x="1994" y="144"/>
                    </a:lnTo>
                    <a:lnTo>
                      <a:pt x="2066" y="164"/>
                    </a:lnTo>
                    <a:lnTo>
                      <a:pt x="2136" y="188"/>
                    </a:lnTo>
                    <a:lnTo>
                      <a:pt x="2204" y="216"/>
                    </a:lnTo>
                    <a:lnTo>
                      <a:pt x="2272" y="246"/>
                    </a:lnTo>
                    <a:lnTo>
                      <a:pt x="2337" y="280"/>
                    </a:lnTo>
                    <a:lnTo>
                      <a:pt x="2400" y="316"/>
                    </a:lnTo>
                    <a:lnTo>
                      <a:pt x="2462" y="356"/>
                    </a:lnTo>
                    <a:lnTo>
                      <a:pt x="2522" y="398"/>
                    </a:lnTo>
                    <a:lnTo>
                      <a:pt x="2580" y="443"/>
                    </a:lnTo>
                    <a:lnTo>
                      <a:pt x="2634" y="491"/>
                    </a:lnTo>
                    <a:lnTo>
                      <a:pt x="2687" y="542"/>
                    </a:lnTo>
                    <a:lnTo>
                      <a:pt x="2737" y="593"/>
                    </a:lnTo>
                    <a:lnTo>
                      <a:pt x="2785" y="649"/>
                    </a:lnTo>
                    <a:lnTo>
                      <a:pt x="2829" y="706"/>
                    </a:lnTo>
                    <a:lnTo>
                      <a:pt x="2872" y="766"/>
                    </a:lnTo>
                    <a:lnTo>
                      <a:pt x="2911" y="827"/>
                    </a:lnTo>
                    <a:lnTo>
                      <a:pt x="2949" y="890"/>
                    </a:lnTo>
                    <a:lnTo>
                      <a:pt x="2981" y="957"/>
                    </a:lnTo>
                    <a:lnTo>
                      <a:pt x="3012" y="1023"/>
                    </a:lnTo>
                    <a:lnTo>
                      <a:pt x="3039" y="1092"/>
                    </a:lnTo>
                    <a:lnTo>
                      <a:pt x="3063" y="1162"/>
                    </a:lnTo>
                    <a:lnTo>
                      <a:pt x="3084" y="1235"/>
                    </a:lnTo>
                    <a:lnTo>
                      <a:pt x="3101" y="1309"/>
                    </a:lnTo>
                    <a:lnTo>
                      <a:pt x="3114" y="1382"/>
                    </a:lnTo>
                    <a:lnTo>
                      <a:pt x="3123" y="1459"/>
                    </a:lnTo>
                    <a:lnTo>
                      <a:pt x="3130" y="1536"/>
                    </a:lnTo>
                    <a:lnTo>
                      <a:pt x="3131" y="1613"/>
                    </a:lnTo>
                    <a:lnTo>
                      <a:pt x="3131" y="1613"/>
                    </a:lnTo>
                    <a:lnTo>
                      <a:pt x="3130" y="1691"/>
                    </a:lnTo>
                    <a:lnTo>
                      <a:pt x="3123" y="1768"/>
                    </a:lnTo>
                    <a:lnTo>
                      <a:pt x="3114" y="1845"/>
                    </a:lnTo>
                    <a:lnTo>
                      <a:pt x="3101" y="1918"/>
                    </a:lnTo>
                    <a:lnTo>
                      <a:pt x="3084" y="1992"/>
                    </a:lnTo>
                    <a:lnTo>
                      <a:pt x="3063" y="2065"/>
                    </a:lnTo>
                    <a:lnTo>
                      <a:pt x="3039" y="2135"/>
                    </a:lnTo>
                    <a:lnTo>
                      <a:pt x="3012" y="2204"/>
                    </a:lnTo>
                    <a:lnTo>
                      <a:pt x="2981" y="2270"/>
                    </a:lnTo>
                    <a:lnTo>
                      <a:pt x="2949" y="2337"/>
                    </a:lnTo>
                    <a:lnTo>
                      <a:pt x="2911" y="2400"/>
                    </a:lnTo>
                    <a:lnTo>
                      <a:pt x="2872" y="2461"/>
                    </a:lnTo>
                    <a:lnTo>
                      <a:pt x="2829" y="2521"/>
                    </a:lnTo>
                    <a:lnTo>
                      <a:pt x="2785" y="2578"/>
                    </a:lnTo>
                    <a:lnTo>
                      <a:pt x="2737" y="2634"/>
                    </a:lnTo>
                    <a:lnTo>
                      <a:pt x="2687" y="2685"/>
                    </a:lnTo>
                    <a:lnTo>
                      <a:pt x="2634" y="2736"/>
                    </a:lnTo>
                    <a:lnTo>
                      <a:pt x="2580" y="2784"/>
                    </a:lnTo>
                    <a:lnTo>
                      <a:pt x="2522" y="2829"/>
                    </a:lnTo>
                    <a:lnTo>
                      <a:pt x="2462" y="2871"/>
                    </a:lnTo>
                    <a:lnTo>
                      <a:pt x="2400" y="2911"/>
                    </a:lnTo>
                    <a:lnTo>
                      <a:pt x="2337" y="2946"/>
                    </a:lnTo>
                    <a:lnTo>
                      <a:pt x="2272" y="2981"/>
                    </a:lnTo>
                    <a:lnTo>
                      <a:pt x="2204" y="3011"/>
                    </a:lnTo>
                    <a:lnTo>
                      <a:pt x="2136" y="3039"/>
                    </a:lnTo>
                    <a:lnTo>
                      <a:pt x="2066" y="3063"/>
                    </a:lnTo>
                    <a:lnTo>
                      <a:pt x="1994" y="3083"/>
                    </a:lnTo>
                    <a:lnTo>
                      <a:pt x="1920" y="3098"/>
                    </a:lnTo>
                    <a:lnTo>
                      <a:pt x="1845" y="3112"/>
                    </a:lnTo>
                    <a:lnTo>
                      <a:pt x="1770" y="3122"/>
                    </a:lnTo>
                    <a:lnTo>
                      <a:pt x="1693" y="3128"/>
                    </a:lnTo>
                    <a:lnTo>
                      <a:pt x="1615" y="3129"/>
                    </a:lnTo>
                    <a:lnTo>
                      <a:pt x="1615" y="3129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56" y="3227"/>
                    </a:lnTo>
                    <a:lnTo>
                      <a:pt x="1697" y="3225"/>
                    </a:lnTo>
                    <a:lnTo>
                      <a:pt x="1739" y="3221"/>
                    </a:lnTo>
                    <a:lnTo>
                      <a:pt x="1779" y="3218"/>
                    </a:lnTo>
                    <a:lnTo>
                      <a:pt x="1820" y="3213"/>
                    </a:lnTo>
                    <a:lnTo>
                      <a:pt x="1861" y="3208"/>
                    </a:lnTo>
                    <a:lnTo>
                      <a:pt x="1939" y="3194"/>
                    </a:lnTo>
                    <a:lnTo>
                      <a:pt x="2018" y="3175"/>
                    </a:lnTo>
                    <a:lnTo>
                      <a:pt x="2095" y="3155"/>
                    </a:lnTo>
                    <a:lnTo>
                      <a:pt x="2170" y="3129"/>
                    </a:lnTo>
                    <a:lnTo>
                      <a:pt x="2241" y="3100"/>
                    </a:lnTo>
                    <a:lnTo>
                      <a:pt x="2313" y="3068"/>
                    </a:lnTo>
                    <a:lnTo>
                      <a:pt x="2383" y="3032"/>
                    </a:lnTo>
                    <a:lnTo>
                      <a:pt x="2452" y="2993"/>
                    </a:lnTo>
                    <a:lnTo>
                      <a:pt x="2516" y="2952"/>
                    </a:lnTo>
                    <a:lnTo>
                      <a:pt x="2580" y="2905"/>
                    </a:lnTo>
                    <a:lnTo>
                      <a:pt x="2641" y="2858"/>
                    </a:lnTo>
                    <a:lnTo>
                      <a:pt x="2699" y="2808"/>
                    </a:lnTo>
                    <a:lnTo>
                      <a:pt x="2756" y="2753"/>
                    </a:lnTo>
                    <a:lnTo>
                      <a:pt x="2809" y="2699"/>
                    </a:lnTo>
                    <a:lnTo>
                      <a:pt x="2860" y="2639"/>
                    </a:lnTo>
                    <a:lnTo>
                      <a:pt x="2908" y="2579"/>
                    </a:lnTo>
                    <a:lnTo>
                      <a:pt x="2952" y="2516"/>
                    </a:lnTo>
                    <a:lnTo>
                      <a:pt x="2995" y="2449"/>
                    </a:lnTo>
                    <a:lnTo>
                      <a:pt x="3032" y="2383"/>
                    </a:lnTo>
                    <a:lnTo>
                      <a:pt x="3068" y="2313"/>
                    </a:lnTo>
                    <a:lnTo>
                      <a:pt x="3101" y="2241"/>
                    </a:lnTo>
                    <a:lnTo>
                      <a:pt x="3130" y="2168"/>
                    </a:lnTo>
                    <a:lnTo>
                      <a:pt x="3155" y="2093"/>
                    </a:lnTo>
                    <a:lnTo>
                      <a:pt x="3178" y="2017"/>
                    </a:lnTo>
                    <a:lnTo>
                      <a:pt x="3195" y="1939"/>
                    </a:lnTo>
                    <a:lnTo>
                      <a:pt x="3208" y="1859"/>
                    </a:lnTo>
                    <a:lnTo>
                      <a:pt x="3215" y="1819"/>
                    </a:lnTo>
                    <a:lnTo>
                      <a:pt x="3219" y="1778"/>
                    </a:lnTo>
                    <a:lnTo>
                      <a:pt x="3224" y="1737"/>
                    </a:lnTo>
                    <a:lnTo>
                      <a:pt x="3225" y="1696"/>
                    </a:lnTo>
                    <a:lnTo>
                      <a:pt x="3227" y="1655"/>
                    </a:lnTo>
                    <a:lnTo>
                      <a:pt x="3227" y="1613"/>
                    </a:lnTo>
                    <a:lnTo>
                      <a:pt x="3227" y="1613"/>
                    </a:lnTo>
                    <a:lnTo>
                      <a:pt x="3227" y="1572"/>
                    </a:lnTo>
                    <a:lnTo>
                      <a:pt x="3225" y="1531"/>
                    </a:lnTo>
                    <a:lnTo>
                      <a:pt x="3224" y="1490"/>
                    </a:lnTo>
                    <a:lnTo>
                      <a:pt x="3219" y="1449"/>
                    </a:lnTo>
                    <a:lnTo>
                      <a:pt x="3215" y="1408"/>
                    </a:lnTo>
                    <a:lnTo>
                      <a:pt x="3208" y="1368"/>
                    </a:lnTo>
                    <a:lnTo>
                      <a:pt x="3195" y="1288"/>
                    </a:lnTo>
                    <a:lnTo>
                      <a:pt x="3178" y="1210"/>
                    </a:lnTo>
                    <a:lnTo>
                      <a:pt x="3155" y="1134"/>
                    </a:lnTo>
                    <a:lnTo>
                      <a:pt x="3130" y="1059"/>
                    </a:lnTo>
                    <a:lnTo>
                      <a:pt x="3101" y="986"/>
                    </a:lnTo>
                    <a:lnTo>
                      <a:pt x="3068" y="914"/>
                    </a:lnTo>
                    <a:lnTo>
                      <a:pt x="3032" y="844"/>
                    </a:lnTo>
                    <a:lnTo>
                      <a:pt x="2995" y="777"/>
                    </a:lnTo>
                    <a:lnTo>
                      <a:pt x="2952" y="711"/>
                    </a:lnTo>
                    <a:lnTo>
                      <a:pt x="2908" y="648"/>
                    </a:lnTo>
                    <a:lnTo>
                      <a:pt x="2860" y="588"/>
                    </a:lnTo>
                    <a:lnTo>
                      <a:pt x="2809" y="528"/>
                    </a:lnTo>
                    <a:lnTo>
                      <a:pt x="2756" y="473"/>
                    </a:lnTo>
                    <a:lnTo>
                      <a:pt x="2699" y="419"/>
                    </a:lnTo>
                    <a:lnTo>
                      <a:pt x="2641" y="369"/>
                    </a:lnTo>
                    <a:lnTo>
                      <a:pt x="2580" y="321"/>
                    </a:lnTo>
                    <a:lnTo>
                      <a:pt x="2516" y="275"/>
                    </a:lnTo>
                    <a:lnTo>
                      <a:pt x="2452" y="234"/>
                    </a:lnTo>
                    <a:lnTo>
                      <a:pt x="2383" y="195"/>
                    </a:lnTo>
                    <a:lnTo>
                      <a:pt x="2313" y="159"/>
                    </a:lnTo>
                    <a:lnTo>
                      <a:pt x="2241" y="127"/>
                    </a:lnTo>
                    <a:lnTo>
                      <a:pt x="2170" y="98"/>
                    </a:lnTo>
                    <a:lnTo>
                      <a:pt x="2095" y="72"/>
                    </a:lnTo>
                    <a:lnTo>
                      <a:pt x="2018" y="52"/>
                    </a:lnTo>
                    <a:lnTo>
                      <a:pt x="1939" y="33"/>
                    </a:lnTo>
                    <a:lnTo>
                      <a:pt x="1861" y="19"/>
                    </a:lnTo>
                    <a:lnTo>
                      <a:pt x="1820" y="14"/>
                    </a:lnTo>
                    <a:lnTo>
                      <a:pt x="1779" y="9"/>
                    </a:lnTo>
                    <a:lnTo>
                      <a:pt x="1739" y="5"/>
                    </a:lnTo>
                    <a:lnTo>
                      <a:pt x="1697" y="2"/>
                    </a:lnTo>
                    <a:lnTo>
                      <a:pt x="1656" y="0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615" y="98"/>
                    </a:lnTo>
                    <a:lnTo>
                      <a:pt x="1615" y="98"/>
                    </a:lnTo>
                    <a:close/>
                    <a:moveTo>
                      <a:pt x="1615" y="3129"/>
                    </a:moveTo>
                    <a:lnTo>
                      <a:pt x="1615" y="3129"/>
                    </a:lnTo>
                    <a:lnTo>
                      <a:pt x="1536" y="3128"/>
                    </a:lnTo>
                    <a:lnTo>
                      <a:pt x="1459" y="3122"/>
                    </a:lnTo>
                    <a:lnTo>
                      <a:pt x="1384" y="3112"/>
                    </a:lnTo>
                    <a:lnTo>
                      <a:pt x="1309" y="3098"/>
                    </a:lnTo>
                    <a:lnTo>
                      <a:pt x="1235" y="3081"/>
                    </a:lnTo>
                    <a:lnTo>
                      <a:pt x="1164" y="3063"/>
                    </a:lnTo>
                    <a:lnTo>
                      <a:pt x="1094" y="3039"/>
                    </a:lnTo>
                    <a:lnTo>
                      <a:pt x="1024" y="3011"/>
                    </a:lnTo>
                    <a:lnTo>
                      <a:pt x="957" y="2981"/>
                    </a:lnTo>
                    <a:lnTo>
                      <a:pt x="892" y="2946"/>
                    </a:lnTo>
                    <a:lnTo>
                      <a:pt x="827" y="2911"/>
                    </a:lnTo>
                    <a:lnTo>
                      <a:pt x="766" y="2871"/>
                    </a:lnTo>
                    <a:lnTo>
                      <a:pt x="708" y="2829"/>
                    </a:lnTo>
                    <a:lnTo>
                      <a:pt x="649" y="2784"/>
                    </a:lnTo>
                    <a:lnTo>
                      <a:pt x="595" y="2736"/>
                    </a:lnTo>
                    <a:lnTo>
                      <a:pt x="542" y="2685"/>
                    </a:lnTo>
                    <a:lnTo>
                      <a:pt x="492" y="2634"/>
                    </a:lnTo>
                    <a:lnTo>
                      <a:pt x="444" y="2578"/>
                    </a:lnTo>
                    <a:lnTo>
                      <a:pt x="398" y="2521"/>
                    </a:lnTo>
                    <a:lnTo>
                      <a:pt x="357" y="2461"/>
                    </a:lnTo>
                    <a:lnTo>
                      <a:pt x="316" y="2400"/>
                    </a:lnTo>
                    <a:lnTo>
                      <a:pt x="281" y="2337"/>
                    </a:lnTo>
                    <a:lnTo>
                      <a:pt x="246" y="2270"/>
                    </a:lnTo>
                    <a:lnTo>
                      <a:pt x="217" y="2204"/>
                    </a:lnTo>
                    <a:lnTo>
                      <a:pt x="190" y="2135"/>
                    </a:lnTo>
                    <a:lnTo>
                      <a:pt x="166" y="2065"/>
                    </a:lnTo>
                    <a:lnTo>
                      <a:pt x="146" y="1992"/>
                    </a:lnTo>
                    <a:lnTo>
                      <a:pt x="128" y="1918"/>
                    </a:lnTo>
                    <a:lnTo>
                      <a:pt x="115" y="1845"/>
                    </a:lnTo>
                    <a:lnTo>
                      <a:pt x="105" y="1768"/>
                    </a:lnTo>
                    <a:lnTo>
                      <a:pt x="99" y="1691"/>
                    </a:lnTo>
                    <a:lnTo>
                      <a:pt x="98" y="1613"/>
                    </a:lnTo>
                    <a:lnTo>
                      <a:pt x="98" y="1613"/>
                    </a:lnTo>
                    <a:lnTo>
                      <a:pt x="99" y="1536"/>
                    </a:lnTo>
                    <a:lnTo>
                      <a:pt x="105" y="1459"/>
                    </a:lnTo>
                    <a:lnTo>
                      <a:pt x="115" y="1382"/>
                    </a:lnTo>
                    <a:lnTo>
                      <a:pt x="128" y="1309"/>
                    </a:lnTo>
                    <a:lnTo>
                      <a:pt x="146" y="1235"/>
                    </a:lnTo>
                    <a:lnTo>
                      <a:pt x="166" y="1162"/>
                    </a:lnTo>
                    <a:lnTo>
                      <a:pt x="190" y="1092"/>
                    </a:lnTo>
                    <a:lnTo>
                      <a:pt x="217" y="1023"/>
                    </a:lnTo>
                    <a:lnTo>
                      <a:pt x="246" y="957"/>
                    </a:lnTo>
                    <a:lnTo>
                      <a:pt x="281" y="890"/>
                    </a:lnTo>
                    <a:lnTo>
                      <a:pt x="316" y="827"/>
                    </a:lnTo>
                    <a:lnTo>
                      <a:pt x="357" y="766"/>
                    </a:lnTo>
                    <a:lnTo>
                      <a:pt x="398" y="706"/>
                    </a:lnTo>
                    <a:lnTo>
                      <a:pt x="444" y="649"/>
                    </a:lnTo>
                    <a:lnTo>
                      <a:pt x="492" y="593"/>
                    </a:lnTo>
                    <a:lnTo>
                      <a:pt x="542" y="542"/>
                    </a:lnTo>
                    <a:lnTo>
                      <a:pt x="595" y="491"/>
                    </a:lnTo>
                    <a:lnTo>
                      <a:pt x="649" y="443"/>
                    </a:lnTo>
                    <a:lnTo>
                      <a:pt x="708" y="398"/>
                    </a:lnTo>
                    <a:lnTo>
                      <a:pt x="766" y="356"/>
                    </a:lnTo>
                    <a:lnTo>
                      <a:pt x="827" y="316"/>
                    </a:lnTo>
                    <a:lnTo>
                      <a:pt x="892" y="280"/>
                    </a:lnTo>
                    <a:lnTo>
                      <a:pt x="957" y="246"/>
                    </a:lnTo>
                    <a:lnTo>
                      <a:pt x="1024" y="216"/>
                    </a:lnTo>
                    <a:lnTo>
                      <a:pt x="1094" y="188"/>
                    </a:lnTo>
                    <a:lnTo>
                      <a:pt x="1164" y="164"/>
                    </a:lnTo>
                    <a:lnTo>
                      <a:pt x="1235" y="144"/>
                    </a:lnTo>
                    <a:lnTo>
                      <a:pt x="1309" y="128"/>
                    </a:lnTo>
                    <a:lnTo>
                      <a:pt x="1384" y="115"/>
                    </a:lnTo>
                    <a:lnTo>
                      <a:pt x="1459" y="105"/>
                    </a:lnTo>
                    <a:lnTo>
                      <a:pt x="1536" y="99"/>
                    </a:lnTo>
                    <a:lnTo>
                      <a:pt x="1615" y="98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572" y="0"/>
                    </a:lnTo>
                    <a:lnTo>
                      <a:pt x="1531" y="2"/>
                    </a:lnTo>
                    <a:lnTo>
                      <a:pt x="1490" y="5"/>
                    </a:lnTo>
                    <a:lnTo>
                      <a:pt x="1449" y="9"/>
                    </a:lnTo>
                    <a:lnTo>
                      <a:pt x="1410" y="14"/>
                    </a:lnTo>
                    <a:lnTo>
                      <a:pt x="1369" y="19"/>
                    </a:lnTo>
                    <a:lnTo>
                      <a:pt x="1288" y="33"/>
                    </a:lnTo>
                    <a:lnTo>
                      <a:pt x="1211" y="52"/>
                    </a:lnTo>
                    <a:lnTo>
                      <a:pt x="1135" y="72"/>
                    </a:lnTo>
                    <a:lnTo>
                      <a:pt x="1059" y="98"/>
                    </a:lnTo>
                    <a:lnTo>
                      <a:pt x="986" y="127"/>
                    </a:lnTo>
                    <a:lnTo>
                      <a:pt x="914" y="159"/>
                    </a:lnTo>
                    <a:lnTo>
                      <a:pt x="846" y="195"/>
                    </a:lnTo>
                    <a:lnTo>
                      <a:pt x="778" y="234"/>
                    </a:lnTo>
                    <a:lnTo>
                      <a:pt x="713" y="275"/>
                    </a:lnTo>
                    <a:lnTo>
                      <a:pt x="649" y="321"/>
                    </a:lnTo>
                    <a:lnTo>
                      <a:pt x="588" y="369"/>
                    </a:lnTo>
                    <a:lnTo>
                      <a:pt x="530" y="419"/>
                    </a:lnTo>
                    <a:lnTo>
                      <a:pt x="474" y="473"/>
                    </a:lnTo>
                    <a:lnTo>
                      <a:pt x="421" y="528"/>
                    </a:lnTo>
                    <a:lnTo>
                      <a:pt x="369" y="588"/>
                    </a:lnTo>
                    <a:lnTo>
                      <a:pt x="322" y="648"/>
                    </a:lnTo>
                    <a:lnTo>
                      <a:pt x="277" y="711"/>
                    </a:lnTo>
                    <a:lnTo>
                      <a:pt x="234" y="777"/>
                    </a:lnTo>
                    <a:lnTo>
                      <a:pt x="195" y="844"/>
                    </a:lnTo>
                    <a:lnTo>
                      <a:pt x="159" y="914"/>
                    </a:lnTo>
                    <a:lnTo>
                      <a:pt x="128" y="986"/>
                    </a:lnTo>
                    <a:lnTo>
                      <a:pt x="99" y="1059"/>
                    </a:lnTo>
                    <a:lnTo>
                      <a:pt x="74" y="1134"/>
                    </a:lnTo>
                    <a:lnTo>
                      <a:pt x="52" y="1210"/>
                    </a:lnTo>
                    <a:lnTo>
                      <a:pt x="35" y="1288"/>
                    </a:lnTo>
                    <a:lnTo>
                      <a:pt x="19" y="1368"/>
                    </a:lnTo>
                    <a:lnTo>
                      <a:pt x="14" y="1408"/>
                    </a:lnTo>
                    <a:lnTo>
                      <a:pt x="9" y="1449"/>
                    </a:lnTo>
                    <a:lnTo>
                      <a:pt x="5" y="1490"/>
                    </a:lnTo>
                    <a:lnTo>
                      <a:pt x="4" y="1531"/>
                    </a:lnTo>
                    <a:lnTo>
                      <a:pt x="2" y="1572"/>
                    </a:lnTo>
                    <a:lnTo>
                      <a:pt x="0" y="1613"/>
                    </a:lnTo>
                    <a:lnTo>
                      <a:pt x="0" y="1613"/>
                    </a:lnTo>
                    <a:lnTo>
                      <a:pt x="2" y="1655"/>
                    </a:lnTo>
                    <a:lnTo>
                      <a:pt x="4" y="1696"/>
                    </a:lnTo>
                    <a:lnTo>
                      <a:pt x="5" y="1737"/>
                    </a:lnTo>
                    <a:lnTo>
                      <a:pt x="9" y="1778"/>
                    </a:lnTo>
                    <a:lnTo>
                      <a:pt x="14" y="1819"/>
                    </a:lnTo>
                    <a:lnTo>
                      <a:pt x="19" y="1859"/>
                    </a:lnTo>
                    <a:lnTo>
                      <a:pt x="35" y="1939"/>
                    </a:lnTo>
                    <a:lnTo>
                      <a:pt x="52" y="2017"/>
                    </a:lnTo>
                    <a:lnTo>
                      <a:pt x="74" y="2093"/>
                    </a:lnTo>
                    <a:lnTo>
                      <a:pt x="99" y="2168"/>
                    </a:lnTo>
                    <a:lnTo>
                      <a:pt x="128" y="2241"/>
                    </a:lnTo>
                    <a:lnTo>
                      <a:pt x="159" y="2313"/>
                    </a:lnTo>
                    <a:lnTo>
                      <a:pt x="195" y="2383"/>
                    </a:lnTo>
                    <a:lnTo>
                      <a:pt x="234" y="2449"/>
                    </a:lnTo>
                    <a:lnTo>
                      <a:pt x="277" y="2516"/>
                    </a:lnTo>
                    <a:lnTo>
                      <a:pt x="322" y="2579"/>
                    </a:lnTo>
                    <a:lnTo>
                      <a:pt x="369" y="2639"/>
                    </a:lnTo>
                    <a:lnTo>
                      <a:pt x="421" y="2699"/>
                    </a:lnTo>
                    <a:lnTo>
                      <a:pt x="474" y="2753"/>
                    </a:lnTo>
                    <a:lnTo>
                      <a:pt x="530" y="2808"/>
                    </a:lnTo>
                    <a:lnTo>
                      <a:pt x="588" y="2858"/>
                    </a:lnTo>
                    <a:lnTo>
                      <a:pt x="649" y="2905"/>
                    </a:lnTo>
                    <a:lnTo>
                      <a:pt x="713" y="2952"/>
                    </a:lnTo>
                    <a:lnTo>
                      <a:pt x="778" y="2993"/>
                    </a:lnTo>
                    <a:lnTo>
                      <a:pt x="846" y="3032"/>
                    </a:lnTo>
                    <a:lnTo>
                      <a:pt x="914" y="3068"/>
                    </a:lnTo>
                    <a:lnTo>
                      <a:pt x="986" y="3100"/>
                    </a:lnTo>
                    <a:lnTo>
                      <a:pt x="1059" y="3129"/>
                    </a:lnTo>
                    <a:lnTo>
                      <a:pt x="1135" y="3155"/>
                    </a:lnTo>
                    <a:lnTo>
                      <a:pt x="1211" y="3175"/>
                    </a:lnTo>
                    <a:lnTo>
                      <a:pt x="1288" y="3194"/>
                    </a:lnTo>
                    <a:lnTo>
                      <a:pt x="1369" y="3208"/>
                    </a:lnTo>
                    <a:lnTo>
                      <a:pt x="1410" y="3213"/>
                    </a:lnTo>
                    <a:lnTo>
                      <a:pt x="1449" y="3218"/>
                    </a:lnTo>
                    <a:lnTo>
                      <a:pt x="1490" y="3221"/>
                    </a:lnTo>
                    <a:lnTo>
                      <a:pt x="1531" y="3225"/>
                    </a:lnTo>
                    <a:lnTo>
                      <a:pt x="1572" y="3227"/>
                    </a:lnTo>
                    <a:lnTo>
                      <a:pt x="1615" y="3227"/>
                    </a:lnTo>
                    <a:lnTo>
                      <a:pt x="1615" y="3129"/>
                    </a:lnTo>
                    <a:close/>
                  </a:path>
                </a:pathLst>
              </a:custGeom>
              <a:solidFill>
                <a:srgbClr val="808080"/>
              </a:solidFill>
              <a:ln w="3436">
                <a:noFill/>
                <a:round/>
              </a:ln>
            </p:spPr>
            <p:txBody>
              <a:bodyPr vert="horz" wrap="square" lIns="43980" tIns="21990" rIns="43980" bIns="21990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2" name="Component 22"/>
              <p:cNvSpPr/>
              <p:nvPr/>
            </p:nvSpPr>
            <p:spPr bwMode="auto">
              <a:xfrm>
                <a:off x="3168077" y="2313729"/>
                <a:ext cx="478299" cy="471998"/>
              </a:xfrm>
              <a:custGeom>
                <a:avLst/>
                <a:gdLst/>
                <a:ahLst/>
                <a:cxnLst>
                  <a:cxn ang="0">
                    <a:pos x="277" y="0"/>
                  </a:cxn>
                  <a:cxn ang="0">
                    <a:pos x="0" y="230"/>
                  </a:cxn>
                  <a:cxn ang="0">
                    <a:pos x="1198" y="1648"/>
                  </a:cxn>
                  <a:cxn ang="0">
                    <a:pos x="1671" y="1648"/>
                  </a:cxn>
                  <a:cxn ang="0">
                    <a:pos x="277" y="0"/>
                  </a:cxn>
                </a:cxnLst>
                <a:rect l="0" t="0" r="r" b="b"/>
                <a:pathLst>
                  <a:path w="1671" h="1648">
                    <a:moveTo>
                      <a:pt x="277" y="0"/>
                    </a:moveTo>
                    <a:lnTo>
                      <a:pt x="0" y="230"/>
                    </a:lnTo>
                    <a:lnTo>
                      <a:pt x="1198" y="1648"/>
                    </a:lnTo>
                    <a:lnTo>
                      <a:pt x="1671" y="1648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D5797C"/>
              </a:solidFill>
              <a:ln w="3436">
                <a:noFill/>
                <a:round/>
              </a:ln>
            </p:spPr>
            <p:txBody>
              <a:bodyPr vert="horz" wrap="square" lIns="43980" tIns="21990" rIns="43980" bIns="21990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3" name="Component 23"/>
              <p:cNvSpPr/>
              <p:nvPr/>
            </p:nvSpPr>
            <p:spPr bwMode="auto">
              <a:xfrm>
                <a:off x="3136573" y="2283370"/>
                <a:ext cx="151795" cy="142057"/>
              </a:xfrm>
              <a:custGeom>
                <a:avLst/>
                <a:gdLst/>
                <a:ahLst/>
                <a:cxnLst>
                  <a:cxn ang="0">
                    <a:pos x="403" y="0"/>
                  </a:cxn>
                  <a:cxn ang="0">
                    <a:pos x="0" y="336"/>
                  </a:cxn>
                  <a:cxn ang="0">
                    <a:pos x="125" y="495"/>
                  </a:cxn>
                  <a:cxn ang="0">
                    <a:pos x="125" y="495"/>
                  </a:cxn>
                  <a:cxn ang="0">
                    <a:pos x="161" y="485"/>
                  </a:cxn>
                  <a:cxn ang="0">
                    <a:pos x="197" y="471"/>
                  </a:cxn>
                  <a:cxn ang="0">
                    <a:pos x="229" y="458"/>
                  </a:cxn>
                  <a:cxn ang="0">
                    <a:pos x="260" y="442"/>
                  </a:cxn>
                  <a:cxn ang="0">
                    <a:pos x="290" y="425"/>
                  </a:cxn>
                  <a:cxn ang="0">
                    <a:pos x="320" y="408"/>
                  </a:cxn>
                  <a:cxn ang="0">
                    <a:pos x="347" y="389"/>
                  </a:cxn>
                  <a:cxn ang="0">
                    <a:pos x="372" y="369"/>
                  </a:cxn>
                  <a:cxn ang="0">
                    <a:pos x="398" y="347"/>
                  </a:cxn>
                  <a:cxn ang="0">
                    <a:pos x="420" y="325"/>
                  </a:cxn>
                  <a:cxn ang="0">
                    <a:pos x="443" y="299"/>
                  </a:cxn>
                  <a:cxn ang="0">
                    <a:pos x="463" y="275"/>
                  </a:cxn>
                  <a:cxn ang="0">
                    <a:pos x="482" y="248"/>
                  </a:cxn>
                  <a:cxn ang="0">
                    <a:pos x="499" y="219"/>
                  </a:cxn>
                  <a:cxn ang="0">
                    <a:pos x="514" y="190"/>
                  </a:cxn>
                  <a:cxn ang="0">
                    <a:pos x="530" y="159"/>
                  </a:cxn>
                  <a:cxn ang="0">
                    <a:pos x="403" y="0"/>
                  </a:cxn>
                </a:cxnLst>
                <a:rect l="0" t="0" r="r" b="b"/>
                <a:pathLst>
                  <a:path w="530" h="495">
                    <a:moveTo>
                      <a:pt x="403" y="0"/>
                    </a:moveTo>
                    <a:lnTo>
                      <a:pt x="0" y="336"/>
                    </a:lnTo>
                    <a:lnTo>
                      <a:pt x="125" y="495"/>
                    </a:lnTo>
                    <a:lnTo>
                      <a:pt x="125" y="495"/>
                    </a:lnTo>
                    <a:lnTo>
                      <a:pt x="161" y="485"/>
                    </a:lnTo>
                    <a:lnTo>
                      <a:pt x="197" y="471"/>
                    </a:lnTo>
                    <a:lnTo>
                      <a:pt x="229" y="458"/>
                    </a:lnTo>
                    <a:lnTo>
                      <a:pt x="260" y="442"/>
                    </a:lnTo>
                    <a:lnTo>
                      <a:pt x="290" y="425"/>
                    </a:lnTo>
                    <a:lnTo>
                      <a:pt x="320" y="408"/>
                    </a:lnTo>
                    <a:lnTo>
                      <a:pt x="347" y="389"/>
                    </a:lnTo>
                    <a:lnTo>
                      <a:pt x="372" y="369"/>
                    </a:lnTo>
                    <a:lnTo>
                      <a:pt x="398" y="347"/>
                    </a:lnTo>
                    <a:lnTo>
                      <a:pt x="420" y="325"/>
                    </a:lnTo>
                    <a:lnTo>
                      <a:pt x="443" y="299"/>
                    </a:lnTo>
                    <a:lnTo>
                      <a:pt x="463" y="275"/>
                    </a:lnTo>
                    <a:lnTo>
                      <a:pt x="482" y="248"/>
                    </a:lnTo>
                    <a:lnTo>
                      <a:pt x="499" y="219"/>
                    </a:lnTo>
                    <a:lnTo>
                      <a:pt x="514" y="190"/>
                    </a:lnTo>
                    <a:lnTo>
                      <a:pt x="530" y="159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4B4B4B"/>
              </a:solidFill>
              <a:ln w="3436">
                <a:noFill/>
                <a:round/>
              </a:ln>
            </p:spPr>
            <p:txBody>
              <a:bodyPr vert="horz" wrap="square" lIns="43980" tIns="21990" rIns="43980" bIns="21990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4" name="Component 24"/>
              <p:cNvSpPr>
                <a:spLocks noEditPoints="1"/>
              </p:cNvSpPr>
              <p:nvPr/>
            </p:nvSpPr>
            <p:spPr bwMode="auto">
              <a:xfrm>
                <a:off x="2439458" y="1519810"/>
                <a:ext cx="933113" cy="932541"/>
              </a:xfrm>
              <a:custGeom>
                <a:avLst/>
                <a:gdLst/>
                <a:ahLst/>
                <a:cxnLst>
                  <a:cxn ang="0">
                    <a:pos x="1828" y="3245"/>
                  </a:cxn>
                  <a:cxn ang="0">
                    <a:pos x="2123" y="3180"/>
                  </a:cxn>
                  <a:cxn ang="0">
                    <a:pos x="2410" y="3057"/>
                  </a:cxn>
                  <a:cxn ang="0">
                    <a:pos x="2586" y="2946"/>
                  </a:cxn>
                  <a:cxn ang="0">
                    <a:pos x="2854" y="2702"/>
                  </a:cxn>
                  <a:cxn ang="0">
                    <a:pos x="3111" y="2306"/>
                  </a:cxn>
                  <a:cxn ang="0">
                    <a:pos x="3242" y="1856"/>
                  </a:cxn>
                  <a:cxn ang="0">
                    <a:pos x="3240" y="1387"/>
                  </a:cxn>
                  <a:cxn ang="0">
                    <a:pos x="3146" y="1035"/>
                  </a:cxn>
                  <a:cxn ang="0">
                    <a:pos x="3058" y="847"/>
                  </a:cxn>
                  <a:cxn ang="0">
                    <a:pos x="2866" y="569"/>
                  </a:cxn>
                  <a:cxn ang="0">
                    <a:pos x="2627" y="342"/>
                  </a:cxn>
                  <a:cxn ang="0">
                    <a:pos x="2354" y="171"/>
                  </a:cxn>
                  <a:cxn ang="0">
                    <a:pos x="2053" y="56"/>
                  </a:cxn>
                  <a:cxn ang="0">
                    <a:pos x="1737" y="3"/>
                  </a:cxn>
                  <a:cxn ang="0">
                    <a:pos x="1730" y="94"/>
                  </a:cxn>
                  <a:cxn ang="0">
                    <a:pos x="2031" y="143"/>
                  </a:cxn>
                  <a:cxn ang="0">
                    <a:pos x="2315" y="251"/>
                  </a:cxn>
                  <a:cxn ang="0">
                    <a:pos x="2572" y="413"/>
                  </a:cxn>
                  <a:cxn ang="0">
                    <a:pos x="2798" y="627"/>
                  </a:cxn>
                  <a:cxn ang="0">
                    <a:pos x="2979" y="890"/>
                  </a:cxn>
                  <a:cxn ang="0">
                    <a:pos x="3121" y="1250"/>
                  </a:cxn>
                  <a:cxn ang="0">
                    <a:pos x="3167" y="1698"/>
                  </a:cxn>
                  <a:cxn ang="0">
                    <a:pos x="3083" y="2131"/>
                  </a:cxn>
                  <a:cxn ang="0">
                    <a:pos x="2880" y="2526"/>
                  </a:cxn>
                  <a:cxn ang="0">
                    <a:pos x="2564" y="2850"/>
                  </a:cxn>
                  <a:cxn ang="0">
                    <a:pos x="2279" y="3023"/>
                  </a:cxn>
                  <a:cxn ang="0">
                    <a:pos x="2004" y="3120"/>
                  </a:cxn>
                  <a:cxn ang="0">
                    <a:pos x="1724" y="3165"/>
                  </a:cxn>
                  <a:cxn ang="0">
                    <a:pos x="811" y="220"/>
                  </a:cxn>
                  <a:cxn ang="0">
                    <a:pos x="608" y="360"/>
                  </a:cxn>
                  <a:cxn ang="0">
                    <a:pos x="306" y="680"/>
                  </a:cxn>
                  <a:cxn ang="0">
                    <a:pos x="91" y="1096"/>
                  </a:cxn>
                  <a:cxn ang="0">
                    <a:pos x="2" y="1556"/>
                  </a:cxn>
                  <a:cxn ang="0">
                    <a:pos x="50" y="2027"/>
                  </a:cxn>
                  <a:cxn ang="0">
                    <a:pos x="145" y="2297"/>
                  </a:cxn>
                  <a:cxn ang="0">
                    <a:pos x="260" y="2509"/>
                  </a:cxn>
                  <a:cxn ang="0">
                    <a:pos x="468" y="2770"/>
                  </a:cxn>
                  <a:cxn ang="0">
                    <a:pos x="719" y="2979"/>
                  </a:cxn>
                  <a:cxn ang="0">
                    <a:pos x="1003" y="3131"/>
                  </a:cxn>
                  <a:cxn ang="0">
                    <a:pos x="1308" y="3224"/>
                  </a:cxn>
                  <a:cxn ang="0">
                    <a:pos x="1630" y="3257"/>
                  </a:cxn>
                  <a:cxn ang="0">
                    <a:pos x="1426" y="3153"/>
                  </a:cxn>
                  <a:cxn ang="0">
                    <a:pos x="1131" y="3084"/>
                  </a:cxn>
                  <a:cxn ang="0">
                    <a:pos x="856" y="2958"/>
                  </a:cxn>
                  <a:cxn ang="0">
                    <a:pos x="606" y="2779"/>
                  </a:cxn>
                  <a:cxn ang="0">
                    <a:pos x="395" y="2548"/>
                  </a:cxn>
                  <a:cxn ang="0">
                    <a:pos x="243" y="2295"/>
                  </a:cxn>
                  <a:cxn ang="0">
                    <a:pos x="108" y="1858"/>
                  </a:cxn>
                  <a:cxn ang="0">
                    <a:pos x="106" y="1412"/>
                  </a:cxn>
                  <a:cxn ang="0">
                    <a:pos x="231" y="989"/>
                  </a:cxn>
                  <a:cxn ang="0">
                    <a:pos x="471" y="615"/>
                  </a:cxn>
                  <a:cxn ang="0">
                    <a:pos x="823" y="318"/>
                  </a:cxn>
                  <a:cxn ang="0">
                    <a:pos x="1071" y="195"/>
                  </a:cxn>
                  <a:cxn ang="0">
                    <a:pos x="1348" y="116"/>
                  </a:cxn>
                  <a:cxn ang="0">
                    <a:pos x="1630" y="89"/>
                  </a:cxn>
                  <a:cxn ang="0">
                    <a:pos x="1431" y="12"/>
                  </a:cxn>
                  <a:cxn ang="0">
                    <a:pos x="1134" y="77"/>
                  </a:cxn>
                  <a:cxn ang="0">
                    <a:pos x="849" y="200"/>
                  </a:cxn>
                </a:cxnLst>
                <a:rect l="0" t="0" r="r" b="b"/>
                <a:pathLst>
                  <a:path w="3257" h="3257">
                    <a:moveTo>
                      <a:pt x="1630" y="3257"/>
                    </a:moveTo>
                    <a:lnTo>
                      <a:pt x="1630" y="3257"/>
                    </a:lnTo>
                    <a:lnTo>
                      <a:pt x="1679" y="3257"/>
                    </a:lnTo>
                    <a:lnTo>
                      <a:pt x="1729" y="3254"/>
                    </a:lnTo>
                    <a:lnTo>
                      <a:pt x="1778" y="3250"/>
                    </a:lnTo>
                    <a:lnTo>
                      <a:pt x="1828" y="3245"/>
                    </a:lnTo>
                    <a:lnTo>
                      <a:pt x="1877" y="3238"/>
                    </a:lnTo>
                    <a:lnTo>
                      <a:pt x="1927" y="3230"/>
                    </a:lnTo>
                    <a:lnTo>
                      <a:pt x="1976" y="3219"/>
                    </a:lnTo>
                    <a:lnTo>
                      <a:pt x="2026" y="3207"/>
                    </a:lnTo>
                    <a:lnTo>
                      <a:pt x="2075" y="3195"/>
                    </a:lnTo>
                    <a:lnTo>
                      <a:pt x="2123" y="3180"/>
                    </a:lnTo>
                    <a:lnTo>
                      <a:pt x="2173" y="3163"/>
                    </a:lnTo>
                    <a:lnTo>
                      <a:pt x="2221" y="3146"/>
                    </a:lnTo>
                    <a:lnTo>
                      <a:pt x="2268" y="3125"/>
                    </a:lnTo>
                    <a:lnTo>
                      <a:pt x="2316" y="3105"/>
                    </a:lnTo>
                    <a:lnTo>
                      <a:pt x="2364" y="3081"/>
                    </a:lnTo>
                    <a:lnTo>
                      <a:pt x="2410" y="3057"/>
                    </a:lnTo>
                    <a:lnTo>
                      <a:pt x="2410" y="3057"/>
                    </a:lnTo>
                    <a:lnTo>
                      <a:pt x="2448" y="3037"/>
                    </a:lnTo>
                    <a:lnTo>
                      <a:pt x="2484" y="3014"/>
                    </a:lnTo>
                    <a:lnTo>
                      <a:pt x="2518" y="2992"/>
                    </a:lnTo>
                    <a:lnTo>
                      <a:pt x="2552" y="2970"/>
                    </a:lnTo>
                    <a:lnTo>
                      <a:pt x="2586" y="2946"/>
                    </a:lnTo>
                    <a:lnTo>
                      <a:pt x="2619" y="2922"/>
                    </a:lnTo>
                    <a:lnTo>
                      <a:pt x="2651" y="2897"/>
                    </a:lnTo>
                    <a:lnTo>
                      <a:pt x="2682" y="2871"/>
                    </a:lnTo>
                    <a:lnTo>
                      <a:pt x="2743" y="2816"/>
                    </a:lnTo>
                    <a:lnTo>
                      <a:pt x="2800" y="2760"/>
                    </a:lnTo>
                    <a:lnTo>
                      <a:pt x="2854" y="2702"/>
                    </a:lnTo>
                    <a:lnTo>
                      <a:pt x="2906" y="2640"/>
                    </a:lnTo>
                    <a:lnTo>
                      <a:pt x="2953" y="2577"/>
                    </a:lnTo>
                    <a:lnTo>
                      <a:pt x="2998" y="2512"/>
                    </a:lnTo>
                    <a:lnTo>
                      <a:pt x="3039" y="2446"/>
                    </a:lnTo>
                    <a:lnTo>
                      <a:pt x="3076" y="2376"/>
                    </a:lnTo>
                    <a:lnTo>
                      <a:pt x="3111" y="2306"/>
                    </a:lnTo>
                    <a:lnTo>
                      <a:pt x="3141" y="2234"/>
                    </a:lnTo>
                    <a:lnTo>
                      <a:pt x="3169" y="2160"/>
                    </a:lnTo>
                    <a:lnTo>
                      <a:pt x="3193" y="2087"/>
                    </a:lnTo>
                    <a:lnTo>
                      <a:pt x="3213" y="2010"/>
                    </a:lnTo>
                    <a:lnTo>
                      <a:pt x="3228" y="1935"/>
                    </a:lnTo>
                    <a:lnTo>
                      <a:pt x="3242" y="1856"/>
                    </a:lnTo>
                    <a:lnTo>
                      <a:pt x="3251" y="1780"/>
                    </a:lnTo>
                    <a:lnTo>
                      <a:pt x="3256" y="1701"/>
                    </a:lnTo>
                    <a:lnTo>
                      <a:pt x="3257" y="1622"/>
                    </a:lnTo>
                    <a:lnTo>
                      <a:pt x="3256" y="1544"/>
                    </a:lnTo>
                    <a:lnTo>
                      <a:pt x="3251" y="1465"/>
                    </a:lnTo>
                    <a:lnTo>
                      <a:pt x="3240" y="1387"/>
                    </a:lnTo>
                    <a:lnTo>
                      <a:pt x="3227" y="1307"/>
                    </a:lnTo>
                    <a:lnTo>
                      <a:pt x="3208" y="1230"/>
                    </a:lnTo>
                    <a:lnTo>
                      <a:pt x="3186" y="1151"/>
                    </a:lnTo>
                    <a:lnTo>
                      <a:pt x="3174" y="1112"/>
                    </a:lnTo>
                    <a:lnTo>
                      <a:pt x="3160" y="1074"/>
                    </a:lnTo>
                    <a:lnTo>
                      <a:pt x="3146" y="1035"/>
                    </a:lnTo>
                    <a:lnTo>
                      <a:pt x="3131" y="997"/>
                    </a:lnTo>
                    <a:lnTo>
                      <a:pt x="3114" y="960"/>
                    </a:lnTo>
                    <a:lnTo>
                      <a:pt x="3097" y="922"/>
                    </a:lnTo>
                    <a:lnTo>
                      <a:pt x="3078" y="885"/>
                    </a:lnTo>
                    <a:lnTo>
                      <a:pt x="3058" y="847"/>
                    </a:lnTo>
                    <a:lnTo>
                      <a:pt x="3058" y="847"/>
                    </a:lnTo>
                    <a:lnTo>
                      <a:pt x="3030" y="798"/>
                    </a:lnTo>
                    <a:lnTo>
                      <a:pt x="3000" y="748"/>
                    </a:lnTo>
                    <a:lnTo>
                      <a:pt x="2969" y="702"/>
                    </a:lnTo>
                    <a:lnTo>
                      <a:pt x="2935" y="656"/>
                    </a:lnTo>
                    <a:lnTo>
                      <a:pt x="2900" y="611"/>
                    </a:lnTo>
                    <a:lnTo>
                      <a:pt x="2866" y="569"/>
                    </a:lnTo>
                    <a:lnTo>
                      <a:pt x="2829" y="528"/>
                    </a:lnTo>
                    <a:lnTo>
                      <a:pt x="2791" y="487"/>
                    </a:lnTo>
                    <a:lnTo>
                      <a:pt x="2752" y="449"/>
                    </a:lnTo>
                    <a:lnTo>
                      <a:pt x="2711" y="412"/>
                    </a:lnTo>
                    <a:lnTo>
                      <a:pt x="2670" y="376"/>
                    </a:lnTo>
                    <a:lnTo>
                      <a:pt x="2627" y="342"/>
                    </a:lnTo>
                    <a:lnTo>
                      <a:pt x="2584" y="309"/>
                    </a:lnTo>
                    <a:lnTo>
                      <a:pt x="2540" y="278"/>
                    </a:lnTo>
                    <a:lnTo>
                      <a:pt x="2496" y="249"/>
                    </a:lnTo>
                    <a:lnTo>
                      <a:pt x="2449" y="220"/>
                    </a:lnTo>
                    <a:lnTo>
                      <a:pt x="2402" y="195"/>
                    </a:lnTo>
                    <a:lnTo>
                      <a:pt x="2354" y="171"/>
                    </a:lnTo>
                    <a:lnTo>
                      <a:pt x="2306" y="147"/>
                    </a:lnTo>
                    <a:lnTo>
                      <a:pt x="2256" y="126"/>
                    </a:lnTo>
                    <a:lnTo>
                      <a:pt x="2207" y="106"/>
                    </a:lnTo>
                    <a:lnTo>
                      <a:pt x="2156" y="87"/>
                    </a:lnTo>
                    <a:lnTo>
                      <a:pt x="2104" y="72"/>
                    </a:lnTo>
                    <a:lnTo>
                      <a:pt x="2053" y="56"/>
                    </a:lnTo>
                    <a:lnTo>
                      <a:pt x="2002" y="43"/>
                    </a:lnTo>
                    <a:lnTo>
                      <a:pt x="1949" y="32"/>
                    </a:lnTo>
                    <a:lnTo>
                      <a:pt x="1896" y="22"/>
                    </a:lnTo>
                    <a:lnTo>
                      <a:pt x="1843" y="14"/>
                    </a:lnTo>
                    <a:lnTo>
                      <a:pt x="1790" y="9"/>
                    </a:lnTo>
                    <a:lnTo>
                      <a:pt x="1737" y="3"/>
                    </a:lnTo>
                    <a:lnTo>
                      <a:pt x="1683" y="2"/>
                    </a:lnTo>
                    <a:lnTo>
                      <a:pt x="1630" y="0"/>
                    </a:lnTo>
                    <a:lnTo>
                      <a:pt x="1630" y="89"/>
                    </a:lnTo>
                    <a:lnTo>
                      <a:pt x="1630" y="89"/>
                    </a:lnTo>
                    <a:lnTo>
                      <a:pt x="1681" y="91"/>
                    </a:lnTo>
                    <a:lnTo>
                      <a:pt x="1730" y="94"/>
                    </a:lnTo>
                    <a:lnTo>
                      <a:pt x="1782" y="97"/>
                    </a:lnTo>
                    <a:lnTo>
                      <a:pt x="1833" y="102"/>
                    </a:lnTo>
                    <a:lnTo>
                      <a:pt x="1882" y="111"/>
                    </a:lnTo>
                    <a:lnTo>
                      <a:pt x="1932" y="120"/>
                    </a:lnTo>
                    <a:lnTo>
                      <a:pt x="1981" y="132"/>
                    </a:lnTo>
                    <a:lnTo>
                      <a:pt x="2031" y="143"/>
                    </a:lnTo>
                    <a:lnTo>
                      <a:pt x="2079" y="157"/>
                    </a:lnTo>
                    <a:lnTo>
                      <a:pt x="2127" y="172"/>
                    </a:lnTo>
                    <a:lnTo>
                      <a:pt x="2174" y="190"/>
                    </a:lnTo>
                    <a:lnTo>
                      <a:pt x="2222" y="208"/>
                    </a:lnTo>
                    <a:lnTo>
                      <a:pt x="2268" y="229"/>
                    </a:lnTo>
                    <a:lnTo>
                      <a:pt x="2315" y="251"/>
                    </a:lnTo>
                    <a:lnTo>
                      <a:pt x="2359" y="273"/>
                    </a:lnTo>
                    <a:lnTo>
                      <a:pt x="2403" y="299"/>
                    </a:lnTo>
                    <a:lnTo>
                      <a:pt x="2448" y="324"/>
                    </a:lnTo>
                    <a:lnTo>
                      <a:pt x="2490" y="354"/>
                    </a:lnTo>
                    <a:lnTo>
                      <a:pt x="2531" y="383"/>
                    </a:lnTo>
                    <a:lnTo>
                      <a:pt x="2572" y="413"/>
                    </a:lnTo>
                    <a:lnTo>
                      <a:pt x="2613" y="444"/>
                    </a:lnTo>
                    <a:lnTo>
                      <a:pt x="2653" y="478"/>
                    </a:lnTo>
                    <a:lnTo>
                      <a:pt x="2690" y="514"/>
                    </a:lnTo>
                    <a:lnTo>
                      <a:pt x="2728" y="550"/>
                    </a:lnTo>
                    <a:lnTo>
                      <a:pt x="2764" y="588"/>
                    </a:lnTo>
                    <a:lnTo>
                      <a:pt x="2798" y="627"/>
                    </a:lnTo>
                    <a:lnTo>
                      <a:pt x="2832" y="668"/>
                    </a:lnTo>
                    <a:lnTo>
                      <a:pt x="2863" y="709"/>
                    </a:lnTo>
                    <a:lnTo>
                      <a:pt x="2895" y="753"/>
                    </a:lnTo>
                    <a:lnTo>
                      <a:pt x="2924" y="798"/>
                    </a:lnTo>
                    <a:lnTo>
                      <a:pt x="2953" y="844"/>
                    </a:lnTo>
                    <a:lnTo>
                      <a:pt x="2979" y="890"/>
                    </a:lnTo>
                    <a:lnTo>
                      <a:pt x="2979" y="890"/>
                    </a:lnTo>
                    <a:lnTo>
                      <a:pt x="3015" y="962"/>
                    </a:lnTo>
                    <a:lnTo>
                      <a:pt x="3047" y="1032"/>
                    </a:lnTo>
                    <a:lnTo>
                      <a:pt x="3076" y="1105"/>
                    </a:lnTo>
                    <a:lnTo>
                      <a:pt x="3100" y="1177"/>
                    </a:lnTo>
                    <a:lnTo>
                      <a:pt x="3121" y="1250"/>
                    </a:lnTo>
                    <a:lnTo>
                      <a:pt x="3138" y="1325"/>
                    </a:lnTo>
                    <a:lnTo>
                      <a:pt x="3152" y="1399"/>
                    </a:lnTo>
                    <a:lnTo>
                      <a:pt x="3160" y="1474"/>
                    </a:lnTo>
                    <a:lnTo>
                      <a:pt x="3167" y="1549"/>
                    </a:lnTo>
                    <a:lnTo>
                      <a:pt x="3169" y="1622"/>
                    </a:lnTo>
                    <a:lnTo>
                      <a:pt x="3167" y="1698"/>
                    </a:lnTo>
                    <a:lnTo>
                      <a:pt x="3162" y="1771"/>
                    </a:lnTo>
                    <a:lnTo>
                      <a:pt x="3153" y="1845"/>
                    </a:lnTo>
                    <a:lnTo>
                      <a:pt x="3141" y="1918"/>
                    </a:lnTo>
                    <a:lnTo>
                      <a:pt x="3124" y="1990"/>
                    </a:lnTo>
                    <a:lnTo>
                      <a:pt x="3105" y="2061"/>
                    </a:lnTo>
                    <a:lnTo>
                      <a:pt x="3083" y="2131"/>
                    </a:lnTo>
                    <a:lnTo>
                      <a:pt x="3058" y="2201"/>
                    </a:lnTo>
                    <a:lnTo>
                      <a:pt x="3029" y="2268"/>
                    </a:lnTo>
                    <a:lnTo>
                      <a:pt x="2996" y="2335"/>
                    </a:lnTo>
                    <a:lnTo>
                      <a:pt x="2960" y="2400"/>
                    </a:lnTo>
                    <a:lnTo>
                      <a:pt x="2923" y="2464"/>
                    </a:lnTo>
                    <a:lnTo>
                      <a:pt x="2880" y="2526"/>
                    </a:lnTo>
                    <a:lnTo>
                      <a:pt x="2836" y="2586"/>
                    </a:lnTo>
                    <a:lnTo>
                      <a:pt x="2788" y="2642"/>
                    </a:lnTo>
                    <a:lnTo>
                      <a:pt x="2736" y="2698"/>
                    </a:lnTo>
                    <a:lnTo>
                      <a:pt x="2682" y="2751"/>
                    </a:lnTo>
                    <a:lnTo>
                      <a:pt x="2625" y="2803"/>
                    </a:lnTo>
                    <a:lnTo>
                      <a:pt x="2564" y="2850"/>
                    </a:lnTo>
                    <a:lnTo>
                      <a:pt x="2502" y="2897"/>
                    </a:lnTo>
                    <a:lnTo>
                      <a:pt x="2436" y="2939"/>
                    </a:lnTo>
                    <a:lnTo>
                      <a:pt x="2367" y="2979"/>
                    </a:lnTo>
                    <a:lnTo>
                      <a:pt x="2367" y="2979"/>
                    </a:lnTo>
                    <a:lnTo>
                      <a:pt x="2323" y="3002"/>
                    </a:lnTo>
                    <a:lnTo>
                      <a:pt x="2279" y="3023"/>
                    </a:lnTo>
                    <a:lnTo>
                      <a:pt x="2234" y="3043"/>
                    </a:lnTo>
                    <a:lnTo>
                      <a:pt x="2188" y="3062"/>
                    </a:lnTo>
                    <a:lnTo>
                      <a:pt x="2142" y="3079"/>
                    </a:lnTo>
                    <a:lnTo>
                      <a:pt x="2096" y="3095"/>
                    </a:lnTo>
                    <a:lnTo>
                      <a:pt x="2050" y="3108"/>
                    </a:lnTo>
                    <a:lnTo>
                      <a:pt x="2004" y="3120"/>
                    </a:lnTo>
                    <a:lnTo>
                      <a:pt x="1958" y="3132"/>
                    </a:lnTo>
                    <a:lnTo>
                      <a:pt x="1911" y="3141"/>
                    </a:lnTo>
                    <a:lnTo>
                      <a:pt x="1864" y="3149"/>
                    </a:lnTo>
                    <a:lnTo>
                      <a:pt x="1817" y="3156"/>
                    </a:lnTo>
                    <a:lnTo>
                      <a:pt x="1770" y="3161"/>
                    </a:lnTo>
                    <a:lnTo>
                      <a:pt x="1724" y="3165"/>
                    </a:lnTo>
                    <a:lnTo>
                      <a:pt x="1676" y="3166"/>
                    </a:lnTo>
                    <a:lnTo>
                      <a:pt x="1630" y="3166"/>
                    </a:lnTo>
                    <a:lnTo>
                      <a:pt x="1630" y="3257"/>
                    </a:lnTo>
                    <a:close/>
                    <a:moveTo>
                      <a:pt x="849" y="200"/>
                    </a:moveTo>
                    <a:lnTo>
                      <a:pt x="849" y="200"/>
                    </a:lnTo>
                    <a:lnTo>
                      <a:pt x="811" y="220"/>
                    </a:lnTo>
                    <a:lnTo>
                      <a:pt x="775" y="243"/>
                    </a:lnTo>
                    <a:lnTo>
                      <a:pt x="740" y="265"/>
                    </a:lnTo>
                    <a:lnTo>
                      <a:pt x="705" y="287"/>
                    </a:lnTo>
                    <a:lnTo>
                      <a:pt x="673" y="311"/>
                    </a:lnTo>
                    <a:lnTo>
                      <a:pt x="639" y="335"/>
                    </a:lnTo>
                    <a:lnTo>
                      <a:pt x="608" y="360"/>
                    </a:lnTo>
                    <a:lnTo>
                      <a:pt x="576" y="386"/>
                    </a:lnTo>
                    <a:lnTo>
                      <a:pt x="516" y="441"/>
                    </a:lnTo>
                    <a:lnTo>
                      <a:pt x="458" y="497"/>
                    </a:lnTo>
                    <a:lnTo>
                      <a:pt x="405" y="555"/>
                    </a:lnTo>
                    <a:lnTo>
                      <a:pt x="354" y="617"/>
                    </a:lnTo>
                    <a:lnTo>
                      <a:pt x="306" y="680"/>
                    </a:lnTo>
                    <a:lnTo>
                      <a:pt x="261" y="745"/>
                    </a:lnTo>
                    <a:lnTo>
                      <a:pt x="220" y="811"/>
                    </a:lnTo>
                    <a:lnTo>
                      <a:pt x="183" y="881"/>
                    </a:lnTo>
                    <a:lnTo>
                      <a:pt x="149" y="951"/>
                    </a:lnTo>
                    <a:lnTo>
                      <a:pt x="118" y="1023"/>
                    </a:lnTo>
                    <a:lnTo>
                      <a:pt x="91" y="1096"/>
                    </a:lnTo>
                    <a:lnTo>
                      <a:pt x="67" y="1170"/>
                    </a:lnTo>
                    <a:lnTo>
                      <a:pt x="46" y="1247"/>
                    </a:lnTo>
                    <a:lnTo>
                      <a:pt x="29" y="1322"/>
                    </a:lnTo>
                    <a:lnTo>
                      <a:pt x="17" y="1399"/>
                    </a:lnTo>
                    <a:lnTo>
                      <a:pt x="9" y="1477"/>
                    </a:lnTo>
                    <a:lnTo>
                      <a:pt x="2" y="1556"/>
                    </a:lnTo>
                    <a:lnTo>
                      <a:pt x="0" y="1634"/>
                    </a:lnTo>
                    <a:lnTo>
                      <a:pt x="3" y="1713"/>
                    </a:lnTo>
                    <a:lnTo>
                      <a:pt x="9" y="1792"/>
                    </a:lnTo>
                    <a:lnTo>
                      <a:pt x="19" y="1870"/>
                    </a:lnTo>
                    <a:lnTo>
                      <a:pt x="32" y="1950"/>
                    </a:lnTo>
                    <a:lnTo>
                      <a:pt x="50" y="2027"/>
                    </a:lnTo>
                    <a:lnTo>
                      <a:pt x="72" y="2106"/>
                    </a:lnTo>
                    <a:lnTo>
                      <a:pt x="84" y="2145"/>
                    </a:lnTo>
                    <a:lnTo>
                      <a:pt x="97" y="2183"/>
                    </a:lnTo>
                    <a:lnTo>
                      <a:pt x="113" y="2222"/>
                    </a:lnTo>
                    <a:lnTo>
                      <a:pt x="128" y="2260"/>
                    </a:lnTo>
                    <a:lnTo>
                      <a:pt x="145" y="2297"/>
                    </a:lnTo>
                    <a:lnTo>
                      <a:pt x="162" y="2335"/>
                    </a:lnTo>
                    <a:lnTo>
                      <a:pt x="181" y="2372"/>
                    </a:lnTo>
                    <a:lnTo>
                      <a:pt x="200" y="2410"/>
                    </a:lnTo>
                    <a:lnTo>
                      <a:pt x="200" y="2410"/>
                    </a:lnTo>
                    <a:lnTo>
                      <a:pt x="229" y="2459"/>
                    </a:lnTo>
                    <a:lnTo>
                      <a:pt x="260" y="2509"/>
                    </a:lnTo>
                    <a:lnTo>
                      <a:pt x="290" y="2555"/>
                    </a:lnTo>
                    <a:lnTo>
                      <a:pt x="323" y="2601"/>
                    </a:lnTo>
                    <a:lnTo>
                      <a:pt x="357" y="2646"/>
                    </a:lnTo>
                    <a:lnTo>
                      <a:pt x="393" y="2688"/>
                    </a:lnTo>
                    <a:lnTo>
                      <a:pt x="429" y="2729"/>
                    </a:lnTo>
                    <a:lnTo>
                      <a:pt x="468" y="2770"/>
                    </a:lnTo>
                    <a:lnTo>
                      <a:pt x="507" y="2808"/>
                    </a:lnTo>
                    <a:lnTo>
                      <a:pt x="547" y="2845"/>
                    </a:lnTo>
                    <a:lnTo>
                      <a:pt x="588" y="2881"/>
                    </a:lnTo>
                    <a:lnTo>
                      <a:pt x="630" y="2915"/>
                    </a:lnTo>
                    <a:lnTo>
                      <a:pt x="675" y="2948"/>
                    </a:lnTo>
                    <a:lnTo>
                      <a:pt x="719" y="2979"/>
                    </a:lnTo>
                    <a:lnTo>
                      <a:pt x="764" y="3008"/>
                    </a:lnTo>
                    <a:lnTo>
                      <a:pt x="810" y="3035"/>
                    </a:lnTo>
                    <a:lnTo>
                      <a:pt x="857" y="3062"/>
                    </a:lnTo>
                    <a:lnTo>
                      <a:pt x="905" y="3086"/>
                    </a:lnTo>
                    <a:lnTo>
                      <a:pt x="953" y="3110"/>
                    </a:lnTo>
                    <a:lnTo>
                      <a:pt x="1003" y="3131"/>
                    </a:lnTo>
                    <a:lnTo>
                      <a:pt x="1052" y="3151"/>
                    </a:lnTo>
                    <a:lnTo>
                      <a:pt x="1102" y="3168"/>
                    </a:lnTo>
                    <a:lnTo>
                      <a:pt x="1153" y="3185"/>
                    </a:lnTo>
                    <a:lnTo>
                      <a:pt x="1204" y="3201"/>
                    </a:lnTo>
                    <a:lnTo>
                      <a:pt x="1257" y="3213"/>
                    </a:lnTo>
                    <a:lnTo>
                      <a:pt x="1308" y="3224"/>
                    </a:lnTo>
                    <a:lnTo>
                      <a:pt x="1361" y="3235"/>
                    </a:lnTo>
                    <a:lnTo>
                      <a:pt x="1414" y="3243"/>
                    </a:lnTo>
                    <a:lnTo>
                      <a:pt x="1467" y="3248"/>
                    </a:lnTo>
                    <a:lnTo>
                      <a:pt x="1522" y="3254"/>
                    </a:lnTo>
                    <a:lnTo>
                      <a:pt x="1575" y="3255"/>
                    </a:lnTo>
                    <a:lnTo>
                      <a:pt x="1630" y="3257"/>
                    </a:lnTo>
                    <a:lnTo>
                      <a:pt x="1630" y="3166"/>
                    </a:lnTo>
                    <a:lnTo>
                      <a:pt x="1630" y="3166"/>
                    </a:lnTo>
                    <a:lnTo>
                      <a:pt x="1578" y="3166"/>
                    </a:lnTo>
                    <a:lnTo>
                      <a:pt x="1527" y="3163"/>
                    </a:lnTo>
                    <a:lnTo>
                      <a:pt x="1478" y="3160"/>
                    </a:lnTo>
                    <a:lnTo>
                      <a:pt x="1426" y="3153"/>
                    </a:lnTo>
                    <a:lnTo>
                      <a:pt x="1377" y="3146"/>
                    </a:lnTo>
                    <a:lnTo>
                      <a:pt x="1327" y="3137"/>
                    </a:lnTo>
                    <a:lnTo>
                      <a:pt x="1278" y="3125"/>
                    </a:lnTo>
                    <a:lnTo>
                      <a:pt x="1228" y="3113"/>
                    </a:lnTo>
                    <a:lnTo>
                      <a:pt x="1180" y="3100"/>
                    </a:lnTo>
                    <a:lnTo>
                      <a:pt x="1131" y="3084"/>
                    </a:lnTo>
                    <a:lnTo>
                      <a:pt x="1083" y="3067"/>
                    </a:lnTo>
                    <a:lnTo>
                      <a:pt x="1037" y="3049"/>
                    </a:lnTo>
                    <a:lnTo>
                      <a:pt x="991" y="3028"/>
                    </a:lnTo>
                    <a:lnTo>
                      <a:pt x="945" y="3006"/>
                    </a:lnTo>
                    <a:lnTo>
                      <a:pt x="900" y="2984"/>
                    </a:lnTo>
                    <a:lnTo>
                      <a:pt x="856" y="2958"/>
                    </a:lnTo>
                    <a:lnTo>
                      <a:pt x="811" y="2932"/>
                    </a:lnTo>
                    <a:lnTo>
                      <a:pt x="769" y="2903"/>
                    </a:lnTo>
                    <a:lnTo>
                      <a:pt x="726" y="2874"/>
                    </a:lnTo>
                    <a:lnTo>
                      <a:pt x="685" y="2844"/>
                    </a:lnTo>
                    <a:lnTo>
                      <a:pt x="646" y="2813"/>
                    </a:lnTo>
                    <a:lnTo>
                      <a:pt x="606" y="2779"/>
                    </a:lnTo>
                    <a:lnTo>
                      <a:pt x="569" y="2743"/>
                    </a:lnTo>
                    <a:lnTo>
                      <a:pt x="531" y="2707"/>
                    </a:lnTo>
                    <a:lnTo>
                      <a:pt x="495" y="2669"/>
                    </a:lnTo>
                    <a:lnTo>
                      <a:pt x="461" y="2630"/>
                    </a:lnTo>
                    <a:lnTo>
                      <a:pt x="427" y="2589"/>
                    </a:lnTo>
                    <a:lnTo>
                      <a:pt x="395" y="2548"/>
                    </a:lnTo>
                    <a:lnTo>
                      <a:pt x="364" y="2504"/>
                    </a:lnTo>
                    <a:lnTo>
                      <a:pt x="335" y="2459"/>
                    </a:lnTo>
                    <a:lnTo>
                      <a:pt x="306" y="2413"/>
                    </a:lnTo>
                    <a:lnTo>
                      <a:pt x="278" y="2367"/>
                    </a:lnTo>
                    <a:lnTo>
                      <a:pt x="278" y="2367"/>
                    </a:lnTo>
                    <a:lnTo>
                      <a:pt x="243" y="2295"/>
                    </a:lnTo>
                    <a:lnTo>
                      <a:pt x="210" y="2225"/>
                    </a:lnTo>
                    <a:lnTo>
                      <a:pt x="183" y="2152"/>
                    </a:lnTo>
                    <a:lnTo>
                      <a:pt x="157" y="2080"/>
                    </a:lnTo>
                    <a:lnTo>
                      <a:pt x="137" y="2005"/>
                    </a:lnTo>
                    <a:lnTo>
                      <a:pt x="120" y="1932"/>
                    </a:lnTo>
                    <a:lnTo>
                      <a:pt x="108" y="1858"/>
                    </a:lnTo>
                    <a:lnTo>
                      <a:pt x="97" y="1783"/>
                    </a:lnTo>
                    <a:lnTo>
                      <a:pt x="92" y="1708"/>
                    </a:lnTo>
                    <a:lnTo>
                      <a:pt x="91" y="1634"/>
                    </a:lnTo>
                    <a:lnTo>
                      <a:pt x="92" y="1559"/>
                    </a:lnTo>
                    <a:lnTo>
                      <a:pt x="97" y="1486"/>
                    </a:lnTo>
                    <a:lnTo>
                      <a:pt x="106" y="1412"/>
                    </a:lnTo>
                    <a:lnTo>
                      <a:pt x="118" y="1339"/>
                    </a:lnTo>
                    <a:lnTo>
                      <a:pt x="133" y="1267"/>
                    </a:lnTo>
                    <a:lnTo>
                      <a:pt x="152" y="1196"/>
                    </a:lnTo>
                    <a:lnTo>
                      <a:pt x="174" y="1125"/>
                    </a:lnTo>
                    <a:lnTo>
                      <a:pt x="202" y="1055"/>
                    </a:lnTo>
                    <a:lnTo>
                      <a:pt x="231" y="989"/>
                    </a:lnTo>
                    <a:lnTo>
                      <a:pt x="263" y="922"/>
                    </a:lnTo>
                    <a:lnTo>
                      <a:pt x="297" y="857"/>
                    </a:lnTo>
                    <a:lnTo>
                      <a:pt x="337" y="792"/>
                    </a:lnTo>
                    <a:lnTo>
                      <a:pt x="379" y="731"/>
                    </a:lnTo>
                    <a:lnTo>
                      <a:pt x="424" y="671"/>
                    </a:lnTo>
                    <a:lnTo>
                      <a:pt x="471" y="615"/>
                    </a:lnTo>
                    <a:lnTo>
                      <a:pt x="523" y="558"/>
                    </a:lnTo>
                    <a:lnTo>
                      <a:pt x="577" y="506"/>
                    </a:lnTo>
                    <a:lnTo>
                      <a:pt x="634" y="454"/>
                    </a:lnTo>
                    <a:lnTo>
                      <a:pt x="694" y="406"/>
                    </a:lnTo>
                    <a:lnTo>
                      <a:pt x="757" y="360"/>
                    </a:lnTo>
                    <a:lnTo>
                      <a:pt x="823" y="318"/>
                    </a:lnTo>
                    <a:lnTo>
                      <a:pt x="892" y="278"/>
                    </a:lnTo>
                    <a:lnTo>
                      <a:pt x="892" y="278"/>
                    </a:lnTo>
                    <a:lnTo>
                      <a:pt x="936" y="254"/>
                    </a:lnTo>
                    <a:lnTo>
                      <a:pt x="980" y="234"/>
                    </a:lnTo>
                    <a:lnTo>
                      <a:pt x="1025" y="213"/>
                    </a:lnTo>
                    <a:lnTo>
                      <a:pt x="1071" y="195"/>
                    </a:lnTo>
                    <a:lnTo>
                      <a:pt x="1115" y="178"/>
                    </a:lnTo>
                    <a:lnTo>
                      <a:pt x="1162" y="162"/>
                    </a:lnTo>
                    <a:lnTo>
                      <a:pt x="1208" y="149"/>
                    </a:lnTo>
                    <a:lnTo>
                      <a:pt x="1254" y="137"/>
                    </a:lnTo>
                    <a:lnTo>
                      <a:pt x="1302" y="125"/>
                    </a:lnTo>
                    <a:lnTo>
                      <a:pt x="1348" y="116"/>
                    </a:lnTo>
                    <a:lnTo>
                      <a:pt x="1394" y="108"/>
                    </a:lnTo>
                    <a:lnTo>
                      <a:pt x="1442" y="101"/>
                    </a:lnTo>
                    <a:lnTo>
                      <a:pt x="1488" y="96"/>
                    </a:lnTo>
                    <a:lnTo>
                      <a:pt x="1536" y="92"/>
                    </a:lnTo>
                    <a:lnTo>
                      <a:pt x="1582" y="91"/>
                    </a:lnTo>
                    <a:lnTo>
                      <a:pt x="1630" y="89"/>
                    </a:lnTo>
                    <a:lnTo>
                      <a:pt x="1630" y="0"/>
                    </a:lnTo>
                    <a:lnTo>
                      <a:pt x="1630" y="0"/>
                    </a:lnTo>
                    <a:lnTo>
                      <a:pt x="1580" y="0"/>
                    </a:lnTo>
                    <a:lnTo>
                      <a:pt x="1531" y="3"/>
                    </a:lnTo>
                    <a:lnTo>
                      <a:pt x="1481" y="7"/>
                    </a:lnTo>
                    <a:lnTo>
                      <a:pt x="1431" y="12"/>
                    </a:lnTo>
                    <a:lnTo>
                      <a:pt x="1380" y="19"/>
                    </a:lnTo>
                    <a:lnTo>
                      <a:pt x="1331" y="27"/>
                    </a:lnTo>
                    <a:lnTo>
                      <a:pt x="1283" y="38"/>
                    </a:lnTo>
                    <a:lnTo>
                      <a:pt x="1233" y="50"/>
                    </a:lnTo>
                    <a:lnTo>
                      <a:pt x="1184" y="61"/>
                    </a:lnTo>
                    <a:lnTo>
                      <a:pt x="1134" y="77"/>
                    </a:lnTo>
                    <a:lnTo>
                      <a:pt x="1086" y="94"/>
                    </a:lnTo>
                    <a:lnTo>
                      <a:pt x="1039" y="111"/>
                    </a:lnTo>
                    <a:lnTo>
                      <a:pt x="989" y="132"/>
                    </a:lnTo>
                    <a:lnTo>
                      <a:pt x="943" y="152"/>
                    </a:lnTo>
                    <a:lnTo>
                      <a:pt x="895" y="176"/>
                    </a:lnTo>
                    <a:lnTo>
                      <a:pt x="849" y="200"/>
                    </a:lnTo>
                    <a:lnTo>
                      <a:pt x="849" y="200"/>
                    </a:lnTo>
                    <a:close/>
                  </a:path>
                </a:pathLst>
              </a:custGeom>
              <a:solidFill>
                <a:srgbClr val="D5797C"/>
              </a:solidFill>
              <a:ln w="3436">
                <a:solidFill>
                  <a:srgbClr val="C00000"/>
                </a:solidFill>
                <a:round/>
              </a:ln>
            </p:spPr>
            <p:txBody>
              <a:bodyPr vert="horz" wrap="square" lIns="43980" tIns="21990" rIns="43980" bIns="21990" numCol="1" anchor="t" anchorCtr="0" compatLnSpc="1"/>
              <a:lstStyle/>
              <a:p>
                <a:endParaRPr lang="ar-SA"/>
              </a:p>
            </p:txBody>
          </p:sp>
        </p:grpSp>
        <p:sp>
          <p:nvSpPr>
            <p:cNvPr id="25" name="Component 25"/>
            <p:cNvSpPr>
              <a:spLocks noEditPoints="1"/>
            </p:cNvSpPr>
            <p:nvPr/>
          </p:nvSpPr>
          <p:spPr bwMode="auto">
            <a:xfrm>
              <a:off x="1869028" y="1659839"/>
              <a:ext cx="175211" cy="199889"/>
            </a:xfrm>
            <a:custGeom>
              <a:avLst/>
              <a:gdLst/>
              <a:ahLst/>
              <a:cxnLst>
                <a:cxn ang="0">
                  <a:pos x="258" y="132"/>
                </a:cxn>
                <a:cxn ang="0">
                  <a:pos x="276" y="139"/>
                </a:cxn>
                <a:cxn ang="0">
                  <a:pos x="282" y="152"/>
                </a:cxn>
                <a:cxn ang="0">
                  <a:pos x="282" y="304"/>
                </a:cxn>
                <a:cxn ang="0">
                  <a:pos x="276" y="317"/>
                </a:cxn>
                <a:cxn ang="0">
                  <a:pos x="258" y="324"/>
                </a:cxn>
                <a:cxn ang="0">
                  <a:pos x="15" y="322"/>
                </a:cxn>
                <a:cxn ang="0">
                  <a:pos x="4" y="313"/>
                </a:cxn>
                <a:cxn ang="0">
                  <a:pos x="0" y="157"/>
                </a:cxn>
                <a:cxn ang="0">
                  <a:pos x="4" y="143"/>
                </a:cxn>
                <a:cxn ang="0">
                  <a:pos x="15" y="134"/>
                </a:cxn>
                <a:cxn ang="0">
                  <a:pos x="40" y="101"/>
                </a:cxn>
                <a:cxn ang="0">
                  <a:pos x="44" y="72"/>
                </a:cxn>
                <a:cxn ang="0">
                  <a:pos x="62" y="38"/>
                </a:cxn>
                <a:cxn ang="0">
                  <a:pos x="86" y="18"/>
                </a:cxn>
                <a:cxn ang="0">
                  <a:pos x="121" y="2"/>
                </a:cxn>
                <a:cxn ang="0">
                  <a:pos x="151" y="1"/>
                </a:cxn>
                <a:cxn ang="0">
                  <a:pos x="189" y="12"/>
                </a:cxn>
                <a:cxn ang="0">
                  <a:pos x="212" y="31"/>
                </a:cxn>
                <a:cxn ang="0">
                  <a:pos x="234" y="63"/>
                </a:cxn>
                <a:cxn ang="0">
                  <a:pos x="243" y="101"/>
                </a:cxn>
                <a:cxn ang="0">
                  <a:pos x="264" y="143"/>
                </a:cxn>
                <a:cxn ang="0">
                  <a:pos x="19" y="143"/>
                </a:cxn>
                <a:cxn ang="0">
                  <a:pos x="10" y="157"/>
                </a:cxn>
                <a:cxn ang="0">
                  <a:pos x="273" y="157"/>
                </a:cxn>
                <a:cxn ang="0">
                  <a:pos x="63" y="213"/>
                </a:cxn>
                <a:cxn ang="0">
                  <a:pos x="63" y="213"/>
                </a:cxn>
                <a:cxn ang="0">
                  <a:pos x="273" y="299"/>
                </a:cxn>
                <a:cxn ang="0">
                  <a:pos x="10" y="299"/>
                </a:cxn>
                <a:cxn ang="0">
                  <a:pos x="19" y="313"/>
                </a:cxn>
                <a:cxn ang="0">
                  <a:pos x="264" y="313"/>
                </a:cxn>
                <a:cxn ang="0">
                  <a:pos x="27" y="263"/>
                </a:cxn>
                <a:cxn ang="0">
                  <a:pos x="50" y="132"/>
                </a:cxn>
                <a:cxn ang="0">
                  <a:pos x="82" y="89"/>
                </a:cxn>
                <a:cxn ang="0">
                  <a:pos x="98" y="59"/>
                </a:cxn>
                <a:cxn ang="0">
                  <a:pos x="141" y="41"/>
                </a:cxn>
                <a:cxn ang="0">
                  <a:pos x="175" y="51"/>
                </a:cxn>
                <a:cxn ang="0">
                  <a:pos x="197" y="78"/>
                </a:cxn>
                <a:cxn ang="0">
                  <a:pos x="232" y="132"/>
                </a:cxn>
                <a:cxn ang="0">
                  <a:pos x="230" y="83"/>
                </a:cxn>
                <a:cxn ang="0">
                  <a:pos x="217" y="51"/>
                </a:cxn>
                <a:cxn ang="0">
                  <a:pos x="199" y="31"/>
                </a:cxn>
                <a:cxn ang="0">
                  <a:pos x="168" y="14"/>
                </a:cxn>
                <a:cxn ang="0">
                  <a:pos x="141" y="10"/>
                </a:cxn>
                <a:cxn ang="0">
                  <a:pos x="106" y="18"/>
                </a:cxn>
                <a:cxn ang="0">
                  <a:pos x="77" y="37"/>
                </a:cxn>
                <a:cxn ang="0">
                  <a:pos x="60" y="59"/>
                </a:cxn>
                <a:cxn ang="0">
                  <a:pos x="50" y="92"/>
                </a:cxn>
                <a:cxn ang="0">
                  <a:pos x="88" y="263"/>
                </a:cxn>
                <a:cxn ang="0">
                  <a:pos x="192" y="101"/>
                </a:cxn>
                <a:cxn ang="0">
                  <a:pos x="184" y="74"/>
                </a:cxn>
                <a:cxn ang="0">
                  <a:pos x="161" y="55"/>
                </a:cxn>
                <a:cxn ang="0">
                  <a:pos x="131" y="52"/>
                </a:cxn>
                <a:cxn ang="0">
                  <a:pos x="105" y="66"/>
                </a:cxn>
                <a:cxn ang="0">
                  <a:pos x="91" y="101"/>
                </a:cxn>
                <a:cxn ang="0">
                  <a:pos x="199" y="213"/>
                </a:cxn>
                <a:cxn ang="0">
                  <a:pos x="199" y="213"/>
                </a:cxn>
                <a:cxn ang="0">
                  <a:pos x="273" y="213"/>
                </a:cxn>
              </a:cxnLst>
              <a:rect l="0" t="0" r="r" b="b"/>
              <a:pathLst>
                <a:path w="283" h="324">
                  <a:moveTo>
                    <a:pt x="243" y="101"/>
                  </a:moveTo>
                  <a:lnTo>
                    <a:pt x="243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63" y="133"/>
                  </a:lnTo>
                  <a:lnTo>
                    <a:pt x="268" y="134"/>
                  </a:lnTo>
                  <a:lnTo>
                    <a:pt x="272" y="136"/>
                  </a:lnTo>
                  <a:lnTo>
                    <a:pt x="276" y="139"/>
                  </a:lnTo>
                  <a:lnTo>
                    <a:pt x="276" y="139"/>
                  </a:lnTo>
                  <a:lnTo>
                    <a:pt x="279" y="143"/>
                  </a:lnTo>
                  <a:lnTo>
                    <a:pt x="281" y="147"/>
                  </a:lnTo>
                  <a:lnTo>
                    <a:pt x="282" y="152"/>
                  </a:lnTo>
                  <a:lnTo>
                    <a:pt x="283" y="157"/>
                  </a:lnTo>
                  <a:lnTo>
                    <a:pt x="283" y="299"/>
                  </a:lnTo>
                  <a:lnTo>
                    <a:pt x="283" y="299"/>
                  </a:lnTo>
                  <a:lnTo>
                    <a:pt x="282" y="304"/>
                  </a:lnTo>
                  <a:lnTo>
                    <a:pt x="281" y="309"/>
                  </a:lnTo>
                  <a:lnTo>
                    <a:pt x="279" y="313"/>
                  </a:lnTo>
                  <a:lnTo>
                    <a:pt x="276" y="317"/>
                  </a:lnTo>
                  <a:lnTo>
                    <a:pt x="276" y="317"/>
                  </a:lnTo>
                  <a:lnTo>
                    <a:pt x="272" y="320"/>
                  </a:lnTo>
                  <a:lnTo>
                    <a:pt x="268" y="322"/>
                  </a:lnTo>
                  <a:lnTo>
                    <a:pt x="263" y="324"/>
                  </a:lnTo>
                  <a:lnTo>
                    <a:pt x="258" y="324"/>
                  </a:lnTo>
                  <a:lnTo>
                    <a:pt x="25" y="324"/>
                  </a:lnTo>
                  <a:lnTo>
                    <a:pt x="25" y="324"/>
                  </a:lnTo>
                  <a:lnTo>
                    <a:pt x="20" y="324"/>
                  </a:lnTo>
                  <a:lnTo>
                    <a:pt x="15" y="322"/>
                  </a:lnTo>
                  <a:lnTo>
                    <a:pt x="11" y="320"/>
                  </a:lnTo>
                  <a:lnTo>
                    <a:pt x="7" y="317"/>
                  </a:lnTo>
                  <a:lnTo>
                    <a:pt x="7" y="317"/>
                  </a:lnTo>
                  <a:lnTo>
                    <a:pt x="4" y="313"/>
                  </a:lnTo>
                  <a:lnTo>
                    <a:pt x="2" y="309"/>
                  </a:lnTo>
                  <a:lnTo>
                    <a:pt x="0" y="304"/>
                  </a:lnTo>
                  <a:lnTo>
                    <a:pt x="0" y="299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0" y="152"/>
                  </a:lnTo>
                  <a:lnTo>
                    <a:pt x="2" y="147"/>
                  </a:lnTo>
                  <a:lnTo>
                    <a:pt x="4" y="143"/>
                  </a:lnTo>
                  <a:lnTo>
                    <a:pt x="7" y="139"/>
                  </a:lnTo>
                  <a:lnTo>
                    <a:pt x="7" y="139"/>
                  </a:lnTo>
                  <a:lnTo>
                    <a:pt x="11" y="136"/>
                  </a:lnTo>
                  <a:lnTo>
                    <a:pt x="15" y="134"/>
                  </a:lnTo>
                  <a:lnTo>
                    <a:pt x="20" y="133"/>
                  </a:lnTo>
                  <a:lnTo>
                    <a:pt x="25" y="132"/>
                  </a:lnTo>
                  <a:lnTo>
                    <a:pt x="40" y="132"/>
                  </a:lnTo>
                  <a:lnTo>
                    <a:pt x="40" y="101"/>
                  </a:lnTo>
                  <a:lnTo>
                    <a:pt x="40" y="101"/>
                  </a:lnTo>
                  <a:lnTo>
                    <a:pt x="40" y="91"/>
                  </a:lnTo>
                  <a:lnTo>
                    <a:pt x="42" y="81"/>
                  </a:lnTo>
                  <a:lnTo>
                    <a:pt x="44" y="72"/>
                  </a:lnTo>
                  <a:lnTo>
                    <a:pt x="47" y="63"/>
                  </a:lnTo>
                  <a:lnTo>
                    <a:pt x="51" y="54"/>
                  </a:lnTo>
                  <a:lnTo>
                    <a:pt x="56" y="46"/>
                  </a:lnTo>
                  <a:lnTo>
                    <a:pt x="62" y="38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78" y="24"/>
                  </a:lnTo>
                  <a:lnTo>
                    <a:pt x="86" y="18"/>
                  </a:lnTo>
                  <a:lnTo>
                    <a:pt x="94" y="12"/>
                  </a:lnTo>
                  <a:lnTo>
                    <a:pt x="102" y="8"/>
                  </a:lnTo>
                  <a:lnTo>
                    <a:pt x="111" y="4"/>
                  </a:lnTo>
                  <a:lnTo>
                    <a:pt x="121" y="2"/>
                  </a:lnTo>
                  <a:lnTo>
                    <a:pt x="131" y="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51" y="1"/>
                  </a:lnTo>
                  <a:lnTo>
                    <a:pt x="162" y="2"/>
                  </a:lnTo>
                  <a:lnTo>
                    <a:pt x="171" y="4"/>
                  </a:lnTo>
                  <a:lnTo>
                    <a:pt x="180" y="8"/>
                  </a:lnTo>
                  <a:lnTo>
                    <a:pt x="189" y="12"/>
                  </a:lnTo>
                  <a:lnTo>
                    <a:pt x="197" y="18"/>
                  </a:lnTo>
                  <a:lnTo>
                    <a:pt x="205" y="24"/>
                  </a:lnTo>
                  <a:lnTo>
                    <a:pt x="212" y="31"/>
                  </a:lnTo>
                  <a:lnTo>
                    <a:pt x="212" y="31"/>
                  </a:lnTo>
                  <a:lnTo>
                    <a:pt x="219" y="38"/>
                  </a:lnTo>
                  <a:lnTo>
                    <a:pt x="225" y="46"/>
                  </a:lnTo>
                  <a:lnTo>
                    <a:pt x="230" y="54"/>
                  </a:lnTo>
                  <a:lnTo>
                    <a:pt x="234" y="63"/>
                  </a:lnTo>
                  <a:lnTo>
                    <a:pt x="238" y="72"/>
                  </a:lnTo>
                  <a:lnTo>
                    <a:pt x="240" y="81"/>
                  </a:lnTo>
                  <a:lnTo>
                    <a:pt x="242" y="91"/>
                  </a:lnTo>
                  <a:lnTo>
                    <a:pt x="243" y="101"/>
                  </a:lnTo>
                  <a:lnTo>
                    <a:pt x="243" y="101"/>
                  </a:lnTo>
                  <a:close/>
                  <a:moveTo>
                    <a:pt x="268" y="147"/>
                  </a:moveTo>
                  <a:lnTo>
                    <a:pt x="268" y="147"/>
                  </a:lnTo>
                  <a:lnTo>
                    <a:pt x="264" y="143"/>
                  </a:lnTo>
                  <a:lnTo>
                    <a:pt x="258" y="142"/>
                  </a:lnTo>
                  <a:lnTo>
                    <a:pt x="25" y="142"/>
                  </a:lnTo>
                  <a:lnTo>
                    <a:pt x="25" y="142"/>
                  </a:lnTo>
                  <a:lnTo>
                    <a:pt x="19" y="143"/>
                  </a:lnTo>
                  <a:lnTo>
                    <a:pt x="14" y="147"/>
                  </a:lnTo>
                  <a:lnTo>
                    <a:pt x="14" y="147"/>
                  </a:lnTo>
                  <a:lnTo>
                    <a:pt x="11" y="151"/>
                  </a:lnTo>
                  <a:lnTo>
                    <a:pt x="10" y="157"/>
                  </a:lnTo>
                  <a:lnTo>
                    <a:pt x="10" y="203"/>
                  </a:lnTo>
                  <a:lnTo>
                    <a:pt x="273" y="203"/>
                  </a:lnTo>
                  <a:lnTo>
                    <a:pt x="273" y="157"/>
                  </a:lnTo>
                  <a:lnTo>
                    <a:pt x="273" y="157"/>
                  </a:lnTo>
                  <a:lnTo>
                    <a:pt x="272" y="151"/>
                  </a:lnTo>
                  <a:lnTo>
                    <a:pt x="268" y="147"/>
                  </a:lnTo>
                  <a:lnTo>
                    <a:pt x="268" y="147"/>
                  </a:lnTo>
                  <a:close/>
                  <a:moveTo>
                    <a:pt x="63" y="213"/>
                  </a:moveTo>
                  <a:lnTo>
                    <a:pt x="10" y="213"/>
                  </a:lnTo>
                  <a:lnTo>
                    <a:pt x="10" y="263"/>
                  </a:lnTo>
                  <a:lnTo>
                    <a:pt x="13" y="263"/>
                  </a:lnTo>
                  <a:lnTo>
                    <a:pt x="63" y="213"/>
                  </a:lnTo>
                  <a:close/>
                  <a:moveTo>
                    <a:pt x="268" y="310"/>
                  </a:moveTo>
                  <a:lnTo>
                    <a:pt x="268" y="310"/>
                  </a:lnTo>
                  <a:lnTo>
                    <a:pt x="272" y="305"/>
                  </a:lnTo>
                  <a:lnTo>
                    <a:pt x="273" y="299"/>
                  </a:lnTo>
                  <a:lnTo>
                    <a:pt x="273" y="273"/>
                  </a:lnTo>
                  <a:lnTo>
                    <a:pt x="10" y="273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1" y="305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9" y="313"/>
                  </a:lnTo>
                  <a:lnTo>
                    <a:pt x="25" y="314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64" y="313"/>
                  </a:lnTo>
                  <a:lnTo>
                    <a:pt x="268" y="310"/>
                  </a:lnTo>
                  <a:lnTo>
                    <a:pt x="268" y="310"/>
                  </a:lnTo>
                  <a:close/>
                  <a:moveTo>
                    <a:pt x="78" y="213"/>
                  </a:moveTo>
                  <a:lnTo>
                    <a:pt x="27" y="263"/>
                  </a:lnTo>
                  <a:lnTo>
                    <a:pt x="73" y="263"/>
                  </a:lnTo>
                  <a:lnTo>
                    <a:pt x="124" y="213"/>
                  </a:lnTo>
                  <a:lnTo>
                    <a:pt x="78" y="213"/>
                  </a:lnTo>
                  <a:close/>
                  <a:moveTo>
                    <a:pt x="50" y="132"/>
                  </a:moveTo>
                  <a:lnTo>
                    <a:pt x="81" y="132"/>
                  </a:lnTo>
                  <a:lnTo>
                    <a:pt x="81" y="101"/>
                  </a:lnTo>
                  <a:lnTo>
                    <a:pt x="81" y="101"/>
                  </a:lnTo>
                  <a:lnTo>
                    <a:pt x="82" y="89"/>
                  </a:lnTo>
                  <a:lnTo>
                    <a:pt x="85" y="78"/>
                  </a:lnTo>
                  <a:lnTo>
                    <a:pt x="91" y="68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107" y="51"/>
                  </a:lnTo>
                  <a:lnTo>
                    <a:pt x="118" y="46"/>
                  </a:lnTo>
                  <a:lnTo>
                    <a:pt x="129" y="42"/>
                  </a:lnTo>
                  <a:lnTo>
                    <a:pt x="141" y="41"/>
                  </a:lnTo>
                  <a:lnTo>
                    <a:pt x="141" y="41"/>
                  </a:lnTo>
                  <a:lnTo>
                    <a:pt x="153" y="42"/>
                  </a:lnTo>
                  <a:lnTo>
                    <a:pt x="165" y="46"/>
                  </a:lnTo>
                  <a:lnTo>
                    <a:pt x="175" y="51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92" y="68"/>
                  </a:lnTo>
                  <a:lnTo>
                    <a:pt x="197" y="78"/>
                  </a:lnTo>
                  <a:lnTo>
                    <a:pt x="201" y="89"/>
                  </a:lnTo>
                  <a:lnTo>
                    <a:pt x="202" y="101"/>
                  </a:lnTo>
                  <a:lnTo>
                    <a:pt x="202" y="132"/>
                  </a:lnTo>
                  <a:lnTo>
                    <a:pt x="232" y="132"/>
                  </a:lnTo>
                  <a:lnTo>
                    <a:pt x="232" y="101"/>
                  </a:lnTo>
                  <a:lnTo>
                    <a:pt x="232" y="101"/>
                  </a:lnTo>
                  <a:lnTo>
                    <a:pt x="231" y="92"/>
                  </a:lnTo>
                  <a:lnTo>
                    <a:pt x="230" y="83"/>
                  </a:lnTo>
                  <a:lnTo>
                    <a:pt x="228" y="75"/>
                  </a:lnTo>
                  <a:lnTo>
                    <a:pt x="225" y="66"/>
                  </a:lnTo>
                  <a:lnTo>
                    <a:pt x="222" y="59"/>
                  </a:lnTo>
                  <a:lnTo>
                    <a:pt x="217" y="51"/>
                  </a:lnTo>
                  <a:lnTo>
                    <a:pt x="212" y="44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199" y="31"/>
                  </a:lnTo>
                  <a:lnTo>
                    <a:pt x="192" y="26"/>
                  </a:lnTo>
                  <a:lnTo>
                    <a:pt x="184" y="21"/>
                  </a:lnTo>
                  <a:lnTo>
                    <a:pt x="176" y="18"/>
                  </a:lnTo>
                  <a:lnTo>
                    <a:pt x="168" y="14"/>
                  </a:lnTo>
                  <a:lnTo>
                    <a:pt x="160" y="12"/>
                  </a:lnTo>
                  <a:lnTo>
                    <a:pt x="150" y="11"/>
                  </a:lnTo>
                  <a:lnTo>
                    <a:pt x="141" y="10"/>
                  </a:lnTo>
                  <a:lnTo>
                    <a:pt x="141" y="10"/>
                  </a:lnTo>
                  <a:lnTo>
                    <a:pt x="132" y="11"/>
                  </a:lnTo>
                  <a:lnTo>
                    <a:pt x="123" y="12"/>
                  </a:lnTo>
                  <a:lnTo>
                    <a:pt x="114" y="14"/>
                  </a:lnTo>
                  <a:lnTo>
                    <a:pt x="106" y="18"/>
                  </a:lnTo>
                  <a:lnTo>
                    <a:pt x="98" y="21"/>
                  </a:lnTo>
                  <a:lnTo>
                    <a:pt x="91" y="26"/>
                  </a:lnTo>
                  <a:lnTo>
                    <a:pt x="84" y="31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0" y="44"/>
                  </a:lnTo>
                  <a:lnTo>
                    <a:pt x="65" y="51"/>
                  </a:lnTo>
                  <a:lnTo>
                    <a:pt x="60" y="59"/>
                  </a:lnTo>
                  <a:lnTo>
                    <a:pt x="56" y="66"/>
                  </a:lnTo>
                  <a:lnTo>
                    <a:pt x="53" y="75"/>
                  </a:lnTo>
                  <a:lnTo>
                    <a:pt x="51" y="83"/>
                  </a:lnTo>
                  <a:lnTo>
                    <a:pt x="50" y="92"/>
                  </a:lnTo>
                  <a:lnTo>
                    <a:pt x="50" y="101"/>
                  </a:lnTo>
                  <a:lnTo>
                    <a:pt x="50" y="132"/>
                  </a:lnTo>
                  <a:close/>
                  <a:moveTo>
                    <a:pt x="138" y="213"/>
                  </a:moveTo>
                  <a:lnTo>
                    <a:pt x="88" y="263"/>
                  </a:lnTo>
                  <a:lnTo>
                    <a:pt x="134" y="263"/>
                  </a:lnTo>
                  <a:lnTo>
                    <a:pt x="185" y="213"/>
                  </a:lnTo>
                  <a:lnTo>
                    <a:pt x="138" y="213"/>
                  </a:lnTo>
                  <a:close/>
                  <a:moveTo>
                    <a:pt x="192" y="101"/>
                  </a:moveTo>
                  <a:lnTo>
                    <a:pt x="192" y="101"/>
                  </a:lnTo>
                  <a:lnTo>
                    <a:pt x="191" y="91"/>
                  </a:lnTo>
                  <a:lnTo>
                    <a:pt x="188" y="82"/>
                  </a:lnTo>
                  <a:lnTo>
                    <a:pt x="184" y="74"/>
                  </a:lnTo>
                  <a:lnTo>
                    <a:pt x="177" y="66"/>
                  </a:lnTo>
                  <a:lnTo>
                    <a:pt x="177" y="66"/>
                  </a:lnTo>
                  <a:lnTo>
                    <a:pt x="169" y="59"/>
                  </a:lnTo>
                  <a:lnTo>
                    <a:pt x="161" y="55"/>
                  </a:lnTo>
                  <a:lnTo>
                    <a:pt x="151" y="52"/>
                  </a:lnTo>
                  <a:lnTo>
                    <a:pt x="141" y="51"/>
                  </a:lnTo>
                  <a:lnTo>
                    <a:pt x="141" y="51"/>
                  </a:lnTo>
                  <a:lnTo>
                    <a:pt x="131" y="52"/>
                  </a:lnTo>
                  <a:lnTo>
                    <a:pt x="122" y="55"/>
                  </a:lnTo>
                  <a:lnTo>
                    <a:pt x="113" y="59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99" y="74"/>
                  </a:lnTo>
                  <a:lnTo>
                    <a:pt x="94" y="82"/>
                  </a:lnTo>
                  <a:lnTo>
                    <a:pt x="92" y="91"/>
                  </a:lnTo>
                  <a:lnTo>
                    <a:pt x="91" y="101"/>
                  </a:lnTo>
                  <a:lnTo>
                    <a:pt x="91" y="132"/>
                  </a:lnTo>
                  <a:lnTo>
                    <a:pt x="192" y="132"/>
                  </a:lnTo>
                  <a:lnTo>
                    <a:pt x="192" y="101"/>
                  </a:lnTo>
                  <a:close/>
                  <a:moveTo>
                    <a:pt x="199" y="213"/>
                  </a:moveTo>
                  <a:lnTo>
                    <a:pt x="148" y="263"/>
                  </a:lnTo>
                  <a:lnTo>
                    <a:pt x="195" y="263"/>
                  </a:lnTo>
                  <a:lnTo>
                    <a:pt x="246" y="213"/>
                  </a:lnTo>
                  <a:lnTo>
                    <a:pt x="199" y="213"/>
                  </a:lnTo>
                  <a:close/>
                  <a:moveTo>
                    <a:pt x="260" y="213"/>
                  </a:moveTo>
                  <a:lnTo>
                    <a:pt x="209" y="263"/>
                  </a:lnTo>
                  <a:lnTo>
                    <a:pt x="273" y="263"/>
                  </a:lnTo>
                  <a:lnTo>
                    <a:pt x="273" y="213"/>
                  </a:lnTo>
                  <a:lnTo>
                    <a:pt x="260" y="213"/>
                  </a:lnTo>
                  <a:close/>
                </a:path>
              </a:pathLst>
            </a:custGeom>
            <a:solidFill>
              <a:srgbClr val="FFFFFF"/>
            </a:solidFill>
            <a:ln w="3436">
              <a:noFill/>
              <a:round/>
            </a:ln>
          </p:spPr>
          <p:txBody>
            <a:bodyPr vert="horz" wrap="square" lIns="43980" tIns="21990" rIns="43980" bIns="21990" numCol="1" anchor="t" anchorCtr="0" compatLnSpc="1"/>
            <a:lstStyle/>
            <a:p>
              <a:endParaRPr lang="ar-SA"/>
            </a:p>
          </p:txBody>
        </p:sp>
        <p:sp>
          <p:nvSpPr>
            <p:cNvPr id="26" name="Component 26"/>
            <p:cNvSpPr txBox="1"/>
            <p:nvPr/>
          </p:nvSpPr>
          <p:spPr>
            <a:xfrm>
              <a:off x="1635412" y="1947385"/>
              <a:ext cx="652069" cy="45034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Opening New Branches</a:t>
              </a:r>
            </a:p>
          </p:txBody>
        </p:sp>
        <p:sp>
          <p:nvSpPr>
            <p:cNvPr id="27" name="Component 27"/>
            <p:cNvSpPr txBox="1"/>
            <p:nvPr/>
          </p:nvSpPr>
          <p:spPr>
            <a:xfrm>
              <a:off x="1635412" y="2027999"/>
              <a:ext cx="652069" cy="225518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Component 28"/>
            <p:cNvSpPr txBox="1"/>
            <p:nvPr/>
          </p:nvSpPr>
          <p:spPr>
            <a:xfrm>
              <a:off x="2820948" y="2471808"/>
              <a:ext cx="1539723" cy="135276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just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aperiam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eaque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ipsa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quae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ab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illo</a:t>
              </a:r>
              <a:endParaRPr lang="en-US" sz="800" dirty="0" smtClean="0">
                <a:solidFill>
                  <a:srgbClr val="808080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9" name="Component 29"/>
            <p:cNvCxnSpPr/>
            <p:nvPr/>
          </p:nvCxnSpPr>
          <p:spPr>
            <a:xfrm flipV="1">
              <a:off x="2820948" y="2441192"/>
              <a:ext cx="1539723" cy="282"/>
            </a:xfrm>
            <a:prstGeom prst="line">
              <a:avLst/>
            </a:prstGeom>
            <a:ln w="4582">
              <a:solidFill>
                <a:srgbClr val="DCDCDC"/>
              </a:solidFill>
              <a:prstDash val="solid"/>
            </a:ln>
          </p:spPr>
          <p:style>
            <a:lnRef idx="1">
              <a:srgbClr val="282D32"/>
            </a:lnRef>
            <a:fillRef idx="0">
              <a:srgbClr val="282D32"/>
            </a:fillRef>
            <a:effectRef idx="0">
              <a:srgbClr val="282D32"/>
            </a:effectRef>
            <a:fontRef idx="minor">
              <a:srgbClr val="000000"/>
            </a:fontRef>
          </p:style>
        </p:cxnSp>
      </p:grpSp>
      <p:grpSp>
        <p:nvGrpSpPr>
          <p:cNvPr id="30" name="Component 30">
            <a:extLst>
              <a:ext uri="{FF2B5EF4-FFF2-40B4-BE49-F238E27FC236}">
                <a16:creationId xmlns:a16="http://schemas.microsoft.com/office/drawing/2014/main" id="{7F0E41AE-7DF3-4E06-A43D-4CEC02CB87E1}"/>
              </a:ext>
            </a:extLst>
          </p:cNvPr>
          <p:cNvGrpSpPr/>
          <p:nvPr/>
        </p:nvGrpSpPr>
        <p:grpSpPr>
          <a:xfrm>
            <a:off x="8535996" y="1463040"/>
            <a:ext cx="1216007" cy="2194560"/>
            <a:chOff x="7264349" y="1463040"/>
            <a:chExt cx="1216007" cy="2194560"/>
          </a:xfrm>
        </p:grpSpPr>
        <p:sp>
          <p:nvSpPr>
            <p:cNvPr id="31" name="Component 31">
              <a:extLst>
                <a:ext uri="{FF2B5EF4-FFF2-40B4-BE49-F238E27FC236}">
                  <a16:creationId xmlns:a16="http://schemas.microsoft.com/office/drawing/2014/main" id="{C8BBA05B-3CCD-4AD3-B251-4BCB9CB78BCC}"/>
                </a:ext>
              </a:extLst>
            </p:cNvPr>
            <p:cNvSpPr txBox="1"/>
            <p:nvPr/>
          </p:nvSpPr>
          <p:spPr>
            <a:xfrm>
              <a:off x="7264349" y="1890418"/>
              <a:ext cx="1216007" cy="1767181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>
                    <a:gsLst>
                      <a:gs pos="0">
                        <a:srgbClr val="7B9CFE">
                          <a:lumMod val="20000"/>
                          <a:lumOff val="8000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</a:gradFill>
                </a:rPr>
                <a:t>CEO</a:t>
              </a:r>
            </a:p>
          </p:txBody>
        </p:sp>
        <p:sp>
          <p:nvSpPr>
            <p:cNvPr id="32" name="Component 32">
              <a:extLst>
                <a:ext uri="{FF2B5EF4-FFF2-40B4-BE49-F238E27FC236}">
                  <a16:creationId xmlns:a16="http://schemas.microsoft.com/office/drawing/2014/main" id="{E56FDF49-D060-4B60-9F77-3FF285192618}"/>
                </a:ext>
              </a:extLst>
            </p:cNvPr>
            <p:cNvSpPr txBox="1"/>
            <p:nvPr/>
          </p:nvSpPr>
          <p:spPr>
            <a:xfrm>
              <a:off x="7264349" y="188618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297"/>
                          <a:lumOff val="7970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CTO</a:t>
              </a:r>
            </a:p>
          </p:txBody>
        </p:sp>
        <p:sp>
          <p:nvSpPr>
            <p:cNvPr id="33" name="Component 33">
              <a:extLst>
                <a:ext uri="{FF2B5EF4-FFF2-40B4-BE49-F238E27FC236}">
                  <a16:creationId xmlns:a16="http://schemas.microsoft.com/office/drawing/2014/main" id="{2FBCC2F6-76CA-4539-9701-D733ACB8734E}"/>
                </a:ext>
              </a:extLst>
            </p:cNvPr>
            <p:cNvSpPr txBox="1"/>
            <p:nvPr/>
          </p:nvSpPr>
          <p:spPr>
            <a:xfrm>
              <a:off x="7264349" y="188195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594"/>
                          <a:lumOff val="7940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CFO</a:t>
              </a:r>
            </a:p>
          </p:txBody>
        </p:sp>
        <p:sp>
          <p:nvSpPr>
            <p:cNvPr id="34" name="Component 34">
              <a:extLst>
                <a:ext uri="{FF2B5EF4-FFF2-40B4-BE49-F238E27FC236}">
                  <a16:creationId xmlns:a16="http://schemas.microsoft.com/office/drawing/2014/main" id="{F55D5AAC-59D2-4BD4-A818-05F6854B68BF}"/>
                </a:ext>
              </a:extLst>
            </p:cNvPr>
            <p:cNvSpPr txBox="1"/>
            <p:nvPr/>
          </p:nvSpPr>
          <p:spPr>
            <a:xfrm>
              <a:off x="7264349" y="187772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891"/>
                          <a:lumOff val="7910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5" name="Component 35">
              <a:extLst>
                <a:ext uri="{FF2B5EF4-FFF2-40B4-BE49-F238E27FC236}">
                  <a16:creationId xmlns:a16="http://schemas.microsoft.com/office/drawing/2014/main" id="{47B20596-0B71-4F58-B4F1-58B7FD30ED1E}"/>
                </a:ext>
              </a:extLst>
            </p:cNvPr>
            <p:cNvSpPr txBox="1"/>
            <p:nvPr/>
          </p:nvSpPr>
          <p:spPr>
            <a:xfrm>
              <a:off x="7264349" y="187349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188"/>
                          <a:lumOff val="7881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6" name="Component 36">
              <a:extLst>
                <a:ext uri="{FF2B5EF4-FFF2-40B4-BE49-F238E27FC236}">
                  <a16:creationId xmlns:a16="http://schemas.microsoft.com/office/drawing/2014/main" id="{1255BF07-0380-443F-B4F7-B58486545EA0}"/>
                </a:ext>
              </a:extLst>
            </p:cNvPr>
            <p:cNvSpPr txBox="1"/>
            <p:nvPr/>
          </p:nvSpPr>
          <p:spPr>
            <a:xfrm>
              <a:off x="7264349" y="186926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485"/>
                          <a:lumOff val="7851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7" name="Component 37">
              <a:extLst>
                <a:ext uri="{FF2B5EF4-FFF2-40B4-BE49-F238E27FC236}">
                  <a16:creationId xmlns:a16="http://schemas.microsoft.com/office/drawing/2014/main" id="{88CA9E54-82BC-4B30-BCD9-217F6B4EDC8D}"/>
                </a:ext>
              </a:extLst>
            </p:cNvPr>
            <p:cNvSpPr txBox="1"/>
            <p:nvPr/>
          </p:nvSpPr>
          <p:spPr>
            <a:xfrm>
              <a:off x="7264349" y="186502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782"/>
                          <a:lumOff val="7821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8" name="Component 38">
              <a:extLst>
                <a:ext uri="{FF2B5EF4-FFF2-40B4-BE49-F238E27FC236}">
                  <a16:creationId xmlns:a16="http://schemas.microsoft.com/office/drawing/2014/main" id="{B4F046EF-5EF2-423A-8061-BC44B5533EF2}"/>
                </a:ext>
              </a:extLst>
            </p:cNvPr>
            <p:cNvSpPr txBox="1"/>
            <p:nvPr/>
          </p:nvSpPr>
          <p:spPr>
            <a:xfrm>
              <a:off x="7264349" y="186079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079"/>
                          <a:lumOff val="7792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9" name="Component 39">
              <a:extLst>
                <a:ext uri="{FF2B5EF4-FFF2-40B4-BE49-F238E27FC236}">
                  <a16:creationId xmlns:a16="http://schemas.microsoft.com/office/drawing/2014/main" id="{598CDBB5-6E57-4AF1-A760-480602B6F9FF}"/>
                </a:ext>
              </a:extLst>
            </p:cNvPr>
            <p:cNvSpPr txBox="1"/>
            <p:nvPr/>
          </p:nvSpPr>
          <p:spPr>
            <a:xfrm>
              <a:off x="7264349" y="185656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376"/>
                          <a:lumOff val="7762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0" name="Component 40">
              <a:extLst>
                <a:ext uri="{FF2B5EF4-FFF2-40B4-BE49-F238E27FC236}">
                  <a16:creationId xmlns:a16="http://schemas.microsoft.com/office/drawing/2014/main" id="{2E8D5AE5-BB8D-4BD7-9AEC-16EDA7B56F06}"/>
                </a:ext>
              </a:extLst>
            </p:cNvPr>
            <p:cNvSpPr txBox="1"/>
            <p:nvPr/>
          </p:nvSpPr>
          <p:spPr>
            <a:xfrm>
              <a:off x="7264349" y="185233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673"/>
                          <a:lumOff val="7732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1" name="Component 41">
              <a:extLst>
                <a:ext uri="{FF2B5EF4-FFF2-40B4-BE49-F238E27FC236}">
                  <a16:creationId xmlns:a16="http://schemas.microsoft.com/office/drawing/2014/main" id="{458B4E88-D3C9-4925-B994-080F9CAE465B}"/>
                </a:ext>
              </a:extLst>
            </p:cNvPr>
            <p:cNvSpPr txBox="1"/>
            <p:nvPr/>
          </p:nvSpPr>
          <p:spPr>
            <a:xfrm>
              <a:off x="7264349" y="184810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970"/>
                          <a:lumOff val="7703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2" name="Component 42">
              <a:extLst>
                <a:ext uri="{FF2B5EF4-FFF2-40B4-BE49-F238E27FC236}">
                  <a16:creationId xmlns:a16="http://schemas.microsoft.com/office/drawing/2014/main" id="{FAFE13D4-E1BC-4BBE-A39A-99BA96BD0E35}"/>
                </a:ext>
              </a:extLst>
            </p:cNvPr>
            <p:cNvSpPr txBox="1"/>
            <p:nvPr/>
          </p:nvSpPr>
          <p:spPr>
            <a:xfrm>
              <a:off x="7264349" y="184387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267"/>
                          <a:lumOff val="7673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3" name="Component 43">
              <a:extLst>
                <a:ext uri="{FF2B5EF4-FFF2-40B4-BE49-F238E27FC236}">
                  <a16:creationId xmlns:a16="http://schemas.microsoft.com/office/drawing/2014/main" id="{2BE14408-72E9-42E3-9EA6-7CF1C80E6D39}"/>
                </a:ext>
              </a:extLst>
            </p:cNvPr>
            <p:cNvSpPr txBox="1"/>
            <p:nvPr/>
          </p:nvSpPr>
          <p:spPr>
            <a:xfrm>
              <a:off x="7264349" y="183964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564"/>
                          <a:lumOff val="7643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4" name="Component 44">
              <a:extLst>
                <a:ext uri="{FF2B5EF4-FFF2-40B4-BE49-F238E27FC236}">
                  <a16:creationId xmlns:a16="http://schemas.microsoft.com/office/drawing/2014/main" id="{DA925527-09EE-4B41-B029-876B20F6BC8E}"/>
                </a:ext>
              </a:extLst>
            </p:cNvPr>
            <p:cNvSpPr txBox="1"/>
            <p:nvPr/>
          </p:nvSpPr>
          <p:spPr>
            <a:xfrm>
              <a:off x="7264349" y="183540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861"/>
                          <a:lumOff val="7613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5" name="Component 45">
              <a:extLst>
                <a:ext uri="{FF2B5EF4-FFF2-40B4-BE49-F238E27FC236}">
                  <a16:creationId xmlns:a16="http://schemas.microsoft.com/office/drawing/2014/main" id="{8672B23D-20D7-45E7-91F4-CE1E3CA0325A}"/>
                </a:ext>
              </a:extLst>
            </p:cNvPr>
            <p:cNvSpPr txBox="1"/>
            <p:nvPr/>
          </p:nvSpPr>
          <p:spPr>
            <a:xfrm>
              <a:off x="7264349" y="183117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158"/>
                          <a:lumOff val="7584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6" name="Component 46">
              <a:extLst>
                <a:ext uri="{FF2B5EF4-FFF2-40B4-BE49-F238E27FC236}">
                  <a16:creationId xmlns:a16="http://schemas.microsoft.com/office/drawing/2014/main" id="{1CEFC132-0C9B-45F0-AEFD-8A81C1C0B594}"/>
                </a:ext>
              </a:extLst>
            </p:cNvPr>
            <p:cNvSpPr txBox="1"/>
            <p:nvPr/>
          </p:nvSpPr>
          <p:spPr>
            <a:xfrm>
              <a:off x="7264349" y="182694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455"/>
                          <a:lumOff val="7554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7" name="Component 47">
              <a:extLst>
                <a:ext uri="{FF2B5EF4-FFF2-40B4-BE49-F238E27FC236}">
                  <a16:creationId xmlns:a16="http://schemas.microsoft.com/office/drawing/2014/main" id="{CC0B3F1F-AAF3-4644-B593-7A3E496266CC}"/>
                </a:ext>
              </a:extLst>
            </p:cNvPr>
            <p:cNvSpPr txBox="1"/>
            <p:nvPr/>
          </p:nvSpPr>
          <p:spPr>
            <a:xfrm>
              <a:off x="7264349" y="182271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752"/>
                          <a:lumOff val="7524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8" name="Component 48">
              <a:extLst>
                <a:ext uri="{FF2B5EF4-FFF2-40B4-BE49-F238E27FC236}">
                  <a16:creationId xmlns:a16="http://schemas.microsoft.com/office/drawing/2014/main" id="{940DFA09-BEF5-4683-909A-947CB65616B0}"/>
                </a:ext>
              </a:extLst>
            </p:cNvPr>
            <p:cNvSpPr txBox="1"/>
            <p:nvPr/>
          </p:nvSpPr>
          <p:spPr>
            <a:xfrm>
              <a:off x="7264349" y="181848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050"/>
                          <a:lumOff val="749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9" name="Component 49">
              <a:extLst>
                <a:ext uri="{FF2B5EF4-FFF2-40B4-BE49-F238E27FC236}">
                  <a16:creationId xmlns:a16="http://schemas.microsoft.com/office/drawing/2014/main" id="{D383ACB3-A7C9-4B65-A229-F6588B33BBF9}"/>
                </a:ext>
              </a:extLst>
            </p:cNvPr>
            <p:cNvSpPr txBox="1"/>
            <p:nvPr/>
          </p:nvSpPr>
          <p:spPr>
            <a:xfrm>
              <a:off x="7264349" y="181425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347"/>
                          <a:lumOff val="7465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0" name="Component 50">
              <a:extLst>
                <a:ext uri="{FF2B5EF4-FFF2-40B4-BE49-F238E27FC236}">
                  <a16:creationId xmlns:a16="http://schemas.microsoft.com/office/drawing/2014/main" id="{C9707471-09E8-4A0E-A06A-1B66F284FA7F}"/>
                </a:ext>
              </a:extLst>
            </p:cNvPr>
            <p:cNvSpPr txBox="1"/>
            <p:nvPr/>
          </p:nvSpPr>
          <p:spPr>
            <a:xfrm>
              <a:off x="7264349" y="181002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644"/>
                          <a:lumOff val="7435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1" name="Component 51">
              <a:extLst>
                <a:ext uri="{FF2B5EF4-FFF2-40B4-BE49-F238E27FC236}">
                  <a16:creationId xmlns:a16="http://schemas.microsoft.com/office/drawing/2014/main" id="{A2F76381-8E68-4DE9-B97A-9F56C1A147CE}"/>
                </a:ext>
              </a:extLst>
            </p:cNvPr>
            <p:cNvSpPr txBox="1"/>
            <p:nvPr/>
          </p:nvSpPr>
          <p:spPr>
            <a:xfrm>
              <a:off x="7264349" y="180578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941"/>
                          <a:lumOff val="7405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2" name="Component 52">
              <a:extLst>
                <a:ext uri="{FF2B5EF4-FFF2-40B4-BE49-F238E27FC236}">
                  <a16:creationId xmlns:a16="http://schemas.microsoft.com/office/drawing/2014/main" id="{6B42E065-C740-46DC-99C0-E126086DA438}"/>
                </a:ext>
              </a:extLst>
            </p:cNvPr>
            <p:cNvSpPr txBox="1"/>
            <p:nvPr/>
          </p:nvSpPr>
          <p:spPr>
            <a:xfrm>
              <a:off x="7264349" y="180155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238"/>
                          <a:lumOff val="7376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3" name="Component 53">
              <a:extLst>
                <a:ext uri="{FF2B5EF4-FFF2-40B4-BE49-F238E27FC236}">
                  <a16:creationId xmlns:a16="http://schemas.microsoft.com/office/drawing/2014/main" id="{910E3D37-18D3-46C4-8911-0CA40BED6133}"/>
                </a:ext>
              </a:extLst>
            </p:cNvPr>
            <p:cNvSpPr txBox="1"/>
            <p:nvPr/>
          </p:nvSpPr>
          <p:spPr>
            <a:xfrm>
              <a:off x="7264349" y="179732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535"/>
                          <a:lumOff val="7346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4" name="Component 54">
              <a:extLst>
                <a:ext uri="{FF2B5EF4-FFF2-40B4-BE49-F238E27FC236}">
                  <a16:creationId xmlns:a16="http://schemas.microsoft.com/office/drawing/2014/main" id="{045CBA46-6E1F-48F1-B6DA-E83F35DE99A3}"/>
                </a:ext>
              </a:extLst>
            </p:cNvPr>
            <p:cNvSpPr txBox="1"/>
            <p:nvPr/>
          </p:nvSpPr>
          <p:spPr>
            <a:xfrm>
              <a:off x="7264349" y="179309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832"/>
                          <a:lumOff val="7316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5" name="Component 55">
              <a:extLst>
                <a:ext uri="{FF2B5EF4-FFF2-40B4-BE49-F238E27FC236}">
                  <a16:creationId xmlns:a16="http://schemas.microsoft.com/office/drawing/2014/main" id="{414B0D44-07C7-4F19-9A4B-993F546FCDD6}"/>
                </a:ext>
              </a:extLst>
            </p:cNvPr>
            <p:cNvSpPr txBox="1"/>
            <p:nvPr/>
          </p:nvSpPr>
          <p:spPr>
            <a:xfrm>
              <a:off x="7264349" y="178886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129"/>
                          <a:lumOff val="7287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6" name="Component 56">
              <a:extLst>
                <a:ext uri="{FF2B5EF4-FFF2-40B4-BE49-F238E27FC236}">
                  <a16:creationId xmlns:a16="http://schemas.microsoft.com/office/drawing/2014/main" id="{AEF1570F-3204-452C-BAC6-4905A49C1FFB}"/>
                </a:ext>
              </a:extLst>
            </p:cNvPr>
            <p:cNvSpPr txBox="1"/>
            <p:nvPr/>
          </p:nvSpPr>
          <p:spPr>
            <a:xfrm>
              <a:off x="7264349" y="178463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426"/>
                          <a:lumOff val="7257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7" name="Component 57">
              <a:extLst>
                <a:ext uri="{FF2B5EF4-FFF2-40B4-BE49-F238E27FC236}">
                  <a16:creationId xmlns:a16="http://schemas.microsoft.com/office/drawing/2014/main" id="{C6624C01-3AE4-4DDB-B14D-CE43E321633E}"/>
                </a:ext>
              </a:extLst>
            </p:cNvPr>
            <p:cNvSpPr txBox="1"/>
            <p:nvPr/>
          </p:nvSpPr>
          <p:spPr>
            <a:xfrm>
              <a:off x="7264349" y="178040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723"/>
                          <a:lumOff val="7227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8" name="Component 58">
              <a:extLst>
                <a:ext uri="{FF2B5EF4-FFF2-40B4-BE49-F238E27FC236}">
                  <a16:creationId xmlns:a16="http://schemas.microsoft.com/office/drawing/2014/main" id="{92BD86FD-7765-4CFB-AECE-14DAD1CA8D1A}"/>
                </a:ext>
              </a:extLst>
            </p:cNvPr>
            <p:cNvSpPr txBox="1"/>
            <p:nvPr/>
          </p:nvSpPr>
          <p:spPr>
            <a:xfrm>
              <a:off x="7264349" y="177616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020"/>
                          <a:lumOff val="7198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9" name="Component 59">
              <a:extLst>
                <a:ext uri="{FF2B5EF4-FFF2-40B4-BE49-F238E27FC236}">
                  <a16:creationId xmlns:a16="http://schemas.microsoft.com/office/drawing/2014/main" id="{7BBE5260-2901-4B97-9C3F-5BE21F581F57}"/>
                </a:ext>
              </a:extLst>
            </p:cNvPr>
            <p:cNvSpPr txBox="1"/>
            <p:nvPr/>
          </p:nvSpPr>
          <p:spPr>
            <a:xfrm>
              <a:off x="7264349" y="177193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317"/>
                          <a:lumOff val="7168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0" name="Component 60">
              <a:extLst>
                <a:ext uri="{FF2B5EF4-FFF2-40B4-BE49-F238E27FC236}">
                  <a16:creationId xmlns:a16="http://schemas.microsoft.com/office/drawing/2014/main" id="{2A961F6D-04B4-4D39-ABB9-B6564EC8DDBD}"/>
                </a:ext>
              </a:extLst>
            </p:cNvPr>
            <p:cNvSpPr txBox="1"/>
            <p:nvPr/>
          </p:nvSpPr>
          <p:spPr>
            <a:xfrm>
              <a:off x="7264349" y="176770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614"/>
                          <a:lumOff val="7138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1" name="Component 61">
              <a:extLst>
                <a:ext uri="{FF2B5EF4-FFF2-40B4-BE49-F238E27FC236}">
                  <a16:creationId xmlns:a16="http://schemas.microsoft.com/office/drawing/2014/main" id="{6DB986F5-949C-485A-AA36-DC09ACCEA15A}"/>
                </a:ext>
              </a:extLst>
            </p:cNvPr>
            <p:cNvSpPr txBox="1"/>
            <p:nvPr/>
          </p:nvSpPr>
          <p:spPr>
            <a:xfrm>
              <a:off x="7264349" y="176347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911"/>
                          <a:lumOff val="7108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2" name="Component 62">
              <a:extLst>
                <a:ext uri="{FF2B5EF4-FFF2-40B4-BE49-F238E27FC236}">
                  <a16:creationId xmlns:a16="http://schemas.microsoft.com/office/drawing/2014/main" id="{76838AC6-33BE-4831-9B7C-E92B9A6B59BF}"/>
                </a:ext>
              </a:extLst>
            </p:cNvPr>
            <p:cNvSpPr txBox="1"/>
            <p:nvPr/>
          </p:nvSpPr>
          <p:spPr>
            <a:xfrm>
              <a:off x="7264349" y="175924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208"/>
                          <a:lumOff val="7079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3" name="Component 63">
              <a:extLst>
                <a:ext uri="{FF2B5EF4-FFF2-40B4-BE49-F238E27FC236}">
                  <a16:creationId xmlns:a16="http://schemas.microsoft.com/office/drawing/2014/main" id="{BFF98A96-8398-44DC-A72C-D2AFFE27B399}"/>
                </a:ext>
              </a:extLst>
            </p:cNvPr>
            <p:cNvSpPr txBox="1"/>
            <p:nvPr/>
          </p:nvSpPr>
          <p:spPr>
            <a:xfrm>
              <a:off x="7264349" y="175501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505"/>
                          <a:lumOff val="7049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4" name="Component 64">
              <a:extLst>
                <a:ext uri="{FF2B5EF4-FFF2-40B4-BE49-F238E27FC236}">
                  <a16:creationId xmlns:a16="http://schemas.microsoft.com/office/drawing/2014/main" id="{EC7AB00D-8E7A-42AC-8B4E-D9C8B46334B0}"/>
                </a:ext>
              </a:extLst>
            </p:cNvPr>
            <p:cNvSpPr txBox="1"/>
            <p:nvPr/>
          </p:nvSpPr>
          <p:spPr>
            <a:xfrm>
              <a:off x="7264349" y="175078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802"/>
                          <a:lumOff val="7019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5" name="Component 65">
              <a:extLst>
                <a:ext uri="{FF2B5EF4-FFF2-40B4-BE49-F238E27FC236}">
                  <a16:creationId xmlns:a16="http://schemas.microsoft.com/office/drawing/2014/main" id="{DE116666-3DF2-4100-BD1B-925F310B9DAF}"/>
                </a:ext>
              </a:extLst>
            </p:cNvPr>
            <p:cNvSpPr txBox="1"/>
            <p:nvPr/>
          </p:nvSpPr>
          <p:spPr>
            <a:xfrm>
              <a:off x="7264349" y="174654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099"/>
                          <a:lumOff val="6990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6" name="Component 66">
              <a:extLst>
                <a:ext uri="{FF2B5EF4-FFF2-40B4-BE49-F238E27FC236}">
                  <a16:creationId xmlns:a16="http://schemas.microsoft.com/office/drawing/2014/main" id="{E818C665-85DA-4E00-97DC-6E2DE645718F}"/>
                </a:ext>
              </a:extLst>
            </p:cNvPr>
            <p:cNvSpPr txBox="1"/>
            <p:nvPr/>
          </p:nvSpPr>
          <p:spPr>
            <a:xfrm>
              <a:off x="7264349" y="174231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396"/>
                          <a:lumOff val="6960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7" name="Component 67">
              <a:extLst>
                <a:ext uri="{FF2B5EF4-FFF2-40B4-BE49-F238E27FC236}">
                  <a16:creationId xmlns:a16="http://schemas.microsoft.com/office/drawing/2014/main" id="{46063CA9-37D0-4DD1-9E7A-4DD095FDA629}"/>
                </a:ext>
              </a:extLst>
            </p:cNvPr>
            <p:cNvSpPr txBox="1"/>
            <p:nvPr/>
          </p:nvSpPr>
          <p:spPr>
            <a:xfrm>
              <a:off x="7264349" y="173808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693"/>
                          <a:lumOff val="6930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8" name="Component 68">
              <a:extLst>
                <a:ext uri="{FF2B5EF4-FFF2-40B4-BE49-F238E27FC236}">
                  <a16:creationId xmlns:a16="http://schemas.microsoft.com/office/drawing/2014/main" id="{29051D82-5E74-4A1F-8E1A-451237C0703A}"/>
                </a:ext>
              </a:extLst>
            </p:cNvPr>
            <p:cNvSpPr txBox="1"/>
            <p:nvPr/>
          </p:nvSpPr>
          <p:spPr>
            <a:xfrm>
              <a:off x="7264349" y="173385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990"/>
                          <a:lumOff val="6901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9" name="Component 69">
              <a:extLst>
                <a:ext uri="{FF2B5EF4-FFF2-40B4-BE49-F238E27FC236}">
                  <a16:creationId xmlns:a16="http://schemas.microsoft.com/office/drawing/2014/main" id="{94E9961F-C15A-4AB3-AFE3-8ECA651E1644}"/>
                </a:ext>
              </a:extLst>
            </p:cNvPr>
            <p:cNvSpPr txBox="1"/>
            <p:nvPr/>
          </p:nvSpPr>
          <p:spPr>
            <a:xfrm>
              <a:off x="7264349" y="172962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287"/>
                          <a:lumOff val="6871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0" name="Component 70">
              <a:extLst>
                <a:ext uri="{FF2B5EF4-FFF2-40B4-BE49-F238E27FC236}">
                  <a16:creationId xmlns:a16="http://schemas.microsoft.com/office/drawing/2014/main" id="{3877700A-12D1-42E9-8F37-EA4007AF0273}"/>
                </a:ext>
              </a:extLst>
            </p:cNvPr>
            <p:cNvSpPr txBox="1"/>
            <p:nvPr/>
          </p:nvSpPr>
          <p:spPr>
            <a:xfrm>
              <a:off x="7264349" y="172539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584"/>
                          <a:lumOff val="6841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1" name="Component 71">
              <a:extLst>
                <a:ext uri="{FF2B5EF4-FFF2-40B4-BE49-F238E27FC236}">
                  <a16:creationId xmlns:a16="http://schemas.microsoft.com/office/drawing/2014/main" id="{7621B131-EF02-425A-8A77-9770401AEB44}"/>
                </a:ext>
              </a:extLst>
            </p:cNvPr>
            <p:cNvSpPr txBox="1"/>
            <p:nvPr/>
          </p:nvSpPr>
          <p:spPr>
            <a:xfrm>
              <a:off x="7264349" y="172115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881"/>
                          <a:lumOff val="6811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2" name="Component 72">
              <a:extLst>
                <a:ext uri="{FF2B5EF4-FFF2-40B4-BE49-F238E27FC236}">
                  <a16:creationId xmlns:a16="http://schemas.microsoft.com/office/drawing/2014/main" id="{AF69C32C-7625-46AC-980B-C92294AC25CB}"/>
                </a:ext>
              </a:extLst>
            </p:cNvPr>
            <p:cNvSpPr txBox="1"/>
            <p:nvPr/>
          </p:nvSpPr>
          <p:spPr>
            <a:xfrm>
              <a:off x="7264349" y="171692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178"/>
                          <a:lumOff val="6782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3" name="Component 73">
              <a:extLst>
                <a:ext uri="{FF2B5EF4-FFF2-40B4-BE49-F238E27FC236}">
                  <a16:creationId xmlns:a16="http://schemas.microsoft.com/office/drawing/2014/main" id="{A7CF595B-161B-41EE-8896-3A622890F4AD}"/>
                </a:ext>
              </a:extLst>
            </p:cNvPr>
            <p:cNvSpPr txBox="1"/>
            <p:nvPr/>
          </p:nvSpPr>
          <p:spPr>
            <a:xfrm>
              <a:off x="7264349" y="171269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475"/>
                          <a:lumOff val="6752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4" name="Component 74">
              <a:extLst>
                <a:ext uri="{FF2B5EF4-FFF2-40B4-BE49-F238E27FC236}">
                  <a16:creationId xmlns:a16="http://schemas.microsoft.com/office/drawing/2014/main" id="{8BECC859-28AA-4528-8609-CE3770E706A7}"/>
                </a:ext>
              </a:extLst>
            </p:cNvPr>
            <p:cNvSpPr txBox="1"/>
            <p:nvPr/>
          </p:nvSpPr>
          <p:spPr>
            <a:xfrm>
              <a:off x="7264349" y="170846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772"/>
                          <a:lumOff val="6722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5" name="Component 75">
              <a:extLst>
                <a:ext uri="{FF2B5EF4-FFF2-40B4-BE49-F238E27FC236}">
                  <a16:creationId xmlns:a16="http://schemas.microsoft.com/office/drawing/2014/main" id="{8494F1FB-123D-4051-9F0F-E62303F7CEBD}"/>
                </a:ext>
              </a:extLst>
            </p:cNvPr>
            <p:cNvSpPr txBox="1"/>
            <p:nvPr/>
          </p:nvSpPr>
          <p:spPr>
            <a:xfrm>
              <a:off x="7264349" y="170423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069"/>
                          <a:lumOff val="6693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6" name="Component 76">
              <a:extLst>
                <a:ext uri="{FF2B5EF4-FFF2-40B4-BE49-F238E27FC236}">
                  <a16:creationId xmlns:a16="http://schemas.microsoft.com/office/drawing/2014/main" id="{E0E7DBF9-AA8E-4D51-B4CD-14B21067AF09}"/>
                </a:ext>
              </a:extLst>
            </p:cNvPr>
            <p:cNvSpPr txBox="1"/>
            <p:nvPr/>
          </p:nvSpPr>
          <p:spPr>
            <a:xfrm>
              <a:off x="7264349" y="170000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366"/>
                          <a:lumOff val="6663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7" name="Component 77">
              <a:extLst>
                <a:ext uri="{FF2B5EF4-FFF2-40B4-BE49-F238E27FC236}">
                  <a16:creationId xmlns:a16="http://schemas.microsoft.com/office/drawing/2014/main" id="{583B9301-B6B9-4AAB-A601-6B085772501A}"/>
                </a:ext>
              </a:extLst>
            </p:cNvPr>
            <p:cNvSpPr txBox="1"/>
            <p:nvPr/>
          </p:nvSpPr>
          <p:spPr>
            <a:xfrm>
              <a:off x="7264349" y="169577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663"/>
                          <a:lumOff val="6633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8" name="Component 78">
              <a:extLst>
                <a:ext uri="{FF2B5EF4-FFF2-40B4-BE49-F238E27FC236}">
                  <a16:creationId xmlns:a16="http://schemas.microsoft.com/office/drawing/2014/main" id="{06775919-2F1E-472B-95D9-9E51BB84000C}"/>
                </a:ext>
              </a:extLst>
            </p:cNvPr>
            <p:cNvSpPr txBox="1"/>
            <p:nvPr/>
          </p:nvSpPr>
          <p:spPr>
            <a:xfrm>
              <a:off x="7264349" y="169153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960"/>
                          <a:lumOff val="6604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9" name="Component 79">
              <a:extLst>
                <a:ext uri="{FF2B5EF4-FFF2-40B4-BE49-F238E27FC236}">
                  <a16:creationId xmlns:a16="http://schemas.microsoft.com/office/drawing/2014/main" id="{13711520-901E-43E3-80F9-C799DE95673D}"/>
                </a:ext>
              </a:extLst>
            </p:cNvPr>
            <p:cNvSpPr txBox="1"/>
            <p:nvPr/>
          </p:nvSpPr>
          <p:spPr>
            <a:xfrm>
              <a:off x="7264349" y="168730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257"/>
                          <a:lumOff val="6574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0" name="Component 80">
              <a:extLst>
                <a:ext uri="{FF2B5EF4-FFF2-40B4-BE49-F238E27FC236}">
                  <a16:creationId xmlns:a16="http://schemas.microsoft.com/office/drawing/2014/main" id="{10208916-F7F3-4CBD-9000-046CB03E05CF}"/>
                </a:ext>
              </a:extLst>
            </p:cNvPr>
            <p:cNvSpPr txBox="1"/>
            <p:nvPr/>
          </p:nvSpPr>
          <p:spPr>
            <a:xfrm>
              <a:off x="7264349" y="168307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554"/>
                          <a:lumOff val="6544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1" name="Component 81">
              <a:extLst>
                <a:ext uri="{FF2B5EF4-FFF2-40B4-BE49-F238E27FC236}">
                  <a16:creationId xmlns:a16="http://schemas.microsoft.com/office/drawing/2014/main" id="{B7556ED9-762C-4CB1-B1B8-0E661103BE24}"/>
                </a:ext>
              </a:extLst>
            </p:cNvPr>
            <p:cNvSpPr txBox="1"/>
            <p:nvPr/>
          </p:nvSpPr>
          <p:spPr>
            <a:xfrm>
              <a:off x="7264349" y="167884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851"/>
                          <a:lumOff val="6514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2" name="Component 82">
              <a:extLst>
                <a:ext uri="{FF2B5EF4-FFF2-40B4-BE49-F238E27FC236}">
                  <a16:creationId xmlns:a16="http://schemas.microsoft.com/office/drawing/2014/main" id="{4EEA453C-4469-46A3-9A6B-FF0476772BA3}"/>
                </a:ext>
              </a:extLst>
            </p:cNvPr>
            <p:cNvSpPr txBox="1"/>
            <p:nvPr/>
          </p:nvSpPr>
          <p:spPr>
            <a:xfrm>
              <a:off x="7264349" y="167461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149"/>
                          <a:lumOff val="6485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3" name="Component 83">
              <a:extLst>
                <a:ext uri="{FF2B5EF4-FFF2-40B4-BE49-F238E27FC236}">
                  <a16:creationId xmlns:a16="http://schemas.microsoft.com/office/drawing/2014/main" id="{6F802EE6-60B2-4F33-A3D9-294F50F7FEC1}"/>
                </a:ext>
              </a:extLst>
            </p:cNvPr>
            <p:cNvSpPr txBox="1"/>
            <p:nvPr/>
          </p:nvSpPr>
          <p:spPr>
            <a:xfrm>
              <a:off x="7264349" y="167038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446"/>
                          <a:lumOff val="6455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4" name="Component 84">
              <a:extLst>
                <a:ext uri="{FF2B5EF4-FFF2-40B4-BE49-F238E27FC236}">
                  <a16:creationId xmlns:a16="http://schemas.microsoft.com/office/drawing/2014/main" id="{C5B6E354-86A5-4F30-841F-127D772E0F4A}"/>
                </a:ext>
              </a:extLst>
            </p:cNvPr>
            <p:cNvSpPr txBox="1"/>
            <p:nvPr/>
          </p:nvSpPr>
          <p:spPr>
            <a:xfrm>
              <a:off x="7264349" y="166615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743"/>
                          <a:lumOff val="6425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5" name="Component 85">
              <a:extLst>
                <a:ext uri="{FF2B5EF4-FFF2-40B4-BE49-F238E27FC236}">
                  <a16:creationId xmlns:a16="http://schemas.microsoft.com/office/drawing/2014/main" id="{1FCB1995-A5AD-43F8-B254-ADDB72A74A76}"/>
                </a:ext>
              </a:extLst>
            </p:cNvPr>
            <p:cNvSpPr txBox="1"/>
            <p:nvPr/>
          </p:nvSpPr>
          <p:spPr>
            <a:xfrm>
              <a:off x="7264349" y="166191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040"/>
                          <a:lumOff val="6396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6" name="Component 86">
              <a:extLst>
                <a:ext uri="{FF2B5EF4-FFF2-40B4-BE49-F238E27FC236}">
                  <a16:creationId xmlns:a16="http://schemas.microsoft.com/office/drawing/2014/main" id="{AE117B54-ACB9-4875-88E2-92A891F9AB2F}"/>
                </a:ext>
              </a:extLst>
            </p:cNvPr>
            <p:cNvSpPr txBox="1"/>
            <p:nvPr/>
          </p:nvSpPr>
          <p:spPr>
            <a:xfrm>
              <a:off x="7264349" y="165768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337"/>
                          <a:lumOff val="6366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7" name="Component 87">
              <a:extLst>
                <a:ext uri="{FF2B5EF4-FFF2-40B4-BE49-F238E27FC236}">
                  <a16:creationId xmlns:a16="http://schemas.microsoft.com/office/drawing/2014/main" id="{53B14737-8FF7-464C-9F61-BACC30DD5962}"/>
                </a:ext>
              </a:extLst>
            </p:cNvPr>
            <p:cNvSpPr txBox="1"/>
            <p:nvPr/>
          </p:nvSpPr>
          <p:spPr>
            <a:xfrm>
              <a:off x="7264349" y="165345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634"/>
                          <a:lumOff val="6336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8" name="Component 88">
              <a:extLst>
                <a:ext uri="{FF2B5EF4-FFF2-40B4-BE49-F238E27FC236}">
                  <a16:creationId xmlns:a16="http://schemas.microsoft.com/office/drawing/2014/main" id="{D2D81650-3076-4AAD-AF72-D631D7648506}"/>
                </a:ext>
              </a:extLst>
            </p:cNvPr>
            <p:cNvSpPr txBox="1"/>
            <p:nvPr/>
          </p:nvSpPr>
          <p:spPr>
            <a:xfrm>
              <a:off x="7264349" y="164922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931"/>
                          <a:lumOff val="6306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9" name="Component 89">
              <a:extLst>
                <a:ext uri="{FF2B5EF4-FFF2-40B4-BE49-F238E27FC236}">
                  <a16:creationId xmlns:a16="http://schemas.microsoft.com/office/drawing/2014/main" id="{49A0D76C-77F8-4155-A74A-E32FFD083705}"/>
                </a:ext>
              </a:extLst>
            </p:cNvPr>
            <p:cNvSpPr txBox="1"/>
            <p:nvPr/>
          </p:nvSpPr>
          <p:spPr>
            <a:xfrm>
              <a:off x="7264349" y="164499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228"/>
                          <a:lumOff val="6277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0" name="Component 90">
              <a:extLst>
                <a:ext uri="{FF2B5EF4-FFF2-40B4-BE49-F238E27FC236}">
                  <a16:creationId xmlns:a16="http://schemas.microsoft.com/office/drawing/2014/main" id="{D633EC1A-F975-422C-B6C6-B783FA6E25B6}"/>
                </a:ext>
              </a:extLst>
            </p:cNvPr>
            <p:cNvSpPr txBox="1"/>
            <p:nvPr/>
          </p:nvSpPr>
          <p:spPr>
            <a:xfrm>
              <a:off x="7264349" y="164076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525"/>
                          <a:lumOff val="6247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1" name="Component 91">
              <a:extLst>
                <a:ext uri="{FF2B5EF4-FFF2-40B4-BE49-F238E27FC236}">
                  <a16:creationId xmlns:a16="http://schemas.microsoft.com/office/drawing/2014/main" id="{A09E1BE1-EF23-40D8-9B79-602DD12A6C11}"/>
                </a:ext>
              </a:extLst>
            </p:cNvPr>
            <p:cNvSpPr txBox="1"/>
            <p:nvPr/>
          </p:nvSpPr>
          <p:spPr>
            <a:xfrm>
              <a:off x="7264349" y="163653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822"/>
                          <a:lumOff val="6217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2" name="Component 92">
              <a:extLst>
                <a:ext uri="{FF2B5EF4-FFF2-40B4-BE49-F238E27FC236}">
                  <a16:creationId xmlns:a16="http://schemas.microsoft.com/office/drawing/2014/main" id="{21558399-D7CA-4240-BFA8-41BBEE35DFCE}"/>
                </a:ext>
              </a:extLst>
            </p:cNvPr>
            <p:cNvSpPr txBox="1"/>
            <p:nvPr/>
          </p:nvSpPr>
          <p:spPr>
            <a:xfrm>
              <a:off x="7264349" y="163229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119"/>
                          <a:lumOff val="6188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3" name="Component 93">
              <a:extLst>
                <a:ext uri="{FF2B5EF4-FFF2-40B4-BE49-F238E27FC236}">
                  <a16:creationId xmlns:a16="http://schemas.microsoft.com/office/drawing/2014/main" id="{9AA89703-F387-42CB-8FC8-68B5534C5117}"/>
                </a:ext>
              </a:extLst>
            </p:cNvPr>
            <p:cNvSpPr txBox="1"/>
            <p:nvPr/>
          </p:nvSpPr>
          <p:spPr>
            <a:xfrm>
              <a:off x="7264349" y="162806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416"/>
                          <a:lumOff val="6158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4" name="Component 94">
              <a:extLst>
                <a:ext uri="{FF2B5EF4-FFF2-40B4-BE49-F238E27FC236}">
                  <a16:creationId xmlns:a16="http://schemas.microsoft.com/office/drawing/2014/main" id="{52BF28F0-52FC-4331-B104-95C335A53DB2}"/>
                </a:ext>
              </a:extLst>
            </p:cNvPr>
            <p:cNvSpPr txBox="1"/>
            <p:nvPr/>
          </p:nvSpPr>
          <p:spPr>
            <a:xfrm>
              <a:off x="7264349" y="162383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713"/>
                          <a:lumOff val="6128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5" name="Component 95">
              <a:extLst>
                <a:ext uri="{FF2B5EF4-FFF2-40B4-BE49-F238E27FC236}">
                  <a16:creationId xmlns:a16="http://schemas.microsoft.com/office/drawing/2014/main" id="{72E3D105-A177-4784-9C04-7873F871AC95}"/>
                </a:ext>
              </a:extLst>
            </p:cNvPr>
            <p:cNvSpPr txBox="1"/>
            <p:nvPr/>
          </p:nvSpPr>
          <p:spPr>
            <a:xfrm>
              <a:off x="7264349" y="161960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010"/>
                          <a:lumOff val="6099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6" name="Component 96">
              <a:extLst>
                <a:ext uri="{FF2B5EF4-FFF2-40B4-BE49-F238E27FC236}">
                  <a16:creationId xmlns:a16="http://schemas.microsoft.com/office/drawing/2014/main" id="{24BD5457-1658-4F31-B4F9-B33071172745}"/>
                </a:ext>
              </a:extLst>
            </p:cNvPr>
            <p:cNvSpPr txBox="1"/>
            <p:nvPr/>
          </p:nvSpPr>
          <p:spPr>
            <a:xfrm>
              <a:off x="7264349" y="161537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307"/>
                          <a:lumOff val="6069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7" name="Component 97">
              <a:extLst>
                <a:ext uri="{FF2B5EF4-FFF2-40B4-BE49-F238E27FC236}">
                  <a16:creationId xmlns:a16="http://schemas.microsoft.com/office/drawing/2014/main" id="{07E9CF86-2DFA-41AE-AA06-623B40C5FC64}"/>
                </a:ext>
              </a:extLst>
            </p:cNvPr>
            <p:cNvSpPr txBox="1"/>
            <p:nvPr/>
          </p:nvSpPr>
          <p:spPr>
            <a:xfrm>
              <a:off x="7264349" y="161114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604"/>
                          <a:lumOff val="6039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8" name="Component 98">
              <a:extLst>
                <a:ext uri="{FF2B5EF4-FFF2-40B4-BE49-F238E27FC236}">
                  <a16:creationId xmlns:a16="http://schemas.microsoft.com/office/drawing/2014/main" id="{7B45D88D-1B5E-4955-A1EA-51F0CFDEABAD}"/>
                </a:ext>
              </a:extLst>
            </p:cNvPr>
            <p:cNvSpPr txBox="1"/>
            <p:nvPr/>
          </p:nvSpPr>
          <p:spPr>
            <a:xfrm>
              <a:off x="7264349" y="160691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901"/>
                          <a:lumOff val="6009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9" name="Component 99">
              <a:extLst>
                <a:ext uri="{FF2B5EF4-FFF2-40B4-BE49-F238E27FC236}">
                  <a16:creationId xmlns:a16="http://schemas.microsoft.com/office/drawing/2014/main" id="{37BE9A80-5B08-41DF-9FC1-F3DB077179B3}"/>
                </a:ext>
              </a:extLst>
            </p:cNvPr>
            <p:cNvSpPr txBox="1"/>
            <p:nvPr/>
          </p:nvSpPr>
          <p:spPr>
            <a:xfrm>
              <a:off x="7264349" y="160267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198"/>
                          <a:lumOff val="5980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0" name="Component 100">
              <a:extLst>
                <a:ext uri="{FF2B5EF4-FFF2-40B4-BE49-F238E27FC236}">
                  <a16:creationId xmlns:a16="http://schemas.microsoft.com/office/drawing/2014/main" id="{8433EA00-D396-46E7-AD26-45C6550BD902}"/>
                </a:ext>
              </a:extLst>
            </p:cNvPr>
            <p:cNvSpPr txBox="1"/>
            <p:nvPr/>
          </p:nvSpPr>
          <p:spPr>
            <a:xfrm>
              <a:off x="7264349" y="159844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495"/>
                          <a:lumOff val="5950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1" name="Component 101">
              <a:extLst>
                <a:ext uri="{FF2B5EF4-FFF2-40B4-BE49-F238E27FC236}">
                  <a16:creationId xmlns:a16="http://schemas.microsoft.com/office/drawing/2014/main" id="{091893D3-8CDE-4FBE-9C29-5AA5A1160F2C}"/>
                </a:ext>
              </a:extLst>
            </p:cNvPr>
            <p:cNvSpPr txBox="1"/>
            <p:nvPr/>
          </p:nvSpPr>
          <p:spPr>
            <a:xfrm>
              <a:off x="7264349" y="159421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792"/>
                          <a:lumOff val="5920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2" name="Component 102">
              <a:extLst>
                <a:ext uri="{FF2B5EF4-FFF2-40B4-BE49-F238E27FC236}">
                  <a16:creationId xmlns:a16="http://schemas.microsoft.com/office/drawing/2014/main" id="{4CD65C2A-8129-4CBE-87F1-C4DEFC66BD3C}"/>
                </a:ext>
              </a:extLst>
            </p:cNvPr>
            <p:cNvSpPr txBox="1"/>
            <p:nvPr/>
          </p:nvSpPr>
          <p:spPr>
            <a:xfrm>
              <a:off x="7264349" y="158998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089"/>
                          <a:lumOff val="5891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3" name="Component 103">
              <a:extLst>
                <a:ext uri="{FF2B5EF4-FFF2-40B4-BE49-F238E27FC236}">
                  <a16:creationId xmlns:a16="http://schemas.microsoft.com/office/drawing/2014/main" id="{90227C53-8DBC-4EA6-BE99-BADE6F8FD721}"/>
                </a:ext>
              </a:extLst>
            </p:cNvPr>
            <p:cNvSpPr txBox="1"/>
            <p:nvPr/>
          </p:nvSpPr>
          <p:spPr>
            <a:xfrm>
              <a:off x="7264349" y="158575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386"/>
                          <a:lumOff val="5861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4" name="Component 104">
              <a:extLst>
                <a:ext uri="{FF2B5EF4-FFF2-40B4-BE49-F238E27FC236}">
                  <a16:creationId xmlns:a16="http://schemas.microsoft.com/office/drawing/2014/main" id="{642D2992-F2E4-407C-96AA-7831659E639E}"/>
                </a:ext>
              </a:extLst>
            </p:cNvPr>
            <p:cNvSpPr txBox="1"/>
            <p:nvPr/>
          </p:nvSpPr>
          <p:spPr>
            <a:xfrm>
              <a:off x="7264349" y="158152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683"/>
                          <a:lumOff val="5831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5" name="Component 105">
              <a:extLst>
                <a:ext uri="{FF2B5EF4-FFF2-40B4-BE49-F238E27FC236}">
                  <a16:creationId xmlns:a16="http://schemas.microsoft.com/office/drawing/2014/main" id="{1CB9D2E3-EAF0-4C3B-BBD3-F53C43155715}"/>
                </a:ext>
              </a:extLst>
            </p:cNvPr>
            <p:cNvSpPr txBox="1"/>
            <p:nvPr/>
          </p:nvSpPr>
          <p:spPr>
            <a:xfrm>
              <a:off x="7264349" y="157728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980"/>
                          <a:lumOff val="5802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6" name="Component 106">
              <a:extLst>
                <a:ext uri="{FF2B5EF4-FFF2-40B4-BE49-F238E27FC236}">
                  <a16:creationId xmlns:a16="http://schemas.microsoft.com/office/drawing/2014/main" id="{804E35E5-0BE7-4A26-B76F-20399110FB42}"/>
                </a:ext>
              </a:extLst>
            </p:cNvPr>
            <p:cNvSpPr txBox="1"/>
            <p:nvPr/>
          </p:nvSpPr>
          <p:spPr>
            <a:xfrm>
              <a:off x="7264349" y="157305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277"/>
                          <a:lumOff val="5772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7" name="Component 107">
              <a:extLst>
                <a:ext uri="{FF2B5EF4-FFF2-40B4-BE49-F238E27FC236}">
                  <a16:creationId xmlns:a16="http://schemas.microsoft.com/office/drawing/2014/main" id="{8F80A378-8069-43F7-8EEB-62B170B21A56}"/>
                </a:ext>
              </a:extLst>
            </p:cNvPr>
            <p:cNvSpPr txBox="1"/>
            <p:nvPr/>
          </p:nvSpPr>
          <p:spPr>
            <a:xfrm>
              <a:off x="7264349" y="156882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574"/>
                          <a:lumOff val="5742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8" name="Component 108">
              <a:extLst>
                <a:ext uri="{FF2B5EF4-FFF2-40B4-BE49-F238E27FC236}">
                  <a16:creationId xmlns:a16="http://schemas.microsoft.com/office/drawing/2014/main" id="{860046E9-D6B2-49E6-A099-1403FA8BB7D7}"/>
                </a:ext>
              </a:extLst>
            </p:cNvPr>
            <p:cNvSpPr txBox="1"/>
            <p:nvPr/>
          </p:nvSpPr>
          <p:spPr>
            <a:xfrm>
              <a:off x="7264349" y="156459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871"/>
                          <a:lumOff val="5712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9" name="Component 109">
              <a:extLst>
                <a:ext uri="{FF2B5EF4-FFF2-40B4-BE49-F238E27FC236}">
                  <a16:creationId xmlns:a16="http://schemas.microsoft.com/office/drawing/2014/main" id="{46EB53FD-A1C9-47C0-964A-F5BF0B362416}"/>
                </a:ext>
              </a:extLst>
            </p:cNvPr>
            <p:cNvSpPr txBox="1"/>
            <p:nvPr/>
          </p:nvSpPr>
          <p:spPr>
            <a:xfrm>
              <a:off x="7264349" y="156036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168"/>
                          <a:lumOff val="5683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0" name="Component 110">
              <a:extLst>
                <a:ext uri="{FF2B5EF4-FFF2-40B4-BE49-F238E27FC236}">
                  <a16:creationId xmlns:a16="http://schemas.microsoft.com/office/drawing/2014/main" id="{13C4F2B4-927A-4BC6-889A-DC6D25564F72}"/>
                </a:ext>
              </a:extLst>
            </p:cNvPr>
            <p:cNvSpPr txBox="1"/>
            <p:nvPr/>
          </p:nvSpPr>
          <p:spPr>
            <a:xfrm>
              <a:off x="7264349" y="1556132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465"/>
                          <a:lumOff val="5653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1" name="Component 111">
              <a:extLst>
                <a:ext uri="{FF2B5EF4-FFF2-40B4-BE49-F238E27FC236}">
                  <a16:creationId xmlns:a16="http://schemas.microsoft.com/office/drawing/2014/main" id="{6EF69EE4-88F0-4966-9177-D4C0DC4D8B89}"/>
                </a:ext>
              </a:extLst>
            </p:cNvPr>
            <p:cNvSpPr txBox="1"/>
            <p:nvPr/>
          </p:nvSpPr>
          <p:spPr>
            <a:xfrm>
              <a:off x="7264349" y="155190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762"/>
                          <a:lumOff val="5623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2" name="Component 112">
              <a:extLst>
                <a:ext uri="{FF2B5EF4-FFF2-40B4-BE49-F238E27FC236}">
                  <a16:creationId xmlns:a16="http://schemas.microsoft.com/office/drawing/2014/main" id="{752A06B8-625F-45D0-ADCE-2E4B1BED237B}"/>
                </a:ext>
              </a:extLst>
            </p:cNvPr>
            <p:cNvSpPr txBox="1"/>
            <p:nvPr/>
          </p:nvSpPr>
          <p:spPr>
            <a:xfrm>
              <a:off x="7264349" y="1547669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059"/>
                          <a:lumOff val="5594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3" name="Component 113">
              <a:extLst>
                <a:ext uri="{FF2B5EF4-FFF2-40B4-BE49-F238E27FC236}">
                  <a16:creationId xmlns:a16="http://schemas.microsoft.com/office/drawing/2014/main" id="{37589CD9-C244-4F45-840D-55A80D98F6FA}"/>
                </a:ext>
              </a:extLst>
            </p:cNvPr>
            <p:cNvSpPr txBox="1"/>
            <p:nvPr/>
          </p:nvSpPr>
          <p:spPr>
            <a:xfrm>
              <a:off x="7264349" y="154343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356"/>
                          <a:lumOff val="5564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4" name="Component 114">
              <a:extLst>
                <a:ext uri="{FF2B5EF4-FFF2-40B4-BE49-F238E27FC236}">
                  <a16:creationId xmlns:a16="http://schemas.microsoft.com/office/drawing/2014/main" id="{492A2A72-CB04-40BA-ACEC-FE1DEE18FD3A}"/>
                </a:ext>
              </a:extLst>
            </p:cNvPr>
            <p:cNvSpPr txBox="1"/>
            <p:nvPr/>
          </p:nvSpPr>
          <p:spPr>
            <a:xfrm>
              <a:off x="7264349" y="153920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653"/>
                          <a:lumOff val="5534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5" name="Component 115">
              <a:extLst>
                <a:ext uri="{FF2B5EF4-FFF2-40B4-BE49-F238E27FC236}">
                  <a16:creationId xmlns:a16="http://schemas.microsoft.com/office/drawing/2014/main" id="{20D695FB-3110-4C49-B6E3-D9C69E50CCC5}"/>
                </a:ext>
              </a:extLst>
            </p:cNvPr>
            <p:cNvSpPr txBox="1"/>
            <p:nvPr/>
          </p:nvSpPr>
          <p:spPr>
            <a:xfrm>
              <a:off x="7264349" y="1534975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950"/>
                          <a:lumOff val="550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6" name="Component 116">
              <a:extLst>
                <a:ext uri="{FF2B5EF4-FFF2-40B4-BE49-F238E27FC236}">
                  <a16:creationId xmlns:a16="http://schemas.microsoft.com/office/drawing/2014/main" id="{4AB23187-9C29-455C-A40D-644D5A85B886}"/>
                </a:ext>
              </a:extLst>
            </p:cNvPr>
            <p:cNvSpPr txBox="1"/>
            <p:nvPr/>
          </p:nvSpPr>
          <p:spPr>
            <a:xfrm>
              <a:off x="7264349" y="153074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248"/>
                          <a:lumOff val="5475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7" name="Component 117">
              <a:extLst>
                <a:ext uri="{FF2B5EF4-FFF2-40B4-BE49-F238E27FC236}">
                  <a16:creationId xmlns:a16="http://schemas.microsoft.com/office/drawing/2014/main" id="{8C1BE718-62EA-4E72-B339-DED9E9591BD5}"/>
                </a:ext>
              </a:extLst>
            </p:cNvPr>
            <p:cNvSpPr txBox="1"/>
            <p:nvPr/>
          </p:nvSpPr>
          <p:spPr>
            <a:xfrm>
              <a:off x="7264349" y="152651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545"/>
                          <a:lumOff val="5445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8" name="Component 118">
              <a:extLst>
                <a:ext uri="{FF2B5EF4-FFF2-40B4-BE49-F238E27FC236}">
                  <a16:creationId xmlns:a16="http://schemas.microsoft.com/office/drawing/2014/main" id="{BB9E3A1C-B07D-41E2-AB54-14405F8D289D}"/>
                </a:ext>
              </a:extLst>
            </p:cNvPr>
            <p:cNvSpPr txBox="1"/>
            <p:nvPr/>
          </p:nvSpPr>
          <p:spPr>
            <a:xfrm>
              <a:off x="7264349" y="152228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842"/>
                          <a:lumOff val="5415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9" name="Component 119">
              <a:extLst>
                <a:ext uri="{FF2B5EF4-FFF2-40B4-BE49-F238E27FC236}">
                  <a16:creationId xmlns:a16="http://schemas.microsoft.com/office/drawing/2014/main" id="{06018A4A-EE02-4452-937B-190CAD3A48E8}"/>
                </a:ext>
              </a:extLst>
            </p:cNvPr>
            <p:cNvSpPr txBox="1"/>
            <p:nvPr/>
          </p:nvSpPr>
          <p:spPr>
            <a:xfrm>
              <a:off x="7264349" y="151804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139"/>
                          <a:lumOff val="5386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0" name="Component 120">
              <a:extLst>
                <a:ext uri="{FF2B5EF4-FFF2-40B4-BE49-F238E27FC236}">
                  <a16:creationId xmlns:a16="http://schemas.microsoft.com/office/drawing/2014/main" id="{9E938DA2-6B83-4928-A4EF-B00198B78E3F}"/>
                </a:ext>
              </a:extLst>
            </p:cNvPr>
            <p:cNvSpPr txBox="1"/>
            <p:nvPr/>
          </p:nvSpPr>
          <p:spPr>
            <a:xfrm>
              <a:off x="7264349" y="151381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436"/>
                          <a:lumOff val="5356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1" name="Component 121">
              <a:extLst>
                <a:ext uri="{FF2B5EF4-FFF2-40B4-BE49-F238E27FC236}">
                  <a16:creationId xmlns:a16="http://schemas.microsoft.com/office/drawing/2014/main" id="{89519047-E905-4961-8FE8-C12D779CC02F}"/>
                </a:ext>
              </a:extLst>
            </p:cNvPr>
            <p:cNvSpPr txBox="1"/>
            <p:nvPr/>
          </p:nvSpPr>
          <p:spPr>
            <a:xfrm>
              <a:off x="7264349" y="150958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733"/>
                          <a:lumOff val="5326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2" name="Component 122">
              <a:extLst>
                <a:ext uri="{FF2B5EF4-FFF2-40B4-BE49-F238E27FC236}">
                  <a16:creationId xmlns:a16="http://schemas.microsoft.com/office/drawing/2014/main" id="{18C9DFE2-4208-4363-9E5A-083F56FE366C}"/>
                </a:ext>
              </a:extLst>
            </p:cNvPr>
            <p:cNvSpPr txBox="1"/>
            <p:nvPr/>
          </p:nvSpPr>
          <p:spPr>
            <a:xfrm>
              <a:off x="7264349" y="150535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030"/>
                          <a:lumOff val="5297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3" name="Component 123">
              <a:extLst>
                <a:ext uri="{FF2B5EF4-FFF2-40B4-BE49-F238E27FC236}">
                  <a16:creationId xmlns:a16="http://schemas.microsoft.com/office/drawing/2014/main" id="{8C7CA9ED-3C0A-439D-BBEC-6A0143ACECB6}"/>
                </a:ext>
              </a:extLst>
            </p:cNvPr>
            <p:cNvSpPr txBox="1"/>
            <p:nvPr/>
          </p:nvSpPr>
          <p:spPr>
            <a:xfrm>
              <a:off x="7264349" y="150112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327"/>
                          <a:lumOff val="5267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4" name="Component 124">
              <a:extLst>
                <a:ext uri="{FF2B5EF4-FFF2-40B4-BE49-F238E27FC236}">
                  <a16:creationId xmlns:a16="http://schemas.microsoft.com/office/drawing/2014/main" id="{AAFBF48B-D269-4ADF-BE81-32A8D22694E4}"/>
                </a:ext>
              </a:extLst>
            </p:cNvPr>
            <p:cNvSpPr txBox="1"/>
            <p:nvPr/>
          </p:nvSpPr>
          <p:spPr>
            <a:xfrm>
              <a:off x="7264349" y="149689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624"/>
                          <a:lumOff val="5237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5" name="Component 125">
              <a:extLst>
                <a:ext uri="{FF2B5EF4-FFF2-40B4-BE49-F238E27FC236}">
                  <a16:creationId xmlns:a16="http://schemas.microsoft.com/office/drawing/2014/main" id="{A4141B5B-6EA4-4F6F-A998-53542A997BE9}"/>
                </a:ext>
              </a:extLst>
            </p:cNvPr>
            <p:cNvSpPr txBox="1"/>
            <p:nvPr/>
          </p:nvSpPr>
          <p:spPr>
            <a:xfrm>
              <a:off x="7264349" y="1492660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921"/>
                          <a:lumOff val="5207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6" name="Component 126">
              <a:extLst>
                <a:ext uri="{FF2B5EF4-FFF2-40B4-BE49-F238E27FC236}">
                  <a16:creationId xmlns:a16="http://schemas.microsoft.com/office/drawing/2014/main" id="{AAF9F967-D013-4D58-8765-597565C4D9F2}"/>
                </a:ext>
              </a:extLst>
            </p:cNvPr>
            <p:cNvSpPr txBox="1"/>
            <p:nvPr/>
          </p:nvSpPr>
          <p:spPr>
            <a:xfrm>
              <a:off x="7264349" y="1488428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218"/>
                          <a:lumOff val="5178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7" name="Component 127">
              <a:extLst>
                <a:ext uri="{FF2B5EF4-FFF2-40B4-BE49-F238E27FC236}">
                  <a16:creationId xmlns:a16="http://schemas.microsoft.com/office/drawing/2014/main" id="{B1B83E9F-6799-4C00-B8B2-FE4A5FD41BC8}"/>
                </a:ext>
              </a:extLst>
            </p:cNvPr>
            <p:cNvSpPr txBox="1"/>
            <p:nvPr/>
          </p:nvSpPr>
          <p:spPr>
            <a:xfrm>
              <a:off x="7264349" y="1484197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515"/>
                          <a:lumOff val="5148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8" name="Component 128">
              <a:extLst>
                <a:ext uri="{FF2B5EF4-FFF2-40B4-BE49-F238E27FC236}">
                  <a16:creationId xmlns:a16="http://schemas.microsoft.com/office/drawing/2014/main" id="{56D513EF-977A-494F-BC64-AC16A7099462}"/>
                </a:ext>
              </a:extLst>
            </p:cNvPr>
            <p:cNvSpPr txBox="1"/>
            <p:nvPr/>
          </p:nvSpPr>
          <p:spPr>
            <a:xfrm>
              <a:off x="7264349" y="1479966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812"/>
                          <a:lumOff val="5118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9" name="Component 129">
              <a:extLst>
                <a:ext uri="{FF2B5EF4-FFF2-40B4-BE49-F238E27FC236}">
                  <a16:creationId xmlns:a16="http://schemas.microsoft.com/office/drawing/2014/main" id="{B6909F37-F11D-4CFA-B2F8-AEC611E9E9E8}"/>
                </a:ext>
              </a:extLst>
            </p:cNvPr>
            <p:cNvSpPr txBox="1"/>
            <p:nvPr/>
          </p:nvSpPr>
          <p:spPr>
            <a:xfrm>
              <a:off x="7264349" y="1475734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109"/>
                          <a:lumOff val="5089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0" name="Component 130">
              <a:extLst>
                <a:ext uri="{FF2B5EF4-FFF2-40B4-BE49-F238E27FC236}">
                  <a16:creationId xmlns:a16="http://schemas.microsoft.com/office/drawing/2014/main" id="{C21313EB-BE0D-45EB-BE27-ECDBFB548EE8}"/>
                </a:ext>
              </a:extLst>
            </p:cNvPr>
            <p:cNvSpPr txBox="1"/>
            <p:nvPr/>
          </p:nvSpPr>
          <p:spPr>
            <a:xfrm>
              <a:off x="7264349" y="1471503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406"/>
                          <a:lumOff val="5059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1" name="Component 131">
              <a:extLst>
                <a:ext uri="{FF2B5EF4-FFF2-40B4-BE49-F238E27FC236}">
                  <a16:creationId xmlns:a16="http://schemas.microsoft.com/office/drawing/2014/main" id="{7D610CEB-F8BA-4FA7-82A7-20A07CFDD91C}"/>
                </a:ext>
              </a:extLst>
            </p:cNvPr>
            <p:cNvSpPr txBox="1"/>
            <p:nvPr/>
          </p:nvSpPr>
          <p:spPr>
            <a:xfrm>
              <a:off x="7264349" y="1467271"/>
              <a:ext cx="1216007" cy="1767181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703"/>
                          <a:lumOff val="5029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2" name="Component 132">
              <a:extLst>
                <a:ext uri="{FF2B5EF4-FFF2-40B4-BE49-F238E27FC236}">
                  <a16:creationId xmlns:a16="http://schemas.microsoft.com/office/drawing/2014/main" id="{47A5C9C3-C302-4D84-8665-D7CD0F4FB7D4}"/>
                </a:ext>
              </a:extLst>
            </p:cNvPr>
            <p:cNvSpPr txBox="1"/>
            <p:nvPr/>
          </p:nvSpPr>
          <p:spPr>
            <a:xfrm>
              <a:off x="7264349" y="1463040"/>
              <a:ext cx="1216007" cy="1767181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7200" dirty="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A</a:t>
              </a:r>
              <a:endParaRPr lang="zh-CN" altLang="en-US" sz="7200" dirty="0">
                <a:gradFill>
                  <a:gsLst>
                    <a:gs pos="0">
                      <a:srgbClr val="7B9CFE">
                        <a:lumMod val="50000"/>
                        <a:lumOff val="50000"/>
                      </a:srgbClr>
                    </a:gs>
                    <a:gs pos="98000">
                      <a:srgbClr val="7B9CFE">
                        <a:lumMod val="50000"/>
                      </a:srgbClr>
                    </a:gs>
                  </a:gsLst>
                  <a:lin ang="5400000" scaled="1"/>
                </a:gra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</p:grpSp>
      <p:grpSp>
        <p:nvGrpSpPr>
          <p:cNvPr id="133" name="Component 133"/>
          <p:cNvGrpSpPr/>
          <p:nvPr/>
        </p:nvGrpSpPr>
        <p:grpSpPr>
          <a:xfrm>
            <a:off x="2402229" y="4461784"/>
            <a:ext cx="2144981" cy="1317711"/>
            <a:chOff x="2455214" y="4386239"/>
            <a:chExt cx="2144981" cy="1317710"/>
          </a:xfrm>
        </p:grpSpPr>
        <p:sp>
          <p:nvSpPr>
            <p:cNvPr id="134" name="Component 134"/>
            <p:cNvSpPr txBox="1"/>
            <p:nvPr/>
          </p:nvSpPr>
          <p:spPr>
            <a:xfrm>
              <a:off x="2455214" y="4386239"/>
              <a:ext cx="2144981" cy="181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945" b="1" spc="6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Raleway" panose="020B0503030101060003" pitchFamily="34" charset="0"/>
                </a:rPr>
                <a:t>收入</a:t>
              </a:r>
              <a:endParaRPr lang="en-US" sz="945" b="1" spc="600" dirty="0">
                <a:solidFill>
                  <a:srgbClr val="000000">
                    <a:lumMod val="65000"/>
                    <a:lumOff val="35000"/>
                  </a:srgbClr>
                </a:solidFill>
                <a:latin typeface="Raleway" panose="020B0503030101060003" pitchFamily="34" charset="0"/>
              </a:endParaRPr>
            </a:p>
          </p:txBody>
        </p:sp>
        <p:sp>
          <p:nvSpPr>
            <p:cNvPr id="135" name="Component 135"/>
            <p:cNvSpPr/>
            <p:nvPr/>
          </p:nvSpPr>
          <p:spPr>
            <a:xfrm>
              <a:off x="2457767" y="4554461"/>
              <a:ext cx="1977518" cy="37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spcAft>
                  <a:spcPts val="1500"/>
                </a:spcAft>
              </a:pP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利润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增长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用户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amet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consectetur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elit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 Nam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viverra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euismod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odio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gravida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pellentesque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urna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varius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vitae.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Sed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dui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lorem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in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et,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interdum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nec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metus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Mauris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ultricies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justo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eu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convallis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placerat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felis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enim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ornare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nisi</a:t>
              </a:r>
              <a:r>
                <a:rPr lang="id-ID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</a:t>
              </a:r>
              <a:endParaRPr lang="en-US" sz="800" dirty="0">
                <a:solidFill>
                  <a:srgbClr val="FFFFFF">
                    <a:lumMod val="65000"/>
                  </a:srgbClr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36" name="Component 136"/>
            <p:cNvSpPr/>
            <p:nvPr/>
          </p:nvSpPr>
          <p:spPr>
            <a:xfrm>
              <a:off x="2460037" y="5324212"/>
              <a:ext cx="1977518" cy="379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spcAft>
                  <a:spcPts val="1500"/>
                </a:spcAft>
              </a:pP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Lorem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ipsum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dolor sit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amet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consectetur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elit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 Nam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viverra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euismod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odio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gravida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pellentesque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urna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varius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vitae.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Sed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dui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lorem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in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adipiscing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et,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interdum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nec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metus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Mauris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ultricies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justo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eu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convallis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placerat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,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felis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enim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ornare</a:t>
              </a:r>
              <a:r>
                <a:rPr lang="en-US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nisi</a:t>
              </a:r>
              <a:r>
                <a:rPr lang="id-ID" sz="800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.</a:t>
              </a:r>
              <a:endParaRPr lang="en-US" sz="800" dirty="0">
                <a:solidFill>
                  <a:srgbClr val="FFFFFF">
                    <a:lumMod val="65000"/>
                  </a:srgbClr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37" name="Component 137"/>
            <p:cNvSpPr/>
            <p:nvPr/>
          </p:nvSpPr>
          <p:spPr>
            <a:xfrm>
              <a:off x="2489159" y="4984002"/>
              <a:ext cx="275878" cy="27182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8" name="Component 138"/>
            <p:cNvSpPr/>
            <p:nvPr/>
          </p:nvSpPr>
          <p:spPr>
            <a:xfrm>
              <a:off x="2491280" y="4977419"/>
              <a:ext cx="276451" cy="276451"/>
            </a:xfrm>
            <a:prstGeom prst="ellipse">
              <a:avLst/>
            </a:prstGeom>
            <a:noFill/>
            <a:ln w="2500"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en-US" sz="1260" dirty="0">
                  <a:latin typeface="Sosa" pitchFamily="2" charset="0"/>
                </a:rPr>
                <a:t>Ñ</a:t>
              </a:r>
              <a:r>
                <a:rPr lang="en-US" sz="1260" dirty="0"/>
                <a:t> </a:t>
              </a:r>
              <a:endParaRPr lang="en-US" sz="126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139" name="Component 139"/>
            <p:cNvSpPr/>
            <p:nvPr/>
          </p:nvSpPr>
          <p:spPr>
            <a:xfrm>
              <a:off x="2859569" y="4984002"/>
              <a:ext cx="275878" cy="27182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0" name="Component 140"/>
            <p:cNvSpPr/>
            <p:nvPr/>
          </p:nvSpPr>
          <p:spPr>
            <a:xfrm>
              <a:off x="2861690" y="4977419"/>
              <a:ext cx="276451" cy="276451"/>
            </a:xfrm>
            <a:prstGeom prst="ellipse">
              <a:avLst/>
            </a:prstGeom>
            <a:noFill/>
            <a:ln w="2500"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en-US" sz="1260" dirty="0">
                  <a:latin typeface="Sosa" pitchFamily="2" charset="0"/>
                </a:rPr>
                <a:t>Ĥ</a:t>
              </a:r>
              <a:endParaRPr lang="en-US" sz="126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141" name="Component 141"/>
            <p:cNvSpPr/>
            <p:nvPr/>
          </p:nvSpPr>
          <p:spPr>
            <a:xfrm>
              <a:off x="3225163" y="4983487"/>
              <a:ext cx="275878" cy="27182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2" name="Component 142"/>
            <p:cNvSpPr/>
            <p:nvPr/>
          </p:nvSpPr>
          <p:spPr>
            <a:xfrm>
              <a:off x="3227284" y="4976904"/>
              <a:ext cx="276451" cy="276451"/>
            </a:xfrm>
            <a:prstGeom prst="ellipse">
              <a:avLst/>
            </a:prstGeom>
            <a:noFill/>
            <a:ln w="2500"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en-US" sz="1260" dirty="0">
                  <a:latin typeface="Sosa" pitchFamily="2" charset="0"/>
                </a:rPr>
                <a:t>ĥ</a:t>
              </a:r>
              <a:r>
                <a:rPr lang="en-US" sz="1260" dirty="0"/>
                <a:t> </a:t>
              </a:r>
              <a:endParaRPr lang="en-US" sz="126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143" name="Component 143"/>
            <p:cNvSpPr/>
            <p:nvPr/>
          </p:nvSpPr>
          <p:spPr>
            <a:xfrm>
              <a:off x="3585943" y="4982836"/>
              <a:ext cx="275878" cy="27182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4" name="Component 144"/>
            <p:cNvSpPr/>
            <p:nvPr/>
          </p:nvSpPr>
          <p:spPr>
            <a:xfrm>
              <a:off x="3588064" y="4976253"/>
              <a:ext cx="276451" cy="276451"/>
            </a:xfrm>
            <a:prstGeom prst="ellipse">
              <a:avLst/>
            </a:prstGeom>
            <a:noFill/>
            <a:ln w="2500">
              <a:noFill/>
            </a:ln>
          </p:spPr>
          <p:style>
            <a:lnRef idx="2">
              <a:srgbClr val="7F417E">
                <a:shade val="50000"/>
              </a:srgbClr>
            </a:lnRef>
            <a:fillRef idx="1">
              <a:srgbClr val="7F417E"/>
            </a:fillRef>
            <a:effectRef idx="0">
              <a:srgbClr val="7F417E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1260" dirty="0">
                  <a:latin typeface="Sosa" pitchFamily="2" charset="0"/>
                </a:rPr>
                <a:t>L</a:t>
              </a:r>
              <a:endParaRPr lang="en-US" sz="126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</p:grpSp>
      <p:grpSp>
        <p:nvGrpSpPr>
          <p:cNvPr id="145" name="Component 145"/>
          <p:cNvGrpSpPr/>
          <p:nvPr/>
        </p:nvGrpSpPr>
        <p:grpSpPr>
          <a:xfrm>
            <a:off x="8360908" y="4956569"/>
            <a:ext cx="1566183" cy="328141"/>
            <a:chOff x="3523312" y="5624590"/>
            <a:chExt cx="1566183" cy="328141"/>
          </a:xfrm>
        </p:grpSpPr>
        <p:sp>
          <p:nvSpPr>
            <p:cNvPr id="146" name="Component 146"/>
            <p:cNvSpPr txBox="1"/>
            <p:nvPr/>
          </p:nvSpPr>
          <p:spPr>
            <a:xfrm>
              <a:off x="3529106" y="5624590"/>
              <a:ext cx="1122012" cy="183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33" dirty="0">
                  <a:solidFill>
                    <a:srgbClr val="0C4DAD"/>
                  </a:solidFill>
                </a:rPr>
                <a:t>Q1</a:t>
              </a:r>
              <a:r>
                <a:rPr lang="zh-CN" altLang="en-US" sz="833" dirty="0">
                  <a:solidFill>
                    <a:srgbClr val="0C4DAD"/>
                  </a:solidFill>
                </a:rPr>
                <a:t>Q2</a:t>
              </a:r>
              <a:r>
                <a:rPr lang="en-US" altLang="zh-CN" sz="833" dirty="0"/>
                <a:t>Q3</a:t>
              </a:r>
              <a:endParaRPr lang="zh-CN" altLang="en-US" sz="833" dirty="0"/>
            </a:p>
          </p:txBody>
        </p:sp>
        <p:sp>
          <p:nvSpPr>
            <p:cNvPr id="147" name="Component 147"/>
            <p:cNvSpPr txBox="1"/>
            <p:nvPr/>
          </p:nvSpPr>
          <p:spPr>
            <a:xfrm>
              <a:off x="3523312" y="5769428"/>
              <a:ext cx="1566183" cy="183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33" dirty="0">
                  <a:solidFill>
                    <a:srgbClr val="0C4DAD"/>
                  </a:solidFill>
                </a:rPr>
                <a:t>Q4</a:t>
              </a:r>
              <a:r>
                <a:rPr lang="zh-CN" altLang="en-US" sz="833" dirty="0">
                  <a:solidFill>
                    <a:srgbClr val="0C4DAD"/>
                  </a:solidFill>
                </a:rPr>
                <a:t>：</a:t>
              </a:r>
              <a:r>
                <a:rPr lang="en-US" altLang="zh-CN" sz="833" dirty="0"/>
                <a:t>$5,000,000</a:t>
              </a:r>
              <a:endParaRPr lang="zh-CN" altLang="en-US" sz="833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