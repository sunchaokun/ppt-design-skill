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1F5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项目流程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  <a:ea typeface="Microsoft YaHei"/>
                <a:cs typeface="Microsoft YaHei"/>
              </a:rPr>
              <a:t>组件居中布局 — contain 模式</a:t>
            </a:r>
          </a:p>
        </p:txBody>
      </p:sp>
      <p:grpSp>
        <p:nvGrpSpPr>
          <p:cNvPr id="6" name="Component 6"/>
          <p:cNvGrpSpPr/>
          <p:nvPr/>
        </p:nvGrpSpPr>
        <p:grpSpPr>
          <a:xfrm>
            <a:off x="2258336" y="2276162"/>
            <a:ext cx="8132221" cy="3585835"/>
            <a:chOff x="2106341" y="1857998"/>
            <a:chExt cx="6100754" cy="2690076"/>
          </a:xfrm>
        </p:grpSpPr>
        <p:sp>
          <p:nvSpPr>
            <p:cNvPr id="7" name="Component 7"/>
            <p:cNvSpPr/>
            <p:nvPr/>
          </p:nvSpPr>
          <p:spPr>
            <a:xfrm>
              <a:off x="3731331" y="2137957"/>
              <a:ext cx="1889879" cy="350562"/>
            </a:xfrm>
            <a:prstGeom prst="rect">
              <a:avLst/>
            </a:prstGeom>
            <a:solidFill>
              <a:srgbClr val="D5797C"/>
            </a:solidFill>
            <a:ln w="9737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8" name="Component 8"/>
            <p:cNvSpPr/>
            <p:nvPr/>
          </p:nvSpPr>
          <p:spPr>
            <a:xfrm>
              <a:off x="5455624" y="2137957"/>
              <a:ext cx="350562" cy="350562"/>
            </a:xfrm>
            <a:prstGeom prst="ellipse">
              <a:avLst/>
            </a:prstGeom>
            <a:solidFill>
              <a:srgbClr val="4B4B4B"/>
            </a:solidFill>
            <a:ln w="9737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9" name="Component 9"/>
            <p:cNvSpPr txBox="1"/>
            <p:nvPr/>
          </p:nvSpPr>
          <p:spPr>
            <a:xfrm>
              <a:off x="5459316" y="2149919"/>
              <a:ext cx="353491" cy="288854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2656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需求分析</a:t>
              </a:r>
              <a:endParaRPr lang="ar-SA" sz="2656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0" name="Component 10"/>
            <p:cNvSpPr txBox="1"/>
            <p:nvPr/>
          </p:nvSpPr>
          <p:spPr>
            <a:xfrm>
              <a:off x="4247220" y="2194386"/>
              <a:ext cx="1176256" cy="265546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1200"/>
                </a:spcAft>
              </a:pP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方案设计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开发实现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测试上线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endParaRPr lang="en-US" sz="87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Component 11"/>
            <p:cNvSpPr/>
            <p:nvPr/>
          </p:nvSpPr>
          <p:spPr>
            <a:xfrm>
              <a:off x="3842100" y="2584899"/>
              <a:ext cx="2592084" cy="350562"/>
            </a:xfrm>
            <a:prstGeom prst="rect">
              <a:avLst/>
            </a:prstGeom>
            <a:solidFill>
              <a:srgbClr val="D5797C"/>
            </a:solidFill>
            <a:ln w="9737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2" name="Component 12"/>
            <p:cNvSpPr/>
            <p:nvPr/>
          </p:nvSpPr>
          <p:spPr>
            <a:xfrm>
              <a:off x="6268598" y="2584899"/>
              <a:ext cx="350562" cy="350562"/>
            </a:xfrm>
            <a:prstGeom prst="ellipse">
              <a:avLst/>
            </a:prstGeom>
            <a:solidFill>
              <a:srgbClr val="4B4B4B"/>
            </a:solidFill>
            <a:ln w="9737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3" name="Component 13"/>
            <p:cNvSpPr txBox="1"/>
            <p:nvPr/>
          </p:nvSpPr>
          <p:spPr>
            <a:xfrm>
              <a:off x="6272291" y="2596861"/>
              <a:ext cx="353491" cy="288854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2656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ar-SA" sz="2656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4" name="Component 14"/>
            <p:cNvSpPr txBox="1"/>
            <p:nvPr/>
          </p:nvSpPr>
          <p:spPr>
            <a:xfrm>
              <a:off x="4247220" y="2641328"/>
              <a:ext cx="1953707" cy="265546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600"/>
                </a:spcAft>
              </a:pP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accusantium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emque</a:t>
              </a:r>
              <a:endParaRPr lang="en-US" sz="87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Component 15"/>
            <p:cNvSpPr/>
            <p:nvPr/>
          </p:nvSpPr>
          <p:spPr>
            <a:xfrm>
              <a:off x="3842100" y="3031842"/>
              <a:ext cx="3579263" cy="350562"/>
            </a:xfrm>
            <a:prstGeom prst="rect">
              <a:avLst/>
            </a:prstGeom>
            <a:solidFill>
              <a:srgbClr val="D5797C"/>
            </a:solidFill>
            <a:ln w="9737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6" name="Component 16"/>
            <p:cNvSpPr/>
            <p:nvPr/>
          </p:nvSpPr>
          <p:spPr>
            <a:xfrm>
              <a:off x="7255777" y="3031842"/>
              <a:ext cx="350562" cy="350562"/>
            </a:xfrm>
            <a:prstGeom prst="ellipse">
              <a:avLst/>
            </a:prstGeom>
            <a:solidFill>
              <a:srgbClr val="4B4B4B"/>
            </a:solidFill>
            <a:ln w="9737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7" name="Component 17"/>
            <p:cNvSpPr txBox="1"/>
            <p:nvPr/>
          </p:nvSpPr>
          <p:spPr>
            <a:xfrm>
              <a:off x="7259470" y="3043803"/>
              <a:ext cx="353491" cy="288854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2656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ar-SA" sz="2656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8" name="Component 18"/>
            <p:cNvSpPr txBox="1"/>
            <p:nvPr/>
          </p:nvSpPr>
          <p:spPr>
            <a:xfrm>
              <a:off x="4247220" y="3088271"/>
              <a:ext cx="2880205" cy="176787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600"/>
                </a:spcAft>
              </a:pP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accusantium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emque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7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7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endParaRPr lang="en-US" sz="87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19" name="Component 19"/>
            <p:cNvGrpSpPr/>
            <p:nvPr/>
          </p:nvGrpSpPr>
          <p:grpSpPr>
            <a:xfrm>
              <a:off x="2106341" y="1857998"/>
              <a:ext cx="2564702" cy="2690076"/>
              <a:chOff x="4124517" y="1857998"/>
              <a:chExt cx="2564702" cy="2690076"/>
            </a:xfrm>
          </p:grpSpPr>
          <p:sp>
            <p:nvSpPr>
              <p:cNvPr id="20" name="Component 20"/>
              <p:cNvSpPr/>
              <p:nvPr/>
            </p:nvSpPr>
            <p:spPr>
              <a:xfrm>
                <a:off x="4173188" y="1907898"/>
                <a:ext cx="1887929" cy="1887929"/>
              </a:xfrm>
              <a:prstGeom prst="ellipse">
                <a:avLst/>
              </a:prstGeom>
              <a:solidFill>
                <a:srgbClr val="D5797C"/>
              </a:solidFill>
              <a:ln w="9737">
                <a:noFill/>
              </a:ln>
              <a:effectLst/>
            </p:spPr>
            <p:style>
              <a:lnRef idx="2">
                <a:srgbClr val="282D32">
                  <a:shade val="50000"/>
                </a:srgbClr>
              </a:lnRef>
              <a:fillRef idx="1">
                <a:srgbClr val="282D32"/>
              </a:fillRef>
              <a:effectRef idx="0">
                <a:srgbClr val="282D32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sp>
            <p:nvSpPr>
              <p:cNvPr id="21" name="Component 21"/>
              <p:cNvSpPr>
                <a:spLocks noEditPoints="1"/>
              </p:cNvSpPr>
              <p:nvPr/>
            </p:nvSpPr>
            <p:spPr bwMode="auto">
              <a:xfrm>
                <a:off x="4134254" y="1867735"/>
                <a:ext cx="1963391" cy="1963391"/>
              </a:xfrm>
              <a:custGeom>
                <a:avLst/>
                <a:gdLst/>
                <a:ahLst/>
                <a:cxnLst>
                  <a:cxn ang="0">
                    <a:pos x="1845" y="115"/>
                  </a:cxn>
                  <a:cxn ang="0">
                    <a:pos x="2204" y="216"/>
                  </a:cxn>
                  <a:cxn ang="0">
                    <a:pos x="2522" y="398"/>
                  </a:cxn>
                  <a:cxn ang="0">
                    <a:pos x="2785" y="649"/>
                  </a:cxn>
                  <a:cxn ang="0">
                    <a:pos x="2981" y="957"/>
                  </a:cxn>
                  <a:cxn ang="0">
                    <a:pos x="3101" y="1309"/>
                  </a:cxn>
                  <a:cxn ang="0">
                    <a:pos x="3131" y="1613"/>
                  </a:cxn>
                  <a:cxn ang="0">
                    <a:pos x="3084" y="1992"/>
                  </a:cxn>
                  <a:cxn ang="0">
                    <a:pos x="2949" y="2337"/>
                  </a:cxn>
                  <a:cxn ang="0">
                    <a:pos x="2737" y="2634"/>
                  </a:cxn>
                  <a:cxn ang="0">
                    <a:pos x="2462" y="2871"/>
                  </a:cxn>
                  <a:cxn ang="0">
                    <a:pos x="2136" y="3039"/>
                  </a:cxn>
                  <a:cxn ang="0">
                    <a:pos x="1770" y="3122"/>
                  </a:cxn>
                  <a:cxn ang="0">
                    <a:pos x="1615" y="3227"/>
                  </a:cxn>
                  <a:cxn ang="0">
                    <a:pos x="1779" y="3218"/>
                  </a:cxn>
                  <a:cxn ang="0">
                    <a:pos x="2095" y="3155"/>
                  </a:cxn>
                  <a:cxn ang="0">
                    <a:pos x="2452" y="2993"/>
                  </a:cxn>
                  <a:cxn ang="0">
                    <a:pos x="2756" y="2753"/>
                  </a:cxn>
                  <a:cxn ang="0">
                    <a:pos x="2995" y="2449"/>
                  </a:cxn>
                  <a:cxn ang="0">
                    <a:pos x="3155" y="2093"/>
                  </a:cxn>
                  <a:cxn ang="0">
                    <a:pos x="3219" y="1778"/>
                  </a:cxn>
                  <a:cxn ang="0">
                    <a:pos x="3227" y="1613"/>
                  </a:cxn>
                  <a:cxn ang="0">
                    <a:pos x="3215" y="1408"/>
                  </a:cxn>
                  <a:cxn ang="0">
                    <a:pos x="3130" y="1059"/>
                  </a:cxn>
                  <a:cxn ang="0">
                    <a:pos x="2952" y="711"/>
                  </a:cxn>
                  <a:cxn ang="0">
                    <a:pos x="2699" y="419"/>
                  </a:cxn>
                  <a:cxn ang="0">
                    <a:pos x="2383" y="195"/>
                  </a:cxn>
                  <a:cxn ang="0">
                    <a:pos x="2018" y="52"/>
                  </a:cxn>
                  <a:cxn ang="0">
                    <a:pos x="1739" y="5"/>
                  </a:cxn>
                  <a:cxn ang="0">
                    <a:pos x="1615" y="98"/>
                  </a:cxn>
                  <a:cxn ang="0">
                    <a:pos x="1459" y="3122"/>
                  </a:cxn>
                  <a:cxn ang="0">
                    <a:pos x="1094" y="3039"/>
                  </a:cxn>
                  <a:cxn ang="0">
                    <a:pos x="766" y="2871"/>
                  </a:cxn>
                  <a:cxn ang="0">
                    <a:pos x="492" y="2634"/>
                  </a:cxn>
                  <a:cxn ang="0">
                    <a:pos x="281" y="2337"/>
                  </a:cxn>
                  <a:cxn ang="0">
                    <a:pos x="146" y="1992"/>
                  </a:cxn>
                  <a:cxn ang="0">
                    <a:pos x="98" y="1613"/>
                  </a:cxn>
                  <a:cxn ang="0">
                    <a:pos x="128" y="1309"/>
                  </a:cxn>
                  <a:cxn ang="0">
                    <a:pos x="246" y="957"/>
                  </a:cxn>
                  <a:cxn ang="0">
                    <a:pos x="444" y="649"/>
                  </a:cxn>
                  <a:cxn ang="0">
                    <a:pos x="708" y="398"/>
                  </a:cxn>
                  <a:cxn ang="0">
                    <a:pos x="1024" y="216"/>
                  </a:cxn>
                  <a:cxn ang="0">
                    <a:pos x="1384" y="115"/>
                  </a:cxn>
                  <a:cxn ang="0">
                    <a:pos x="1615" y="0"/>
                  </a:cxn>
                  <a:cxn ang="0">
                    <a:pos x="1410" y="14"/>
                  </a:cxn>
                  <a:cxn ang="0">
                    <a:pos x="1059" y="98"/>
                  </a:cxn>
                  <a:cxn ang="0">
                    <a:pos x="713" y="275"/>
                  </a:cxn>
                  <a:cxn ang="0">
                    <a:pos x="421" y="528"/>
                  </a:cxn>
                  <a:cxn ang="0">
                    <a:pos x="195" y="844"/>
                  </a:cxn>
                  <a:cxn ang="0">
                    <a:pos x="52" y="1210"/>
                  </a:cxn>
                  <a:cxn ang="0">
                    <a:pos x="5" y="1490"/>
                  </a:cxn>
                  <a:cxn ang="0">
                    <a:pos x="2" y="1655"/>
                  </a:cxn>
                  <a:cxn ang="0">
                    <a:pos x="19" y="1859"/>
                  </a:cxn>
                  <a:cxn ang="0">
                    <a:pos x="128" y="2241"/>
                  </a:cxn>
                  <a:cxn ang="0">
                    <a:pos x="322" y="2579"/>
                  </a:cxn>
                  <a:cxn ang="0">
                    <a:pos x="588" y="2858"/>
                  </a:cxn>
                  <a:cxn ang="0">
                    <a:pos x="914" y="3068"/>
                  </a:cxn>
                  <a:cxn ang="0">
                    <a:pos x="1288" y="3194"/>
                  </a:cxn>
                  <a:cxn ang="0">
                    <a:pos x="1531" y="3225"/>
                  </a:cxn>
                </a:cxnLst>
                <a:rect l="0" t="0" r="r" b="b"/>
                <a:pathLst>
                  <a:path w="3227" h="3227">
                    <a:moveTo>
                      <a:pt x="1615" y="98"/>
                    </a:moveTo>
                    <a:lnTo>
                      <a:pt x="1615" y="98"/>
                    </a:lnTo>
                    <a:lnTo>
                      <a:pt x="1693" y="99"/>
                    </a:lnTo>
                    <a:lnTo>
                      <a:pt x="1770" y="105"/>
                    </a:lnTo>
                    <a:lnTo>
                      <a:pt x="1845" y="115"/>
                    </a:lnTo>
                    <a:lnTo>
                      <a:pt x="1920" y="128"/>
                    </a:lnTo>
                    <a:lnTo>
                      <a:pt x="1994" y="144"/>
                    </a:lnTo>
                    <a:lnTo>
                      <a:pt x="2066" y="164"/>
                    </a:lnTo>
                    <a:lnTo>
                      <a:pt x="2136" y="188"/>
                    </a:lnTo>
                    <a:lnTo>
                      <a:pt x="2204" y="216"/>
                    </a:lnTo>
                    <a:lnTo>
                      <a:pt x="2272" y="246"/>
                    </a:lnTo>
                    <a:lnTo>
                      <a:pt x="2337" y="280"/>
                    </a:lnTo>
                    <a:lnTo>
                      <a:pt x="2400" y="316"/>
                    </a:lnTo>
                    <a:lnTo>
                      <a:pt x="2462" y="356"/>
                    </a:lnTo>
                    <a:lnTo>
                      <a:pt x="2522" y="398"/>
                    </a:lnTo>
                    <a:lnTo>
                      <a:pt x="2580" y="443"/>
                    </a:lnTo>
                    <a:lnTo>
                      <a:pt x="2634" y="491"/>
                    </a:lnTo>
                    <a:lnTo>
                      <a:pt x="2687" y="542"/>
                    </a:lnTo>
                    <a:lnTo>
                      <a:pt x="2737" y="593"/>
                    </a:lnTo>
                    <a:lnTo>
                      <a:pt x="2785" y="649"/>
                    </a:lnTo>
                    <a:lnTo>
                      <a:pt x="2829" y="706"/>
                    </a:lnTo>
                    <a:lnTo>
                      <a:pt x="2872" y="766"/>
                    </a:lnTo>
                    <a:lnTo>
                      <a:pt x="2911" y="827"/>
                    </a:lnTo>
                    <a:lnTo>
                      <a:pt x="2949" y="890"/>
                    </a:lnTo>
                    <a:lnTo>
                      <a:pt x="2981" y="957"/>
                    </a:lnTo>
                    <a:lnTo>
                      <a:pt x="3012" y="1023"/>
                    </a:lnTo>
                    <a:lnTo>
                      <a:pt x="3039" y="1092"/>
                    </a:lnTo>
                    <a:lnTo>
                      <a:pt x="3063" y="1162"/>
                    </a:lnTo>
                    <a:lnTo>
                      <a:pt x="3084" y="1235"/>
                    </a:lnTo>
                    <a:lnTo>
                      <a:pt x="3101" y="1309"/>
                    </a:lnTo>
                    <a:lnTo>
                      <a:pt x="3114" y="1382"/>
                    </a:lnTo>
                    <a:lnTo>
                      <a:pt x="3123" y="1459"/>
                    </a:lnTo>
                    <a:lnTo>
                      <a:pt x="3130" y="1536"/>
                    </a:lnTo>
                    <a:lnTo>
                      <a:pt x="3131" y="1613"/>
                    </a:lnTo>
                    <a:lnTo>
                      <a:pt x="3131" y="1613"/>
                    </a:lnTo>
                    <a:lnTo>
                      <a:pt x="3130" y="1691"/>
                    </a:lnTo>
                    <a:lnTo>
                      <a:pt x="3123" y="1768"/>
                    </a:lnTo>
                    <a:lnTo>
                      <a:pt x="3114" y="1845"/>
                    </a:lnTo>
                    <a:lnTo>
                      <a:pt x="3101" y="1918"/>
                    </a:lnTo>
                    <a:lnTo>
                      <a:pt x="3084" y="1992"/>
                    </a:lnTo>
                    <a:lnTo>
                      <a:pt x="3063" y="2065"/>
                    </a:lnTo>
                    <a:lnTo>
                      <a:pt x="3039" y="2135"/>
                    </a:lnTo>
                    <a:lnTo>
                      <a:pt x="3012" y="2204"/>
                    </a:lnTo>
                    <a:lnTo>
                      <a:pt x="2981" y="2270"/>
                    </a:lnTo>
                    <a:lnTo>
                      <a:pt x="2949" y="2337"/>
                    </a:lnTo>
                    <a:lnTo>
                      <a:pt x="2911" y="2400"/>
                    </a:lnTo>
                    <a:lnTo>
                      <a:pt x="2872" y="2461"/>
                    </a:lnTo>
                    <a:lnTo>
                      <a:pt x="2829" y="2521"/>
                    </a:lnTo>
                    <a:lnTo>
                      <a:pt x="2785" y="2578"/>
                    </a:lnTo>
                    <a:lnTo>
                      <a:pt x="2737" y="2634"/>
                    </a:lnTo>
                    <a:lnTo>
                      <a:pt x="2687" y="2685"/>
                    </a:lnTo>
                    <a:lnTo>
                      <a:pt x="2634" y="2736"/>
                    </a:lnTo>
                    <a:lnTo>
                      <a:pt x="2580" y="2784"/>
                    </a:lnTo>
                    <a:lnTo>
                      <a:pt x="2522" y="2829"/>
                    </a:lnTo>
                    <a:lnTo>
                      <a:pt x="2462" y="2871"/>
                    </a:lnTo>
                    <a:lnTo>
                      <a:pt x="2400" y="2911"/>
                    </a:lnTo>
                    <a:lnTo>
                      <a:pt x="2337" y="2946"/>
                    </a:lnTo>
                    <a:lnTo>
                      <a:pt x="2272" y="2981"/>
                    </a:lnTo>
                    <a:lnTo>
                      <a:pt x="2204" y="3011"/>
                    </a:lnTo>
                    <a:lnTo>
                      <a:pt x="2136" y="3039"/>
                    </a:lnTo>
                    <a:lnTo>
                      <a:pt x="2066" y="3063"/>
                    </a:lnTo>
                    <a:lnTo>
                      <a:pt x="1994" y="3083"/>
                    </a:lnTo>
                    <a:lnTo>
                      <a:pt x="1920" y="3098"/>
                    </a:lnTo>
                    <a:lnTo>
                      <a:pt x="1845" y="3112"/>
                    </a:lnTo>
                    <a:lnTo>
                      <a:pt x="1770" y="3122"/>
                    </a:lnTo>
                    <a:lnTo>
                      <a:pt x="1693" y="3128"/>
                    </a:lnTo>
                    <a:lnTo>
                      <a:pt x="1615" y="3129"/>
                    </a:lnTo>
                    <a:lnTo>
                      <a:pt x="1615" y="3129"/>
                    </a:lnTo>
                    <a:lnTo>
                      <a:pt x="1615" y="3227"/>
                    </a:lnTo>
                    <a:lnTo>
                      <a:pt x="1615" y="3227"/>
                    </a:lnTo>
                    <a:lnTo>
                      <a:pt x="1615" y="3227"/>
                    </a:lnTo>
                    <a:lnTo>
                      <a:pt x="1656" y="3227"/>
                    </a:lnTo>
                    <a:lnTo>
                      <a:pt x="1697" y="3225"/>
                    </a:lnTo>
                    <a:lnTo>
                      <a:pt x="1739" y="3221"/>
                    </a:lnTo>
                    <a:lnTo>
                      <a:pt x="1779" y="3218"/>
                    </a:lnTo>
                    <a:lnTo>
                      <a:pt x="1820" y="3213"/>
                    </a:lnTo>
                    <a:lnTo>
                      <a:pt x="1861" y="3208"/>
                    </a:lnTo>
                    <a:lnTo>
                      <a:pt x="1939" y="3194"/>
                    </a:lnTo>
                    <a:lnTo>
                      <a:pt x="2018" y="3175"/>
                    </a:lnTo>
                    <a:lnTo>
                      <a:pt x="2095" y="3155"/>
                    </a:lnTo>
                    <a:lnTo>
                      <a:pt x="2170" y="3129"/>
                    </a:lnTo>
                    <a:lnTo>
                      <a:pt x="2241" y="3100"/>
                    </a:lnTo>
                    <a:lnTo>
                      <a:pt x="2313" y="3068"/>
                    </a:lnTo>
                    <a:lnTo>
                      <a:pt x="2383" y="3032"/>
                    </a:lnTo>
                    <a:lnTo>
                      <a:pt x="2452" y="2993"/>
                    </a:lnTo>
                    <a:lnTo>
                      <a:pt x="2516" y="2952"/>
                    </a:lnTo>
                    <a:lnTo>
                      <a:pt x="2580" y="2905"/>
                    </a:lnTo>
                    <a:lnTo>
                      <a:pt x="2641" y="2858"/>
                    </a:lnTo>
                    <a:lnTo>
                      <a:pt x="2699" y="2808"/>
                    </a:lnTo>
                    <a:lnTo>
                      <a:pt x="2756" y="2753"/>
                    </a:lnTo>
                    <a:lnTo>
                      <a:pt x="2809" y="2699"/>
                    </a:lnTo>
                    <a:lnTo>
                      <a:pt x="2860" y="2639"/>
                    </a:lnTo>
                    <a:lnTo>
                      <a:pt x="2908" y="2579"/>
                    </a:lnTo>
                    <a:lnTo>
                      <a:pt x="2952" y="2516"/>
                    </a:lnTo>
                    <a:lnTo>
                      <a:pt x="2995" y="2449"/>
                    </a:lnTo>
                    <a:lnTo>
                      <a:pt x="3032" y="2383"/>
                    </a:lnTo>
                    <a:lnTo>
                      <a:pt x="3068" y="2313"/>
                    </a:lnTo>
                    <a:lnTo>
                      <a:pt x="3101" y="2241"/>
                    </a:lnTo>
                    <a:lnTo>
                      <a:pt x="3130" y="2168"/>
                    </a:lnTo>
                    <a:lnTo>
                      <a:pt x="3155" y="2093"/>
                    </a:lnTo>
                    <a:lnTo>
                      <a:pt x="3178" y="2017"/>
                    </a:lnTo>
                    <a:lnTo>
                      <a:pt x="3195" y="1939"/>
                    </a:lnTo>
                    <a:lnTo>
                      <a:pt x="3208" y="1859"/>
                    </a:lnTo>
                    <a:lnTo>
                      <a:pt x="3215" y="1819"/>
                    </a:lnTo>
                    <a:lnTo>
                      <a:pt x="3219" y="1778"/>
                    </a:lnTo>
                    <a:lnTo>
                      <a:pt x="3224" y="1737"/>
                    </a:lnTo>
                    <a:lnTo>
                      <a:pt x="3225" y="1696"/>
                    </a:lnTo>
                    <a:lnTo>
                      <a:pt x="3227" y="1655"/>
                    </a:lnTo>
                    <a:lnTo>
                      <a:pt x="3227" y="1613"/>
                    </a:lnTo>
                    <a:lnTo>
                      <a:pt x="3227" y="1613"/>
                    </a:lnTo>
                    <a:lnTo>
                      <a:pt x="3227" y="1572"/>
                    </a:lnTo>
                    <a:lnTo>
                      <a:pt x="3225" y="1531"/>
                    </a:lnTo>
                    <a:lnTo>
                      <a:pt x="3224" y="1490"/>
                    </a:lnTo>
                    <a:lnTo>
                      <a:pt x="3219" y="1449"/>
                    </a:lnTo>
                    <a:lnTo>
                      <a:pt x="3215" y="1408"/>
                    </a:lnTo>
                    <a:lnTo>
                      <a:pt x="3208" y="1368"/>
                    </a:lnTo>
                    <a:lnTo>
                      <a:pt x="3195" y="1288"/>
                    </a:lnTo>
                    <a:lnTo>
                      <a:pt x="3178" y="1210"/>
                    </a:lnTo>
                    <a:lnTo>
                      <a:pt x="3155" y="1134"/>
                    </a:lnTo>
                    <a:lnTo>
                      <a:pt x="3130" y="1059"/>
                    </a:lnTo>
                    <a:lnTo>
                      <a:pt x="3101" y="986"/>
                    </a:lnTo>
                    <a:lnTo>
                      <a:pt x="3068" y="914"/>
                    </a:lnTo>
                    <a:lnTo>
                      <a:pt x="3032" y="844"/>
                    </a:lnTo>
                    <a:lnTo>
                      <a:pt x="2995" y="777"/>
                    </a:lnTo>
                    <a:lnTo>
                      <a:pt x="2952" y="711"/>
                    </a:lnTo>
                    <a:lnTo>
                      <a:pt x="2908" y="648"/>
                    </a:lnTo>
                    <a:lnTo>
                      <a:pt x="2860" y="588"/>
                    </a:lnTo>
                    <a:lnTo>
                      <a:pt x="2809" y="528"/>
                    </a:lnTo>
                    <a:lnTo>
                      <a:pt x="2756" y="473"/>
                    </a:lnTo>
                    <a:lnTo>
                      <a:pt x="2699" y="419"/>
                    </a:lnTo>
                    <a:lnTo>
                      <a:pt x="2641" y="369"/>
                    </a:lnTo>
                    <a:lnTo>
                      <a:pt x="2580" y="321"/>
                    </a:lnTo>
                    <a:lnTo>
                      <a:pt x="2516" y="275"/>
                    </a:lnTo>
                    <a:lnTo>
                      <a:pt x="2452" y="234"/>
                    </a:lnTo>
                    <a:lnTo>
                      <a:pt x="2383" y="195"/>
                    </a:lnTo>
                    <a:lnTo>
                      <a:pt x="2313" y="159"/>
                    </a:lnTo>
                    <a:lnTo>
                      <a:pt x="2241" y="127"/>
                    </a:lnTo>
                    <a:lnTo>
                      <a:pt x="2170" y="98"/>
                    </a:lnTo>
                    <a:lnTo>
                      <a:pt x="2095" y="72"/>
                    </a:lnTo>
                    <a:lnTo>
                      <a:pt x="2018" y="52"/>
                    </a:lnTo>
                    <a:lnTo>
                      <a:pt x="1939" y="33"/>
                    </a:lnTo>
                    <a:lnTo>
                      <a:pt x="1861" y="19"/>
                    </a:lnTo>
                    <a:lnTo>
                      <a:pt x="1820" y="14"/>
                    </a:lnTo>
                    <a:lnTo>
                      <a:pt x="1779" y="9"/>
                    </a:lnTo>
                    <a:lnTo>
                      <a:pt x="1739" y="5"/>
                    </a:lnTo>
                    <a:lnTo>
                      <a:pt x="1697" y="2"/>
                    </a:lnTo>
                    <a:lnTo>
                      <a:pt x="1656" y="0"/>
                    </a:lnTo>
                    <a:lnTo>
                      <a:pt x="1615" y="0"/>
                    </a:lnTo>
                    <a:lnTo>
                      <a:pt x="1615" y="0"/>
                    </a:lnTo>
                    <a:lnTo>
                      <a:pt x="1615" y="98"/>
                    </a:lnTo>
                    <a:lnTo>
                      <a:pt x="1615" y="98"/>
                    </a:lnTo>
                    <a:close/>
                    <a:moveTo>
                      <a:pt x="1615" y="3129"/>
                    </a:moveTo>
                    <a:lnTo>
                      <a:pt x="1615" y="3129"/>
                    </a:lnTo>
                    <a:lnTo>
                      <a:pt x="1536" y="3128"/>
                    </a:lnTo>
                    <a:lnTo>
                      <a:pt x="1459" y="3122"/>
                    </a:lnTo>
                    <a:lnTo>
                      <a:pt x="1384" y="3112"/>
                    </a:lnTo>
                    <a:lnTo>
                      <a:pt x="1309" y="3098"/>
                    </a:lnTo>
                    <a:lnTo>
                      <a:pt x="1235" y="3081"/>
                    </a:lnTo>
                    <a:lnTo>
                      <a:pt x="1164" y="3063"/>
                    </a:lnTo>
                    <a:lnTo>
                      <a:pt x="1094" y="3039"/>
                    </a:lnTo>
                    <a:lnTo>
                      <a:pt x="1024" y="3011"/>
                    </a:lnTo>
                    <a:lnTo>
                      <a:pt x="957" y="2981"/>
                    </a:lnTo>
                    <a:lnTo>
                      <a:pt x="892" y="2946"/>
                    </a:lnTo>
                    <a:lnTo>
                      <a:pt x="827" y="2911"/>
                    </a:lnTo>
                    <a:lnTo>
                      <a:pt x="766" y="2871"/>
                    </a:lnTo>
                    <a:lnTo>
                      <a:pt x="708" y="2829"/>
                    </a:lnTo>
                    <a:lnTo>
                      <a:pt x="649" y="2784"/>
                    </a:lnTo>
                    <a:lnTo>
                      <a:pt x="595" y="2736"/>
                    </a:lnTo>
                    <a:lnTo>
                      <a:pt x="542" y="2685"/>
                    </a:lnTo>
                    <a:lnTo>
                      <a:pt x="492" y="2634"/>
                    </a:lnTo>
                    <a:lnTo>
                      <a:pt x="444" y="2578"/>
                    </a:lnTo>
                    <a:lnTo>
                      <a:pt x="398" y="2521"/>
                    </a:lnTo>
                    <a:lnTo>
                      <a:pt x="357" y="2461"/>
                    </a:lnTo>
                    <a:lnTo>
                      <a:pt x="316" y="2400"/>
                    </a:lnTo>
                    <a:lnTo>
                      <a:pt x="281" y="2337"/>
                    </a:lnTo>
                    <a:lnTo>
                      <a:pt x="246" y="2270"/>
                    </a:lnTo>
                    <a:lnTo>
                      <a:pt x="217" y="2204"/>
                    </a:lnTo>
                    <a:lnTo>
                      <a:pt x="190" y="2135"/>
                    </a:lnTo>
                    <a:lnTo>
                      <a:pt x="166" y="2065"/>
                    </a:lnTo>
                    <a:lnTo>
                      <a:pt x="146" y="1992"/>
                    </a:lnTo>
                    <a:lnTo>
                      <a:pt x="128" y="1918"/>
                    </a:lnTo>
                    <a:lnTo>
                      <a:pt x="115" y="1845"/>
                    </a:lnTo>
                    <a:lnTo>
                      <a:pt x="105" y="1768"/>
                    </a:lnTo>
                    <a:lnTo>
                      <a:pt x="99" y="1691"/>
                    </a:lnTo>
                    <a:lnTo>
                      <a:pt x="98" y="1613"/>
                    </a:lnTo>
                    <a:lnTo>
                      <a:pt x="98" y="1613"/>
                    </a:lnTo>
                    <a:lnTo>
                      <a:pt x="99" y="1536"/>
                    </a:lnTo>
                    <a:lnTo>
                      <a:pt x="105" y="1459"/>
                    </a:lnTo>
                    <a:lnTo>
                      <a:pt x="115" y="1382"/>
                    </a:lnTo>
                    <a:lnTo>
                      <a:pt x="128" y="1309"/>
                    </a:lnTo>
                    <a:lnTo>
                      <a:pt x="146" y="1235"/>
                    </a:lnTo>
                    <a:lnTo>
                      <a:pt x="166" y="1162"/>
                    </a:lnTo>
                    <a:lnTo>
                      <a:pt x="190" y="1092"/>
                    </a:lnTo>
                    <a:lnTo>
                      <a:pt x="217" y="1023"/>
                    </a:lnTo>
                    <a:lnTo>
                      <a:pt x="246" y="957"/>
                    </a:lnTo>
                    <a:lnTo>
                      <a:pt x="281" y="890"/>
                    </a:lnTo>
                    <a:lnTo>
                      <a:pt x="316" y="827"/>
                    </a:lnTo>
                    <a:lnTo>
                      <a:pt x="357" y="766"/>
                    </a:lnTo>
                    <a:lnTo>
                      <a:pt x="398" y="706"/>
                    </a:lnTo>
                    <a:lnTo>
                      <a:pt x="444" y="649"/>
                    </a:lnTo>
                    <a:lnTo>
                      <a:pt x="492" y="593"/>
                    </a:lnTo>
                    <a:lnTo>
                      <a:pt x="542" y="542"/>
                    </a:lnTo>
                    <a:lnTo>
                      <a:pt x="595" y="491"/>
                    </a:lnTo>
                    <a:lnTo>
                      <a:pt x="649" y="443"/>
                    </a:lnTo>
                    <a:lnTo>
                      <a:pt x="708" y="398"/>
                    </a:lnTo>
                    <a:lnTo>
                      <a:pt x="766" y="356"/>
                    </a:lnTo>
                    <a:lnTo>
                      <a:pt x="827" y="316"/>
                    </a:lnTo>
                    <a:lnTo>
                      <a:pt x="892" y="280"/>
                    </a:lnTo>
                    <a:lnTo>
                      <a:pt x="957" y="246"/>
                    </a:lnTo>
                    <a:lnTo>
                      <a:pt x="1024" y="216"/>
                    </a:lnTo>
                    <a:lnTo>
                      <a:pt x="1094" y="188"/>
                    </a:lnTo>
                    <a:lnTo>
                      <a:pt x="1164" y="164"/>
                    </a:lnTo>
                    <a:lnTo>
                      <a:pt x="1235" y="144"/>
                    </a:lnTo>
                    <a:lnTo>
                      <a:pt x="1309" y="128"/>
                    </a:lnTo>
                    <a:lnTo>
                      <a:pt x="1384" y="115"/>
                    </a:lnTo>
                    <a:lnTo>
                      <a:pt x="1459" y="105"/>
                    </a:lnTo>
                    <a:lnTo>
                      <a:pt x="1536" y="99"/>
                    </a:lnTo>
                    <a:lnTo>
                      <a:pt x="1615" y="98"/>
                    </a:lnTo>
                    <a:lnTo>
                      <a:pt x="1615" y="0"/>
                    </a:lnTo>
                    <a:lnTo>
                      <a:pt x="1615" y="0"/>
                    </a:lnTo>
                    <a:lnTo>
                      <a:pt x="1572" y="0"/>
                    </a:lnTo>
                    <a:lnTo>
                      <a:pt x="1531" y="2"/>
                    </a:lnTo>
                    <a:lnTo>
                      <a:pt x="1490" y="5"/>
                    </a:lnTo>
                    <a:lnTo>
                      <a:pt x="1449" y="9"/>
                    </a:lnTo>
                    <a:lnTo>
                      <a:pt x="1410" y="14"/>
                    </a:lnTo>
                    <a:lnTo>
                      <a:pt x="1369" y="19"/>
                    </a:lnTo>
                    <a:lnTo>
                      <a:pt x="1288" y="33"/>
                    </a:lnTo>
                    <a:lnTo>
                      <a:pt x="1211" y="52"/>
                    </a:lnTo>
                    <a:lnTo>
                      <a:pt x="1135" y="72"/>
                    </a:lnTo>
                    <a:lnTo>
                      <a:pt x="1059" y="98"/>
                    </a:lnTo>
                    <a:lnTo>
                      <a:pt x="986" y="127"/>
                    </a:lnTo>
                    <a:lnTo>
                      <a:pt x="914" y="159"/>
                    </a:lnTo>
                    <a:lnTo>
                      <a:pt x="846" y="195"/>
                    </a:lnTo>
                    <a:lnTo>
                      <a:pt x="778" y="234"/>
                    </a:lnTo>
                    <a:lnTo>
                      <a:pt x="713" y="275"/>
                    </a:lnTo>
                    <a:lnTo>
                      <a:pt x="649" y="321"/>
                    </a:lnTo>
                    <a:lnTo>
                      <a:pt x="588" y="369"/>
                    </a:lnTo>
                    <a:lnTo>
                      <a:pt x="530" y="419"/>
                    </a:lnTo>
                    <a:lnTo>
                      <a:pt x="474" y="473"/>
                    </a:lnTo>
                    <a:lnTo>
                      <a:pt x="421" y="528"/>
                    </a:lnTo>
                    <a:lnTo>
                      <a:pt x="369" y="588"/>
                    </a:lnTo>
                    <a:lnTo>
                      <a:pt x="322" y="648"/>
                    </a:lnTo>
                    <a:lnTo>
                      <a:pt x="277" y="711"/>
                    </a:lnTo>
                    <a:lnTo>
                      <a:pt x="234" y="777"/>
                    </a:lnTo>
                    <a:lnTo>
                      <a:pt x="195" y="844"/>
                    </a:lnTo>
                    <a:lnTo>
                      <a:pt x="159" y="914"/>
                    </a:lnTo>
                    <a:lnTo>
                      <a:pt x="128" y="986"/>
                    </a:lnTo>
                    <a:lnTo>
                      <a:pt x="99" y="1059"/>
                    </a:lnTo>
                    <a:lnTo>
                      <a:pt x="74" y="1134"/>
                    </a:lnTo>
                    <a:lnTo>
                      <a:pt x="52" y="1210"/>
                    </a:lnTo>
                    <a:lnTo>
                      <a:pt x="35" y="1288"/>
                    </a:lnTo>
                    <a:lnTo>
                      <a:pt x="19" y="1368"/>
                    </a:lnTo>
                    <a:lnTo>
                      <a:pt x="14" y="1408"/>
                    </a:lnTo>
                    <a:lnTo>
                      <a:pt x="9" y="1449"/>
                    </a:lnTo>
                    <a:lnTo>
                      <a:pt x="5" y="1490"/>
                    </a:lnTo>
                    <a:lnTo>
                      <a:pt x="4" y="1531"/>
                    </a:lnTo>
                    <a:lnTo>
                      <a:pt x="2" y="1572"/>
                    </a:lnTo>
                    <a:lnTo>
                      <a:pt x="0" y="1613"/>
                    </a:lnTo>
                    <a:lnTo>
                      <a:pt x="0" y="1613"/>
                    </a:lnTo>
                    <a:lnTo>
                      <a:pt x="2" y="1655"/>
                    </a:lnTo>
                    <a:lnTo>
                      <a:pt x="4" y="1696"/>
                    </a:lnTo>
                    <a:lnTo>
                      <a:pt x="5" y="1737"/>
                    </a:lnTo>
                    <a:lnTo>
                      <a:pt x="9" y="1778"/>
                    </a:lnTo>
                    <a:lnTo>
                      <a:pt x="14" y="1819"/>
                    </a:lnTo>
                    <a:lnTo>
                      <a:pt x="19" y="1859"/>
                    </a:lnTo>
                    <a:lnTo>
                      <a:pt x="35" y="1939"/>
                    </a:lnTo>
                    <a:lnTo>
                      <a:pt x="52" y="2017"/>
                    </a:lnTo>
                    <a:lnTo>
                      <a:pt x="74" y="2093"/>
                    </a:lnTo>
                    <a:lnTo>
                      <a:pt x="99" y="2168"/>
                    </a:lnTo>
                    <a:lnTo>
                      <a:pt x="128" y="2241"/>
                    </a:lnTo>
                    <a:lnTo>
                      <a:pt x="159" y="2313"/>
                    </a:lnTo>
                    <a:lnTo>
                      <a:pt x="195" y="2383"/>
                    </a:lnTo>
                    <a:lnTo>
                      <a:pt x="234" y="2449"/>
                    </a:lnTo>
                    <a:lnTo>
                      <a:pt x="277" y="2516"/>
                    </a:lnTo>
                    <a:lnTo>
                      <a:pt x="322" y="2579"/>
                    </a:lnTo>
                    <a:lnTo>
                      <a:pt x="369" y="2639"/>
                    </a:lnTo>
                    <a:lnTo>
                      <a:pt x="421" y="2699"/>
                    </a:lnTo>
                    <a:lnTo>
                      <a:pt x="474" y="2753"/>
                    </a:lnTo>
                    <a:lnTo>
                      <a:pt x="530" y="2808"/>
                    </a:lnTo>
                    <a:lnTo>
                      <a:pt x="588" y="2858"/>
                    </a:lnTo>
                    <a:lnTo>
                      <a:pt x="649" y="2905"/>
                    </a:lnTo>
                    <a:lnTo>
                      <a:pt x="713" y="2952"/>
                    </a:lnTo>
                    <a:lnTo>
                      <a:pt x="778" y="2993"/>
                    </a:lnTo>
                    <a:lnTo>
                      <a:pt x="846" y="3032"/>
                    </a:lnTo>
                    <a:lnTo>
                      <a:pt x="914" y="3068"/>
                    </a:lnTo>
                    <a:lnTo>
                      <a:pt x="986" y="3100"/>
                    </a:lnTo>
                    <a:lnTo>
                      <a:pt x="1059" y="3129"/>
                    </a:lnTo>
                    <a:lnTo>
                      <a:pt x="1135" y="3155"/>
                    </a:lnTo>
                    <a:lnTo>
                      <a:pt x="1211" y="3175"/>
                    </a:lnTo>
                    <a:lnTo>
                      <a:pt x="1288" y="3194"/>
                    </a:lnTo>
                    <a:lnTo>
                      <a:pt x="1369" y="3208"/>
                    </a:lnTo>
                    <a:lnTo>
                      <a:pt x="1410" y="3213"/>
                    </a:lnTo>
                    <a:lnTo>
                      <a:pt x="1449" y="3218"/>
                    </a:lnTo>
                    <a:lnTo>
                      <a:pt x="1490" y="3221"/>
                    </a:lnTo>
                    <a:lnTo>
                      <a:pt x="1531" y="3225"/>
                    </a:lnTo>
                    <a:lnTo>
                      <a:pt x="1572" y="3227"/>
                    </a:lnTo>
                    <a:lnTo>
                      <a:pt x="1615" y="3227"/>
                    </a:lnTo>
                    <a:lnTo>
                      <a:pt x="1615" y="3129"/>
                    </a:lnTo>
                    <a:close/>
                  </a:path>
                </a:pathLst>
              </a:custGeom>
              <a:solidFill>
                <a:srgbClr val="808080"/>
              </a:solidFill>
              <a:ln w="7303">
                <a:noFill/>
                <a:round/>
              </a:ln>
            </p:spPr>
            <p:txBody>
              <a:bodyPr vert="horz" wrap="square" lIns="93458" tIns="46729" rIns="93458" bIns="46729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2" name="Component 22"/>
              <p:cNvSpPr/>
              <p:nvPr/>
            </p:nvSpPr>
            <p:spPr bwMode="auto">
              <a:xfrm>
                <a:off x="5672833" y="3545077"/>
                <a:ext cx="1016387" cy="1002996"/>
              </a:xfrm>
              <a:custGeom>
                <a:avLst/>
                <a:gdLst/>
                <a:ahLst/>
                <a:cxnLst>
                  <a:cxn ang="0">
                    <a:pos x="277" y="0"/>
                  </a:cxn>
                  <a:cxn ang="0">
                    <a:pos x="0" y="230"/>
                  </a:cxn>
                  <a:cxn ang="0">
                    <a:pos x="1198" y="1648"/>
                  </a:cxn>
                  <a:cxn ang="0">
                    <a:pos x="1671" y="1648"/>
                  </a:cxn>
                  <a:cxn ang="0">
                    <a:pos x="277" y="0"/>
                  </a:cxn>
                </a:cxnLst>
                <a:rect l="0" t="0" r="r" b="b"/>
                <a:pathLst>
                  <a:path w="1671" h="1648">
                    <a:moveTo>
                      <a:pt x="277" y="0"/>
                    </a:moveTo>
                    <a:lnTo>
                      <a:pt x="0" y="230"/>
                    </a:lnTo>
                    <a:lnTo>
                      <a:pt x="1198" y="1648"/>
                    </a:lnTo>
                    <a:lnTo>
                      <a:pt x="1671" y="1648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D5797C"/>
              </a:solidFill>
              <a:ln w="7303">
                <a:noFill/>
                <a:round/>
              </a:ln>
            </p:spPr>
            <p:txBody>
              <a:bodyPr vert="horz" wrap="square" lIns="93458" tIns="46729" rIns="93458" bIns="46729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3" name="Component 23"/>
              <p:cNvSpPr/>
              <p:nvPr/>
            </p:nvSpPr>
            <p:spPr bwMode="auto">
              <a:xfrm>
                <a:off x="5605885" y="3480564"/>
                <a:ext cx="322566" cy="301872"/>
              </a:xfrm>
              <a:custGeom>
                <a:avLst/>
                <a:gdLst/>
                <a:ahLst/>
                <a:cxnLst>
                  <a:cxn ang="0">
                    <a:pos x="403" y="0"/>
                  </a:cxn>
                  <a:cxn ang="0">
                    <a:pos x="0" y="336"/>
                  </a:cxn>
                  <a:cxn ang="0">
                    <a:pos x="125" y="495"/>
                  </a:cxn>
                  <a:cxn ang="0">
                    <a:pos x="125" y="495"/>
                  </a:cxn>
                  <a:cxn ang="0">
                    <a:pos x="161" y="485"/>
                  </a:cxn>
                  <a:cxn ang="0">
                    <a:pos x="197" y="471"/>
                  </a:cxn>
                  <a:cxn ang="0">
                    <a:pos x="229" y="458"/>
                  </a:cxn>
                  <a:cxn ang="0">
                    <a:pos x="260" y="442"/>
                  </a:cxn>
                  <a:cxn ang="0">
                    <a:pos x="290" y="425"/>
                  </a:cxn>
                  <a:cxn ang="0">
                    <a:pos x="320" y="408"/>
                  </a:cxn>
                  <a:cxn ang="0">
                    <a:pos x="347" y="389"/>
                  </a:cxn>
                  <a:cxn ang="0">
                    <a:pos x="372" y="369"/>
                  </a:cxn>
                  <a:cxn ang="0">
                    <a:pos x="398" y="347"/>
                  </a:cxn>
                  <a:cxn ang="0">
                    <a:pos x="420" y="325"/>
                  </a:cxn>
                  <a:cxn ang="0">
                    <a:pos x="443" y="299"/>
                  </a:cxn>
                  <a:cxn ang="0">
                    <a:pos x="463" y="275"/>
                  </a:cxn>
                  <a:cxn ang="0">
                    <a:pos x="482" y="248"/>
                  </a:cxn>
                  <a:cxn ang="0">
                    <a:pos x="499" y="219"/>
                  </a:cxn>
                  <a:cxn ang="0">
                    <a:pos x="514" y="190"/>
                  </a:cxn>
                  <a:cxn ang="0">
                    <a:pos x="530" y="159"/>
                  </a:cxn>
                  <a:cxn ang="0">
                    <a:pos x="403" y="0"/>
                  </a:cxn>
                </a:cxnLst>
                <a:rect l="0" t="0" r="r" b="b"/>
                <a:pathLst>
                  <a:path w="530" h="495">
                    <a:moveTo>
                      <a:pt x="403" y="0"/>
                    </a:moveTo>
                    <a:lnTo>
                      <a:pt x="0" y="336"/>
                    </a:lnTo>
                    <a:lnTo>
                      <a:pt x="125" y="495"/>
                    </a:lnTo>
                    <a:lnTo>
                      <a:pt x="125" y="495"/>
                    </a:lnTo>
                    <a:lnTo>
                      <a:pt x="161" y="485"/>
                    </a:lnTo>
                    <a:lnTo>
                      <a:pt x="197" y="471"/>
                    </a:lnTo>
                    <a:lnTo>
                      <a:pt x="229" y="458"/>
                    </a:lnTo>
                    <a:lnTo>
                      <a:pt x="260" y="442"/>
                    </a:lnTo>
                    <a:lnTo>
                      <a:pt x="290" y="425"/>
                    </a:lnTo>
                    <a:lnTo>
                      <a:pt x="320" y="408"/>
                    </a:lnTo>
                    <a:lnTo>
                      <a:pt x="347" y="389"/>
                    </a:lnTo>
                    <a:lnTo>
                      <a:pt x="372" y="369"/>
                    </a:lnTo>
                    <a:lnTo>
                      <a:pt x="398" y="347"/>
                    </a:lnTo>
                    <a:lnTo>
                      <a:pt x="420" y="325"/>
                    </a:lnTo>
                    <a:lnTo>
                      <a:pt x="443" y="299"/>
                    </a:lnTo>
                    <a:lnTo>
                      <a:pt x="463" y="275"/>
                    </a:lnTo>
                    <a:lnTo>
                      <a:pt x="482" y="248"/>
                    </a:lnTo>
                    <a:lnTo>
                      <a:pt x="499" y="219"/>
                    </a:lnTo>
                    <a:lnTo>
                      <a:pt x="514" y="190"/>
                    </a:lnTo>
                    <a:lnTo>
                      <a:pt x="530" y="159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4B4B4B"/>
              </a:solidFill>
              <a:ln w="7303">
                <a:noFill/>
                <a:round/>
              </a:ln>
            </p:spPr>
            <p:txBody>
              <a:bodyPr vert="horz" wrap="square" lIns="93458" tIns="46729" rIns="93458" bIns="46729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4" name="Component 24"/>
              <p:cNvSpPr>
                <a:spLocks noEditPoints="1"/>
              </p:cNvSpPr>
              <p:nvPr/>
            </p:nvSpPr>
            <p:spPr bwMode="auto">
              <a:xfrm>
                <a:off x="4124517" y="1857998"/>
                <a:ext cx="1982867" cy="1981649"/>
              </a:xfrm>
              <a:custGeom>
                <a:avLst/>
                <a:gdLst/>
                <a:ahLst/>
                <a:cxnLst>
                  <a:cxn ang="0">
                    <a:pos x="1828" y="3245"/>
                  </a:cxn>
                  <a:cxn ang="0">
                    <a:pos x="2123" y="3180"/>
                  </a:cxn>
                  <a:cxn ang="0">
                    <a:pos x="2410" y="3057"/>
                  </a:cxn>
                  <a:cxn ang="0">
                    <a:pos x="2586" y="2946"/>
                  </a:cxn>
                  <a:cxn ang="0">
                    <a:pos x="2854" y="2702"/>
                  </a:cxn>
                  <a:cxn ang="0">
                    <a:pos x="3111" y="2306"/>
                  </a:cxn>
                  <a:cxn ang="0">
                    <a:pos x="3242" y="1856"/>
                  </a:cxn>
                  <a:cxn ang="0">
                    <a:pos x="3240" y="1387"/>
                  </a:cxn>
                  <a:cxn ang="0">
                    <a:pos x="3146" y="1035"/>
                  </a:cxn>
                  <a:cxn ang="0">
                    <a:pos x="3058" y="847"/>
                  </a:cxn>
                  <a:cxn ang="0">
                    <a:pos x="2866" y="569"/>
                  </a:cxn>
                  <a:cxn ang="0">
                    <a:pos x="2627" y="342"/>
                  </a:cxn>
                  <a:cxn ang="0">
                    <a:pos x="2354" y="171"/>
                  </a:cxn>
                  <a:cxn ang="0">
                    <a:pos x="2053" y="56"/>
                  </a:cxn>
                  <a:cxn ang="0">
                    <a:pos x="1737" y="3"/>
                  </a:cxn>
                  <a:cxn ang="0">
                    <a:pos x="1730" y="94"/>
                  </a:cxn>
                  <a:cxn ang="0">
                    <a:pos x="2031" y="143"/>
                  </a:cxn>
                  <a:cxn ang="0">
                    <a:pos x="2315" y="251"/>
                  </a:cxn>
                  <a:cxn ang="0">
                    <a:pos x="2572" y="413"/>
                  </a:cxn>
                  <a:cxn ang="0">
                    <a:pos x="2798" y="627"/>
                  </a:cxn>
                  <a:cxn ang="0">
                    <a:pos x="2979" y="890"/>
                  </a:cxn>
                  <a:cxn ang="0">
                    <a:pos x="3121" y="1250"/>
                  </a:cxn>
                  <a:cxn ang="0">
                    <a:pos x="3167" y="1698"/>
                  </a:cxn>
                  <a:cxn ang="0">
                    <a:pos x="3083" y="2131"/>
                  </a:cxn>
                  <a:cxn ang="0">
                    <a:pos x="2880" y="2526"/>
                  </a:cxn>
                  <a:cxn ang="0">
                    <a:pos x="2564" y="2850"/>
                  </a:cxn>
                  <a:cxn ang="0">
                    <a:pos x="2279" y="3023"/>
                  </a:cxn>
                  <a:cxn ang="0">
                    <a:pos x="2004" y="3120"/>
                  </a:cxn>
                  <a:cxn ang="0">
                    <a:pos x="1724" y="3165"/>
                  </a:cxn>
                  <a:cxn ang="0">
                    <a:pos x="811" y="220"/>
                  </a:cxn>
                  <a:cxn ang="0">
                    <a:pos x="608" y="360"/>
                  </a:cxn>
                  <a:cxn ang="0">
                    <a:pos x="306" y="680"/>
                  </a:cxn>
                  <a:cxn ang="0">
                    <a:pos x="91" y="1096"/>
                  </a:cxn>
                  <a:cxn ang="0">
                    <a:pos x="2" y="1556"/>
                  </a:cxn>
                  <a:cxn ang="0">
                    <a:pos x="50" y="2027"/>
                  </a:cxn>
                  <a:cxn ang="0">
                    <a:pos x="145" y="2297"/>
                  </a:cxn>
                  <a:cxn ang="0">
                    <a:pos x="260" y="2509"/>
                  </a:cxn>
                  <a:cxn ang="0">
                    <a:pos x="468" y="2770"/>
                  </a:cxn>
                  <a:cxn ang="0">
                    <a:pos x="719" y="2979"/>
                  </a:cxn>
                  <a:cxn ang="0">
                    <a:pos x="1003" y="3131"/>
                  </a:cxn>
                  <a:cxn ang="0">
                    <a:pos x="1308" y="3224"/>
                  </a:cxn>
                  <a:cxn ang="0">
                    <a:pos x="1630" y="3257"/>
                  </a:cxn>
                  <a:cxn ang="0">
                    <a:pos x="1426" y="3153"/>
                  </a:cxn>
                  <a:cxn ang="0">
                    <a:pos x="1131" y="3084"/>
                  </a:cxn>
                  <a:cxn ang="0">
                    <a:pos x="856" y="2958"/>
                  </a:cxn>
                  <a:cxn ang="0">
                    <a:pos x="606" y="2779"/>
                  </a:cxn>
                  <a:cxn ang="0">
                    <a:pos x="395" y="2548"/>
                  </a:cxn>
                  <a:cxn ang="0">
                    <a:pos x="243" y="2295"/>
                  </a:cxn>
                  <a:cxn ang="0">
                    <a:pos x="108" y="1858"/>
                  </a:cxn>
                  <a:cxn ang="0">
                    <a:pos x="106" y="1412"/>
                  </a:cxn>
                  <a:cxn ang="0">
                    <a:pos x="231" y="989"/>
                  </a:cxn>
                  <a:cxn ang="0">
                    <a:pos x="471" y="615"/>
                  </a:cxn>
                  <a:cxn ang="0">
                    <a:pos x="823" y="318"/>
                  </a:cxn>
                  <a:cxn ang="0">
                    <a:pos x="1071" y="195"/>
                  </a:cxn>
                  <a:cxn ang="0">
                    <a:pos x="1348" y="116"/>
                  </a:cxn>
                  <a:cxn ang="0">
                    <a:pos x="1630" y="89"/>
                  </a:cxn>
                  <a:cxn ang="0">
                    <a:pos x="1431" y="12"/>
                  </a:cxn>
                  <a:cxn ang="0">
                    <a:pos x="1134" y="77"/>
                  </a:cxn>
                  <a:cxn ang="0">
                    <a:pos x="849" y="200"/>
                  </a:cxn>
                </a:cxnLst>
                <a:rect l="0" t="0" r="r" b="b"/>
                <a:pathLst>
                  <a:path w="3257" h="3257">
                    <a:moveTo>
                      <a:pt x="1630" y="3257"/>
                    </a:moveTo>
                    <a:lnTo>
                      <a:pt x="1630" y="3257"/>
                    </a:lnTo>
                    <a:lnTo>
                      <a:pt x="1679" y="3257"/>
                    </a:lnTo>
                    <a:lnTo>
                      <a:pt x="1729" y="3254"/>
                    </a:lnTo>
                    <a:lnTo>
                      <a:pt x="1778" y="3250"/>
                    </a:lnTo>
                    <a:lnTo>
                      <a:pt x="1828" y="3245"/>
                    </a:lnTo>
                    <a:lnTo>
                      <a:pt x="1877" y="3238"/>
                    </a:lnTo>
                    <a:lnTo>
                      <a:pt x="1927" y="3230"/>
                    </a:lnTo>
                    <a:lnTo>
                      <a:pt x="1976" y="3219"/>
                    </a:lnTo>
                    <a:lnTo>
                      <a:pt x="2026" y="3207"/>
                    </a:lnTo>
                    <a:lnTo>
                      <a:pt x="2075" y="3195"/>
                    </a:lnTo>
                    <a:lnTo>
                      <a:pt x="2123" y="3180"/>
                    </a:lnTo>
                    <a:lnTo>
                      <a:pt x="2173" y="3163"/>
                    </a:lnTo>
                    <a:lnTo>
                      <a:pt x="2221" y="3146"/>
                    </a:lnTo>
                    <a:lnTo>
                      <a:pt x="2268" y="3125"/>
                    </a:lnTo>
                    <a:lnTo>
                      <a:pt x="2316" y="3105"/>
                    </a:lnTo>
                    <a:lnTo>
                      <a:pt x="2364" y="3081"/>
                    </a:lnTo>
                    <a:lnTo>
                      <a:pt x="2410" y="3057"/>
                    </a:lnTo>
                    <a:lnTo>
                      <a:pt x="2410" y="3057"/>
                    </a:lnTo>
                    <a:lnTo>
                      <a:pt x="2448" y="3037"/>
                    </a:lnTo>
                    <a:lnTo>
                      <a:pt x="2484" y="3014"/>
                    </a:lnTo>
                    <a:lnTo>
                      <a:pt x="2518" y="2992"/>
                    </a:lnTo>
                    <a:lnTo>
                      <a:pt x="2552" y="2970"/>
                    </a:lnTo>
                    <a:lnTo>
                      <a:pt x="2586" y="2946"/>
                    </a:lnTo>
                    <a:lnTo>
                      <a:pt x="2619" y="2922"/>
                    </a:lnTo>
                    <a:lnTo>
                      <a:pt x="2651" y="2897"/>
                    </a:lnTo>
                    <a:lnTo>
                      <a:pt x="2682" y="2871"/>
                    </a:lnTo>
                    <a:lnTo>
                      <a:pt x="2743" y="2816"/>
                    </a:lnTo>
                    <a:lnTo>
                      <a:pt x="2800" y="2760"/>
                    </a:lnTo>
                    <a:lnTo>
                      <a:pt x="2854" y="2702"/>
                    </a:lnTo>
                    <a:lnTo>
                      <a:pt x="2906" y="2640"/>
                    </a:lnTo>
                    <a:lnTo>
                      <a:pt x="2953" y="2577"/>
                    </a:lnTo>
                    <a:lnTo>
                      <a:pt x="2998" y="2512"/>
                    </a:lnTo>
                    <a:lnTo>
                      <a:pt x="3039" y="2446"/>
                    </a:lnTo>
                    <a:lnTo>
                      <a:pt x="3076" y="2376"/>
                    </a:lnTo>
                    <a:lnTo>
                      <a:pt x="3111" y="2306"/>
                    </a:lnTo>
                    <a:lnTo>
                      <a:pt x="3141" y="2234"/>
                    </a:lnTo>
                    <a:lnTo>
                      <a:pt x="3169" y="2160"/>
                    </a:lnTo>
                    <a:lnTo>
                      <a:pt x="3193" y="2087"/>
                    </a:lnTo>
                    <a:lnTo>
                      <a:pt x="3213" y="2010"/>
                    </a:lnTo>
                    <a:lnTo>
                      <a:pt x="3228" y="1935"/>
                    </a:lnTo>
                    <a:lnTo>
                      <a:pt x="3242" y="1856"/>
                    </a:lnTo>
                    <a:lnTo>
                      <a:pt x="3251" y="1780"/>
                    </a:lnTo>
                    <a:lnTo>
                      <a:pt x="3256" y="1701"/>
                    </a:lnTo>
                    <a:lnTo>
                      <a:pt x="3257" y="1622"/>
                    </a:lnTo>
                    <a:lnTo>
                      <a:pt x="3256" y="1544"/>
                    </a:lnTo>
                    <a:lnTo>
                      <a:pt x="3251" y="1465"/>
                    </a:lnTo>
                    <a:lnTo>
                      <a:pt x="3240" y="1387"/>
                    </a:lnTo>
                    <a:lnTo>
                      <a:pt x="3227" y="1307"/>
                    </a:lnTo>
                    <a:lnTo>
                      <a:pt x="3208" y="1230"/>
                    </a:lnTo>
                    <a:lnTo>
                      <a:pt x="3186" y="1151"/>
                    </a:lnTo>
                    <a:lnTo>
                      <a:pt x="3174" y="1112"/>
                    </a:lnTo>
                    <a:lnTo>
                      <a:pt x="3160" y="1074"/>
                    </a:lnTo>
                    <a:lnTo>
                      <a:pt x="3146" y="1035"/>
                    </a:lnTo>
                    <a:lnTo>
                      <a:pt x="3131" y="997"/>
                    </a:lnTo>
                    <a:lnTo>
                      <a:pt x="3114" y="960"/>
                    </a:lnTo>
                    <a:lnTo>
                      <a:pt x="3097" y="922"/>
                    </a:lnTo>
                    <a:lnTo>
                      <a:pt x="3078" y="885"/>
                    </a:lnTo>
                    <a:lnTo>
                      <a:pt x="3058" y="847"/>
                    </a:lnTo>
                    <a:lnTo>
                      <a:pt x="3058" y="847"/>
                    </a:lnTo>
                    <a:lnTo>
                      <a:pt x="3030" y="798"/>
                    </a:lnTo>
                    <a:lnTo>
                      <a:pt x="3000" y="748"/>
                    </a:lnTo>
                    <a:lnTo>
                      <a:pt x="2969" y="702"/>
                    </a:lnTo>
                    <a:lnTo>
                      <a:pt x="2935" y="656"/>
                    </a:lnTo>
                    <a:lnTo>
                      <a:pt x="2900" y="611"/>
                    </a:lnTo>
                    <a:lnTo>
                      <a:pt x="2866" y="569"/>
                    </a:lnTo>
                    <a:lnTo>
                      <a:pt x="2829" y="528"/>
                    </a:lnTo>
                    <a:lnTo>
                      <a:pt x="2791" y="487"/>
                    </a:lnTo>
                    <a:lnTo>
                      <a:pt x="2752" y="449"/>
                    </a:lnTo>
                    <a:lnTo>
                      <a:pt x="2711" y="412"/>
                    </a:lnTo>
                    <a:lnTo>
                      <a:pt x="2670" y="376"/>
                    </a:lnTo>
                    <a:lnTo>
                      <a:pt x="2627" y="342"/>
                    </a:lnTo>
                    <a:lnTo>
                      <a:pt x="2584" y="309"/>
                    </a:lnTo>
                    <a:lnTo>
                      <a:pt x="2540" y="278"/>
                    </a:lnTo>
                    <a:lnTo>
                      <a:pt x="2496" y="249"/>
                    </a:lnTo>
                    <a:lnTo>
                      <a:pt x="2449" y="220"/>
                    </a:lnTo>
                    <a:lnTo>
                      <a:pt x="2402" y="195"/>
                    </a:lnTo>
                    <a:lnTo>
                      <a:pt x="2354" y="171"/>
                    </a:lnTo>
                    <a:lnTo>
                      <a:pt x="2306" y="147"/>
                    </a:lnTo>
                    <a:lnTo>
                      <a:pt x="2256" y="126"/>
                    </a:lnTo>
                    <a:lnTo>
                      <a:pt x="2207" y="106"/>
                    </a:lnTo>
                    <a:lnTo>
                      <a:pt x="2156" y="87"/>
                    </a:lnTo>
                    <a:lnTo>
                      <a:pt x="2104" y="72"/>
                    </a:lnTo>
                    <a:lnTo>
                      <a:pt x="2053" y="56"/>
                    </a:lnTo>
                    <a:lnTo>
                      <a:pt x="2002" y="43"/>
                    </a:lnTo>
                    <a:lnTo>
                      <a:pt x="1949" y="32"/>
                    </a:lnTo>
                    <a:lnTo>
                      <a:pt x="1896" y="22"/>
                    </a:lnTo>
                    <a:lnTo>
                      <a:pt x="1843" y="14"/>
                    </a:lnTo>
                    <a:lnTo>
                      <a:pt x="1790" y="9"/>
                    </a:lnTo>
                    <a:lnTo>
                      <a:pt x="1737" y="3"/>
                    </a:lnTo>
                    <a:lnTo>
                      <a:pt x="1683" y="2"/>
                    </a:lnTo>
                    <a:lnTo>
                      <a:pt x="1630" y="0"/>
                    </a:lnTo>
                    <a:lnTo>
                      <a:pt x="1630" y="89"/>
                    </a:lnTo>
                    <a:lnTo>
                      <a:pt x="1630" y="89"/>
                    </a:lnTo>
                    <a:lnTo>
                      <a:pt x="1681" y="91"/>
                    </a:lnTo>
                    <a:lnTo>
                      <a:pt x="1730" y="94"/>
                    </a:lnTo>
                    <a:lnTo>
                      <a:pt x="1782" y="97"/>
                    </a:lnTo>
                    <a:lnTo>
                      <a:pt x="1833" y="102"/>
                    </a:lnTo>
                    <a:lnTo>
                      <a:pt x="1882" y="111"/>
                    </a:lnTo>
                    <a:lnTo>
                      <a:pt x="1932" y="120"/>
                    </a:lnTo>
                    <a:lnTo>
                      <a:pt x="1981" y="132"/>
                    </a:lnTo>
                    <a:lnTo>
                      <a:pt x="2031" y="143"/>
                    </a:lnTo>
                    <a:lnTo>
                      <a:pt x="2079" y="157"/>
                    </a:lnTo>
                    <a:lnTo>
                      <a:pt x="2127" y="172"/>
                    </a:lnTo>
                    <a:lnTo>
                      <a:pt x="2174" y="190"/>
                    </a:lnTo>
                    <a:lnTo>
                      <a:pt x="2222" y="208"/>
                    </a:lnTo>
                    <a:lnTo>
                      <a:pt x="2268" y="229"/>
                    </a:lnTo>
                    <a:lnTo>
                      <a:pt x="2315" y="251"/>
                    </a:lnTo>
                    <a:lnTo>
                      <a:pt x="2359" y="273"/>
                    </a:lnTo>
                    <a:lnTo>
                      <a:pt x="2403" y="299"/>
                    </a:lnTo>
                    <a:lnTo>
                      <a:pt x="2448" y="324"/>
                    </a:lnTo>
                    <a:lnTo>
                      <a:pt x="2490" y="354"/>
                    </a:lnTo>
                    <a:lnTo>
                      <a:pt x="2531" y="383"/>
                    </a:lnTo>
                    <a:lnTo>
                      <a:pt x="2572" y="413"/>
                    </a:lnTo>
                    <a:lnTo>
                      <a:pt x="2613" y="444"/>
                    </a:lnTo>
                    <a:lnTo>
                      <a:pt x="2653" y="478"/>
                    </a:lnTo>
                    <a:lnTo>
                      <a:pt x="2690" y="514"/>
                    </a:lnTo>
                    <a:lnTo>
                      <a:pt x="2728" y="550"/>
                    </a:lnTo>
                    <a:lnTo>
                      <a:pt x="2764" y="588"/>
                    </a:lnTo>
                    <a:lnTo>
                      <a:pt x="2798" y="627"/>
                    </a:lnTo>
                    <a:lnTo>
                      <a:pt x="2832" y="668"/>
                    </a:lnTo>
                    <a:lnTo>
                      <a:pt x="2863" y="709"/>
                    </a:lnTo>
                    <a:lnTo>
                      <a:pt x="2895" y="753"/>
                    </a:lnTo>
                    <a:lnTo>
                      <a:pt x="2924" y="798"/>
                    </a:lnTo>
                    <a:lnTo>
                      <a:pt x="2953" y="844"/>
                    </a:lnTo>
                    <a:lnTo>
                      <a:pt x="2979" y="890"/>
                    </a:lnTo>
                    <a:lnTo>
                      <a:pt x="2979" y="890"/>
                    </a:lnTo>
                    <a:lnTo>
                      <a:pt x="3015" y="962"/>
                    </a:lnTo>
                    <a:lnTo>
                      <a:pt x="3047" y="1032"/>
                    </a:lnTo>
                    <a:lnTo>
                      <a:pt x="3076" y="1105"/>
                    </a:lnTo>
                    <a:lnTo>
                      <a:pt x="3100" y="1177"/>
                    </a:lnTo>
                    <a:lnTo>
                      <a:pt x="3121" y="1250"/>
                    </a:lnTo>
                    <a:lnTo>
                      <a:pt x="3138" y="1325"/>
                    </a:lnTo>
                    <a:lnTo>
                      <a:pt x="3152" y="1399"/>
                    </a:lnTo>
                    <a:lnTo>
                      <a:pt x="3160" y="1474"/>
                    </a:lnTo>
                    <a:lnTo>
                      <a:pt x="3167" y="1549"/>
                    </a:lnTo>
                    <a:lnTo>
                      <a:pt x="3169" y="1622"/>
                    </a:lnTo>
                    <a:lnTo>
                      <a:pt x="3167" y="1698"/>
                    </a:lnTo>
                    <a:lnTo>
                      <a:pt x="3162" y="1771"/>
                    </a:lnTo>
                    <a:lnTo>
                      <a:pt x="3153" y="1845"/>
                    </a:lnTo>
                    <a:lnTo>
                      <a:pt x="3141" y="1918"/>
                    </a:lnTo>
                    <a:lnTo>
                      <a:pt x="3124" y="1990"/>
                    </a:lnTo>
                    <a:lnTo>
                      <a:pt x="3105" y="2061"/>
                    </a:lnTo>
                    <a:lnTo>
                      <a:pt x="3083" y="2131"/>
                    </a:lnTo>
                    <a:lnTo>
                      <a:pt x="3058" y="2201"/>
                    </a:lnTo>
                    <a:lnTo>
                      <a:pt x="3029" y="2268"/>
                    </a:lnTo>
                    <a:lnTo>
                      <a:pt x="2996" y="2335"/>
                    </a:lnTo>
                    <a:lnTo>
                      <a:pt x="2960" y="2400"/>
                    </a:lnTo>
                    <a:lnTo>
                      <a:pt x="2923" y="2464"/>
                    </a:lnTo>
                    <a:lnTo>
                      <a:pt x="2880" y="2526"/>
                    </a:lnTo>
                    <a:lnTo>
                      <a:pt x="2836" y="2586"/>
                    </a:lnTo>
                    <a:lnTo>
                      <a:pt x="2788" y="2642"/>
                    </a:lnTo>
                    <a:lnTo>
                      <a:pt x="2736" y="2698"/>
                    </a:lnTo>
                    <a:lnTo>
                      <a:pt x="2682" y="2751"/>
                    </a:lnTo>
                    <a:lnTo>
                      <a:pt x="2625" y="2803"/>
                    </a:lnTo>
                    <a:lnTo>
                      <a:pt x="2564" y="2850"/>
                    </a:lnTo>
                    <a:lnTo>
                      <a:pt x="2502" y="2897"/>
                    </a:lnTo>
                    <a:lnTo>
                      <a:pt x="2436" y="2939"/>
                    </a:lnTo>
                    <a:lnTo>
                      <a:pt x="2367" y="2979"/>
                    </a:lnTo>
                    <a:lnTo>
                      <a:pt x="2367" y="2979"/>
                    </a:lnTo>
                    <a:lnTo>
                      <a:pt x="2323" y="3002"/>
                    </a:lnTo>
                    <a:lnTo>
                      <a:pt x="2279" y="3023"/>
                    </a:lnTo>
                    <a:lnTo>
                      <a:pt x="2234" y="3043"/>
                    </a:lnTo>
                    <a:lnTo>
                      <a:pt x="2188" y="3062"/>
                    </a:lnTo>
                    <a:lnTo>
                      <a:pt x="2142" y="3079"/>
                    </a:lnTo>
                    <a:lnTo>
                      <a:pt x="2096" y="3095"/>
                    </a:lnTo>
                    <a:lnTo>
                      <a:pt x="2050" y="3108"/>
                    </a:lnTo>
                    <a:lnTo>
                      <a:pt x="2004" y="3120"/>
                    </a:lnTo>
                    <a:lnTo>
                      <a:pt x="1958" y="3132"/>
                    </a:lnTo>
                    <a:lnTo>
                      <a:pt x="1911" y="3141"/>
                    </a:lnTo>
                    <a:lnTo>
                      <a:pt x="1864" y="3149"/>
                    </a:lnTo>
                    <a:lnTo>
                      <a:pt x="1817" y="3156"/>
                    </a:lnTo>
                    <a:lnTo>
                      <a:pt x="1770" y="3161"/>
                    </a:lnTo>
                    <a:lnTo>
                      <a:pt x="1724" y="3165"/>
                    </a:lnTo>
                    <a:lnTo>
                      <a:pt x="1676" y="3166"/>
                    </a:lnTo>
                    <a:lnTo>
                      <a:pt x="1630" y="3166"/>
                    </a:lnTo>
                    <a:lnTo>
                      <a:pt x="1630" y="3257"/>
                    </a:lnTo>
                    <a:close/>
                    <a:moveTo>
                      <a:pt x="849" y="200"/>
                    </a:moveTo>
                    <a:lnTo>
                      <a:pt x="849" y="200"/>
                    </a:lnTo>
                    <a:lnTo>
                      <a:pt x="811" y="220"/>
                    </a:lnTo>
                    <a:lnTo>
                      <a:pt x="775" y="243"/>
                    </a:lnTo>
                    <a:lnTo>
                      <a:pt x="740" y="265"/>
                    </a:lnTo>
                    <a:lnTo>
                      <a:pt x="705" y="287"/>
                    </a:lnTo>
                    <a:lnTo>
                      <a:pt x="673" y="311"/>
                    </a:lnTo>
                    <a:lnTo>
                      <a:pt x="639" y="335"/>
                    </a:lnTo>
                    <a:lnTo>
                      <a:pt x="608" y="360"/>
                    </a:lnTo>
                    <a:lnTo>
                      <a:pt x="576" y="386"/>
                    </a:lnTo>
                    <a:lnTo>
                      <a:pt x="516" y="441"/>
                    </a:lnTo>
                    <a:lnTo>
                      <a:pt x="458" y="497"/>
                    </a:lnTo>
                    <a:lnTo>
                      <a:pt x="405" y="555"/>
                    </a:lnTo>
                    <a:lnTo>
                      <a:pt x="354" y="617"/>
                    </a:lnTo>
                    <a:lnTo>
                      <a:pt x="306" y="680"/>
                    </a:lnTo>
                    <a:lnTo>
                      <a:pt x="261" y="745"/>
                    </a:lnTo>
                    <a:lnTo>
                      <a:pt x="220" y="811"/>
                    </a:lnTo>
                    <a:lnTo>
                      <a:pt x="183" y="881"/>
                    </a:lnTo>
                    <a:lnTo>
                      <a:pt x="149" y="951"/>
                    </a:lnTo>
                    <a:lnTo>
                      <a:pt x="118" y="1023"/>
                    </a:lnTo>
                    <a:lnTo>
                      <a:pt x="91" y="1096"/>
                    </a:lnTo>
                    <a:lnTo>
                      <a:pt x="67" y="1170"/>
                    </a:lnTo>
                    <a:lnTo>
                      <a:pt x="46" y="1247"/>
                    </a:lnTo>
                    <a:lnTo>
                      <a:pt x="29" y="1322"/>
                    </a:lnTo>
                    <a:lnTo>
                      <a:pt x="17" y="1399"/>
                    </a:lnTo>
                    <a:lnTo>
                      <a:pt x="9" y="1477"/>
                    </a:lnTo>
                    <a:lnTo>
                      <a:pt x="2" y="1556"/>
                    </a:lnTo>
                    <a:lnTo>
                      <a:pt x="0" y="1634"/>
                    </a:lnTo>
                    <a:lnTo>
                      <a:pt x="3" y="1713"/>
                    </a:lnTo>
                    <a:lnTo>
                      <a:pt x="9" y="1792"/>
                    </a:lnTo>
                    <a:lnTo>
                      <a:pt x="19" y="1870"/>
                    </a:lnTo>
                    <a:lnTo>
                      <a:pt x="32" y="1950"/>
                    </a:lnTo>
                    <a:lnTo>
                      <a:pt x="50" y="2027"/>
                    </a:lnTo>
                    <a:lnTo>
                      <a:pt x="72" y="2106"/>
                    </a:lnTo>
                    <a:lnTo>
                      <a:pt x="84" y="2145"/>
                    </a:lnTo>
                    <a:lnTo>
                      <a:pt x="97" y="2183"/>
                    </a:lnTo>
                    <a:lnTo>
                      <a:pt x="113" y="2222"/>
                    </a:lnTo>
                    <a:lnTo>
                      <a:pt x="128" y="2260"/>
                    </a:lnTo>
                    <a:lnTo>
                      <a:pt x="145" y="2297"/>
                    </a:lnTo>
                    <a:lnTo>
                      <a:pt x="162" y="2335"/>
                    </a:lnTo>
                    <a:lnTo>
                      <a:pt x="181" y="2372"/>
                    </a:lnTo>
                    <a:lnTo>
                      <a:pt x="200" y="2410"/>
                    </a:lnTo>
                    <a:lnTo>
                      <a:pt x="200" y="2410"/>
                    </a:lnTo>
                    <a:lnTo>
                      <a:pt x="229" y="2459"/>
                    </a:lnTo>
                    <a:lnTo>
                      <a:pt x="260" y="2509"/>
                    </a:lnTo>
                    <a:lnTo>
                      <a:pt x="290" y="2555"/>
                    </a:lnTo>
                    <a:lnTo>
                      <a:pt x="323" y="2601"/>
                    </a:lnTo>
                    <a:lnTo>
                      <a:pt x="357" y="2646"/>
                    </a:lnTo>
                    <a:lnTo>
                      <a:pt x="393" y="2688"/>
                    </a:lnTo>
                    <a:lnTo>
                      <a:pt x="429" y="2729"/>
                    </a:lnTo>
                    <a:lnTo>
                      <a:pt x="468" y="2770"/>
                    </a:lnTo>
                    <a:lnTo>
                      <a:pt x="507" y="2808"/>
                    </a:lnTo>
                    <a:lnTo>
                      <a:pt x="547" y="2845"/>
                    </a:lnTo>
                    <a:lnTo>
                      <a:pt x="588" y="2881"/>
                    </a:lnTo>
                    <a:lnTo>
                      <a:pt x="630" y="2915"/>
                    </a:lnTo>
                    <a:lnTo>
                      <a:pt x="675" y="2948"/>
                    </a:lnTo>
                    <a:lnTo>
                      <a:pt x="719" y="2979"/>
                    </a:lnTo>
                    <a:lnTo>
                      <a:pt x="764" y="3008"/>
                    </a:lnTo>
                    <a:lnTo>
                      <a:pt x="810" y="3035"/>
                    </a:lnTo>
                    <a:lnTo>
                      <a:pt x="857" y="3062"/>
                    </a:lnTo>
                    <a:lnTo>
                      <a:pt x="905" y="3086"/>
                    </a:lnTo>
                    <a:lnTo>
                      <a:pt x="953" y="3110"/>
                    </a:lnTo>
                    <a:lnTo>
                      <a:pt x="1003" y="3131"/>
                    </a:lnTo>
                    <a:lnTo>
                      <a:pt x="1052" y="3151"/>
                    </a:lnTo>
                    <a:lnTo>
                      <a:pt x="1102" y="3168"/>
                    </a:lnTo>
                    <a:lnTo>
                      <a:pt x="1153" y="3185"/>
                    </a:lnTo>
                    <a:lnTo>
                      <a:pt x="1204" y="3201"/>
                    </a:lnTo>
                    <a:lnTo>
                      <a:pt x="1257" y="3213"/>
                    </a:lnTo>
                    <a:lnTo>
                      <a:pt x="1308" y="3224"/>
                    </a:lnTo>
                    <a:lnTo>
                      <a:pt x="1361" y="3235"/>
                    </a:lnTo>
                    <a:lnTo>
                      <a:pt x="1414" y="3243"/>
                    </a:lnTo>
                    <a:lnTo>
                      <a:pt x="1467" y="3248"/>
                    </a:lnTo>
                    <a:lnTo>
                      <a:pt x="1522" y="3254"/>
                    </a:lnTo>
                    <a:lnTo>
                      <a:pt x="1575" y="3255"/>
                    </a:lnTo>
                    <a:lnTo>
                      <a:pt x="1630" y="3257"/>
                    </a:lnTo>
                    <a:lnTo>
                      <a:pt x="1630" y="3166"/>
                    </a:lnTo>
                    <a:lnTo>
                      <a:pt x="1630" y="3166"/>
                    </a:lnTo>
                    <a:lnTo>
                      <a:pt x="1578" y="3166"/>
                    </a:lnTo>
                    <a:lnTo>
                      <a:pt x="1527" y="3163"/>
                    </a:lnTo>
                    <a:lnTo>
                      <a:pt x="1478" y="3160"/>
                    </a:lnTo>
                    <a:lnTo>
                      <a:pt x="1426" y="3153"/>
                    </a:lnTo>
                    <a:lnTo>
                      <a:pt x="1377" y="3146"/>
                    </a:lnTo>
                    <a:lnTo>
                      <a:pt x="1327" y="3137"/>
                    </a:lnTo>
                    <a:lnTo>
                      <a:pt x="1278" y="3125"/>
                    </a:lnTo>
                    <a:lnTo>
                      <a:pt x="1228" y="3113"/>
                    </a:lnTo>
                    <a:lnTo>
                      <a:pt x="1180" y="3100"/>
                    </a:lnTo>
                    <a:lnTo>
                      <a:pt x="1131" y="3084"/>
                    </a:lnTo>
                    <a:lnTo>
                      <a:pt x="1083" y="3067"/>
                    </a:lnTo>
                    <a:lnTo>
                      <a:pt x="1037" y="3049"/>
                    </a:lnTo>
                    <a:lnTo>
                      <a:pt x="991" y="3028"/>
                    </a:lnTo>
                    <a:lnTo>
                      <a:pt x="945" y="3006"/>
                    </a:lnTo>
                    <a:lnTo>
                      <a:pt x="900" y="2984"/>
                    </a:lnTo>
                    <a:lnTo>
                      <a:pt x="856" y="2958"/>
                    </a:lnTo>
                    <a:lnTo>
                      <a:pt x="811" y="2932"/>
                    </a:lnTo>
                    <a:lnTo>
                      <a:pt x="769" y="2903"/>
                    </a:lnTo>
                    <a:lnTo>
                      <a:pt x="726" y="2874"/>
                    </a:lnTo>
                    <a:lnTo>
                      <a:pt x="685" y="2844"/>
                    </a:lnTo>
                    <a:lnTo>
                      <a:pt x="646" y="2813"/>
                    </a:lnTo>
                    <a:lnTo>
                      <a:pt x="606" y="2779"/>
                    </a:lnTo>
                    <a:lnTo>
                      <a:pt x="569" y="2743"/>
                    </a:lnTo>
                    <a:lnTo>
                      <a:pt x="531" y="2707"/>
                    </a:lnTo>
                    <a:lnTo>
                      <a:pt x="495" y="2669"/>
                    </a:lnTo>
                    <a:lnTo>
                      <a:pt x="461" y="2630"/>
                    </a:lnTo>
                    <a:lnTo>
                      <a:pt x="427" y="2589"/>
                    </a:lnTo>
                    <a:lnTo>
                      <a:pt x="395" y="2548"/>
                    </a:lnTo>
                    <a:lnTo>
                      <a:pt x="364" y="2504"/>
                    </a:lnTo>
                    <a:lnTo>
                      <a:pt x="335" y="2459"/>
                    </a:lnTo>
                    <a:lnTo>
                      <a:pt x="306" y="2413"/>
                    </a:lnTo>
                    <a:lnTo>
                      <a:pt x="278" y="2367"/>
                    </a:lnTo>
                    <a:lnTo>
                      <a:pt x="278" y="2367"/>
                    </a:lnTo>
                    <a:lnTo>
                      <a:pt x="243" y="2295"/>
                    </a:lnTo>
                    <a:lnTo>
                      <a:pt x="210" y="2225"/>
                    </a:lnTo>
                    <a:lnTo>
                      <a:pt x="183" y="2152"/>
                    </a:lnTo>
                    <a:lnTo>
                      <a:pt x="157" y="2080"/>
                    </a:lnTo>
                    <a:lnTo>
                      <a:pt x="137" y="2005"/>
                    </a:lnTo>
                    <a:lnTo>
                      <a:pt x="120" y="1932"/>
                    </a:lnTo>
                    <a:lnTo>
                      <a:pt x="108" y="1858"/>
                    </a:lnTo>
                    <a:lnTo>
                      <a:pt x="97" y="1783"/>
                    </a:lnTo>
                    <a:lnTo>
                      <a:pt x="92" y="1708"/>
                    </a:lnTo>
                    <a:lnTo>
                      <a:pt x="91" y="1634"/>
                    </a:lnTo>
                    <a:lnTo>
                      <a:pt x="92" y="1559"/>
                    </a:lnTo>
                    <a:lnTo>
                      <a:pt x="97" y="1486"/>
                    </a:lnTo>
                    <a:lnTo>
                      <a:pt x="106" y="1412"/>
                    </a:lnTo>
                    <a:lnTo>
                      <a:pt x="118" y="1339"/>
                    </a:lnTo>
                    <a:lnTo>
                      <a:pt x="133" y="1267"/>
                    </a:lnTo>
                    <a:lnTo>
                      <a:pt x="152" y="1196"/>
                    </a:lnTo>
                    <a:lnTo>
                      <a:pt x="174" y="1125"/>
                    </a:lnTo>
                    <a:lnTo>
                      <a:pt x="202" y="1055"/>
                    </a:lnTo>
                    <a:lnTo>
                      <a:pt x="231" y="989"/>
                    </a:lnTo>
                    <a:lnTo>
                      <a:pt x="263" y="922"/>
                    </a:lnTo>
                    <a:lnTo>
                      <a:pt x="297" y="857"/>
                    </a:lnTo>
                    <a:lnTo>
                      <a:pt x="337" y="792"/>
                    </a:lnTo>
                    <a:lnTo>
                      <a:pt x="379" y="731"/>
                    </a:lnTo>
                    <a:lnTo>
                      <a:pt x="424" y="671"/>
                    </a:lnTo>
                    <a:lnTo>
                      <a:pt x="471" y="615"/>
                    </a:lnTo>
                    <a:lnTo>
                      <a:pt x="523" y="558"/>
                    </a:lnTo>
                    <a:lnTo>
                      <a:pt x="577" y="506"/>
                    </a:lnTo>
                    <a:lnTo>
                      <a:pt x="634" y="454"/>
                    </a:lnTo>
                    <a:lnTo>
                      <a:pt x="694" y="406"/>
                    </a:lnTo>
                    <a:lnTo>
                      <a:pt x="757" y="360"/>
                    </a:lnTo>
                    <a:lnTo>
                      <a:pt x="823" y="318"/>
                    </a:lnTo>
                    <a:lnTo>
                      <a:pt x="892" y="278"/>
                    </a:lnTo>
                    <a:lnTo>
                      <a:pt x="892" y="278"/>
                    </a:lnTo>
                    <a:lnTo>
                      <a:pt x="936" y="254"/>
                    </a:lnTo>
                    <a:lnTo>
                      <a:pt x="980" y="234"/>
                    </a:lnTo>
                    <a:lnTo>
                      <a:pt x="1025" y="213"/>
                    </a:lnTo>
                    <a:lnTo>
                      <a:pt x="1071" y="195"/>
                    </a:lnTo>
                    <a:lnTo>
                      <a:pt x="1115" y="178"/>
                    </a:lnTo>
                    <a:lnTo>
                      <a:pt x="1162" y="162"/>
                    </a:lnTo>
                    <a:lnTo>
                      <a:pt x="1208" y="149"/>
                    </a:lnTo>
                    <a:lnTo>
                      <a:pt x="1254" y="137"/>
                    </a:lnTo>
                    <a:lnTo>
                      <a:pt x="1302" y="125"/>
                    </a:lnTo>
                    <a:lnTo>
                      <a:pt x="1348" y="116"/>
                    </a:lnTo>
                    <a:lnTo>
                      <a:pt x="1394" y="108"/>
                    </a:lnTo>
                    <a:lnTo>
                      <a:pt x="1442" y="101"/>
                    </a:lnTo>
                    <a:lnTo>
                      <a:pt x="1488" y="96"/>
                    </a:lnTo>
                    <a:lnTo>
                      <a:pt x="1536" y="92"/>
                    </a:lnTo>
                    <a:lnTo>
                      <a:pt x="1582" y="91"/>
                    </a:lnTo>
                    <a:lnTo>
                      <a:pt x="1630" y="89"/>
                    </a:lnTo>
                    <a:lnTo>
                      <a:pt x="1630" y="0"/>
                    </a:lnTo>
                    <a:lnTo>
                      <a:pt x="1630" y="0"/>
                    </a:lnTo>
                    <a:lnTo>
                      <a:pt x="1580" y="0"/>
                    </a:lnTo>
                    <a:lnTo>
                      <a:pt x="1531" y="3"/>
                    </a:lnTo>
                    <a:lnTo>
                      <a:pt x="1481" y="7"/>
                    </a:lnTo>
                    <a:lnTo>
                      <a:pt x="1431" y="12"/>
                    </a:lnTo>
                    <a:lnTo>
                      <a:pt x="1380" y="19"/>
                    </a:lnTo>
                    <a:lnTo>
                      <a:pt x="1331" y="27"/>
                    </a:lnTo>
                    <a:lnTo>
                      <a:pt x="1283" y="38"/>
                    </a:lnTo>
                    <a:lnTo>
                      <a:pt x="1233" y="50"/>
                    </a:lnTo>
                    <a:lnTo>
                      <a:pt x="1184" y="61"/>
                    </a:lnTo>
                    <a:lnTo>
                      <a:pt x="1134" y="77"/>
                    </a:lnTo>
                    <a:lnTo>
                      <a:pt x="1086" y="94"/>
                    </a:lnTo>
                    <a:lnTo>
                      <a:pt x="1039" y="111"/>
                    </a:lnTo>
                    <a:lnTo>
                      <a:pt x="989" y="132"/>
                    </a:lnTo>
                    <a:lnTo>
                      <a:pt x="943" y="152"/>
                    </a:lnTo>
                    <a:lnTo>
                      <a:pt x="895" y="176"/>
                    </a:lnTo>
                    <a:lnTo>
                      <a:pt x="849" y="200"/>
                    </a:lnTo>
                    <a:lnTo>
                      <a:pt x="849" y="200"/>
                    </a:lnTo>
                    <a:close/>
                  </a:path>
                </a:pathLst>
              </a:custGeom>
              <a:solidFill>
                <a:srgbClr val="D5797C"/>
              </a:solidFill>
              <a:ln w="7303">
                <a:solidFill>
                  <a:srgbClr val="C00000"/>
                </a:solidFill>
                <a:round/>
              </a:ln>
            </p:spPr>
            <p:txBody>
              <a:bodyPr vert="horz" wrap="square" lIns="93458" tIns="46729" rIns="93458" bIns="46729" numCol="1" anchor="t" anchorCtr="0" compatLnSpc="1"/>
              <a:lstStyle/>
              <a:p>
                <a:endParaRPr lang="ar-SA"/>
              </a:p>
            </p:txBody>
          </p:sp>
        </p:grpSp>
        <p:sp>
          <p:nvSpPr>
            <p:cNvPr id="25" name="Component 25"/>
            <p:cNvSpPr>
              <a:spLocks noEditPoints="1"/>
            </p:cNvSpPr>
            <p:nvPr/>
          </p:nvSpPr>
          <p:spPr bwMode="auto">
            <a:xfrm>
              <a:off x="2912353" y="2155560"/>
              <a:ext cx="372325" cy="424765"/>
            </a:xfrm>
            <a:custGeom>
              <a:avLst/>
              <a:gdLst/>
              <a:ahLst/>
              <a:cxnLst>
                <a:cxn ang="0">
                  <a:pos x="258" y="132"/>
                </a:cxn>
                <a:cxn ang="0">
                  <a:pos x="276" y="139"/>
                </a:cxn>
                <a:cxn ang="0">
                  <a:pos x="282" y="152"/>
                </a:cxn>
                <a:cxn ang="0">
                  <a:pos x="282" y="304"/>
                </a:cxn>
                <a:cxn ang="0">
                  <a:pos x="276" y="317"/>
                </a:cxn>
                <a:cxn ang="0">
                  <a:pos x="258" y="324"/>
                </a:cxn>
                <a:cxn ang="0">
                  <a:pos x="15" y="322"/>
                </a:cxn>
                <a:cxn ang="0">
                  <a:pos x="4" y="313"/>
                </a:cxn>
                <a:cxn ang="0">
                  <a:pos x="0" y="157"/>
                </a:cxn>
                <a:cxn ang="0">
                  <a:pos x="4" y="143"/>
                </a:cxn>
                <a:cxn ang="0">
                  <a:pos x="15" y="134"/>
                </a:cxn>
                <a:cxn ang="0">
                  <a:pos x="40" y="101"/>
                </a:cxn>
                <a:cxn ang="0">
                  <a:pos x="44" y="72"/>
                </a:cxn>
                <a:cxn ang="0">
                  <a:pos x="62" y="38"/>
                </a:cxn>
                <a:cxn ang="0">
                  <a:pos x="86" y="18"/>
                </a:cxn>
                <a:cxn ang="0">
                  <a:pos x="121" y="2"/>
                </a:cxn>
                <a:cxn ang="0">
                  <a:pos x="151" y="1"/>
                </a:cxn>
                <a:cxn ang="0">
                  <a:pos x="189" y="12"/>
                </a:cxn>
                <a:cxn ang="0">
                  <a:pos x="212" y="31"/>
                </a:cxn>
                <a:cxn ang="0">
                  <a:pos x="234" y="63"/>
                </a:cxn>
                <a:cxn ang="0">
                  <a:pos x="243" y="101"/>
                </a:cxn>
                <a:cxn ang="0">
                  <a:pos x="264" y="143"/>
                </a:cxn>
                <a:cxn ang="0">
                  <a:pos x="19" y="143"/>
                </a:cxn>
                <a:cxn ang="0">
                  <a:pos x="10" y="157"/>
                </a:cxn>
                <a:cxn ang="0">
                  <a:pos x="273" y="157"/>
                </a:cxn>
                <a:cxn ang="0">
                  <a:pos x="63" y="213"/>
                </a:cxn>
                <a:cxn ang="0">
                  <a:pos x="63" y="213"/>
                </a:cxn>
                <a:cxn ang="0">
                  <a:pos x="273" y="299"/>
                </a:cxn>
                <a:cxn ang="0">
                  <a:pos x="10" y="299"/>
                </a:cxn>
                <a:cxn ang="0">
                  <a:pos x="19" y="313"/>
                </a:cxn>
                <a:cxn ang="0">
                  <a:pos x="264" y="313"/>
                </a:cxn>
                <a:cxn ang="0">
                  <a:pos x="27" y="263"/>
                </a:cxn>
                <a:cxn ang="0">
                  <a:pos x="50" y="132"/>
                </a:cxn>
                <a:cxn ang="0">
                  <a:pos x="82" y="89"/>
                </a:cxn>
                <a:cxn ang="0">
                  <a:pos x="98" y="59"/>
                </a:cxn>
                <a:cxn ang="0">
                  <a:pos x="141" y="41"/>
                </a:cxn>
                <a:cxn ang="0">
                  <a:pos x="175" y="51"/>
                </a:cxn>
                <a:cxn ang="0">
                  <a:pos x="197" y="78"/>
                </a:cxn>
                <a:cxn ang="0">
                  <a:pos x="232" y="132"/>
                </a:cxn>
                <a:cxn ang="0">
                  <a:pos x="230" y="83"/>
                </a:cxn>
                <a:cxn ang="0">
                  <a:pos x="217" y="51"/>
                </a:cxn>
                <a:cxn ang="0">
                  <a:pos x="199" y="31"/>
                </a:cxn>
                <a:cxn ang="0">
                  <a:pos x="168" y="14"/>
                </a:cxn>
                <a:cxn ang="0">
                  <a:pos x="141" y="10"/>
                </a:cxn>
                <a:cxn ang="0">
                  <a:pos x="106" y="18"/>
                </a:cxn>
                <a:cxn ang="0">
                  <a:pos x="77" y="37"/>
                </a:cxn>
                <a:cxn ang="0">
                  <a:pos x="60" y="59"/>
                </a:cxn>
                <a:cxn ang="0">
                  <a:pos x="50" y="92"/>
                </a:cxn>
                <a:cxn ang="0">
                  <a:pos x="88" y="263"/>
                </a:cxn>
                <a:cxn ang="0">
                  <a:pos x="192" y="101"/>
                </a:cxn>
                <a:cxn ang="0">
                  <a:pos x="184" y="74"/>
                </a:cxn>
                <a:cxn ang="0">
                  <a:pos x="161" y="55"/>
                </a:cxn>
                <a:cxn ang="0">
                  <a:pos x="131" y="52"/>
                </a:cxn>
                <a:cxn ang="0">
                  <a:pos x="105" y="66"/>
                </a:cxn>
                <a:cxn ang="0">
                  <a:pos x="91" y="101"/>
                </a:cxn>
                <a:cxn ang="0">
                  <a:pos x="199" y="213"/>
                </a:cxn>
                <a:cxn ang="0">
                  <a:pos x="199" y="213"/>
                </a:cxn>
                <a:cxn ang="0">
                  <a:pos x="273" y="213"/>
                </a:cxn>
              </a:cxnLst>
              <a:rect l="0" t="0" r="r" b="b"/>
              <a:pathLst>
                <a:path w="283" h="324">
                  <a:moveTo>
                    <a:pt x="243" y="101"/>
                  </a:moveTo>
                  <a:lnTo>
                    <a:pt x="243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63" y="133"/>
                  </a:lnTo>
                  <a:lnTo>
                    <a:pt x="268" y="134"/>
                  </a:lnTo>
                  <a:lnTo>
                    <a:pt x="272" y="136"/>
                  </a:lnTo>
                  <a:lnTo>
                    <a:pt x="276" y="139"/>
                  </a:lnTo>
                  <a:lnTo>
                    <a:pt x="276" y="139"/>
                  </a:lnTo>
                  <a:lnTo>
                    <a:pt x="279" y="143"/>
                  </a:lnTo>
                  <a:lnTo>
                    <a:pt x="281" y="147"/>
                  </a:lnTo>
                  <a:lnTo>
                    <a:pt x="282" y="152"/>
                  </a:lnTo>
                  <a:lnTo>
                    <a:pt x="283" y="157"/>
                  </a:lnTo>
                  <a:lnTo>
                    <a:pt x="283" y="299"/>
                  </a:lnTo>
                  <a:lnTo>
                    <a:pt x="283" y="299"/>
                  </a:lnTo>
                  <a:lnTo>
                    <a:pt x="282" y="304"/>
                  </a:lnTo>
                  <a:lnTo>
                    <a:pt x="281" y="309"/>
                  </a:lnTo>
                  <a:lnTo>
                    <a:pt x="279" y="313"/>
                  </a:lnTo>
                  <a:lnTo>
                    <a:pt x="276" y="317"/>
                  </a:lnTo>
                  <a:lnTo>
                    <a:pt x="276" y="317"/>
                  </a:lnTo>
                  <a:lnTo>
                    <a:pt x="272" y="320"/>
                  </a:lnTo>
                  <a:lnTo>
                    <a:pt x="268" y="322"/>
                  </a:lnTo>
                  <a:lnTo>
                    <a:pt x="263" y="324"/>
                  </a:lnTo>
                  <a:lnTo>
                    <a:pt x="258" y="324"/>
                  </a:lnTo>
                  <a:lnTo>
                    <a:pt x="25" y="324"/>
                  </a:lnTo>
                  <a:lnTo>
                    <a:pt x="25" y="324"/>
                  </a:lnTo>
                  <a:lnTo>
                    <a:pt x="20" y="324"/>
                  </a:lnTo>
                  <a:lnTo>
                    <a:pt x="15" y="322"/>
                  </a:lnTo>
                  <a:lnTo>
                    <a:pt x="11" y="320"/>
                  </a:lnTo>
                  <a:lnTo>
                    <a:pt x="7" y="317"/>
                  </a:lnTo>
                  <a:lnTo>
                    <a:pt x="7" y="317"/>
                  </a:lnTo>
                  <a:lnTo>
                    <a:pt x="4" y="313"/>
                  </a:lnTo>
                  <a:lnTo>
                    <a:pt x="2" y="309"/>
                  </a:lnTo>
                  <a:lnTo>
                    <a:pt x="0" y="304"/>
                  </a:lnTo>
                  <a:lnTo>
                    <a:pt x="0" y="299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0" y="152"/>
                  </a:lnTo>
                  <a:lnTo>
                    <a:pt x="2" y="147"/>
                  </a:lnTo>
                  <a:lnTo>
                    <a:pt x="4" y="143"/>
                  </a:lnTo>
                  <a:lnTo>
                    <a:pt x="7" y="139"/>
                  </a:lnTo>
                  <a:lnTo>
                    <a:pt x="7" y="139"/>
                  </a:lnTo>
                  <a:lnTo>
                    <a:pt x="11" y="136"/>
                  </a:lnTo>
                  <a:lnTo>
                    <a:pt x="15" y="134"/>
                  </a:lnTo>
                  <a:lnTo>
                    <a:pt x="20" y="133"/>
                  </a:lnTo>
                  <a:lnTo>
                    <a:pt x="25" y="132"/>
                  </a:lnTo>
                  <a:lnTo>
                    <a:pt x="40" y="132"/>
                  </a:lnTo>
                  <a:lnTo>
                    <a:pt x="40" y="101"/>
                  </a:lnTo>
                  <a:lnTo>
                    <a:pt x="40" y="101"/>
                  </a:lnTo>
                  <a:lnTo>
                    <a:pt x="40" y="91"/>
                  </a:lnTo>
                  <a:lnTo>
                    <a:pt x="42" y="81"/>
                  </a:lnTo>
                  <a:lnTo>
                    <a:pt x="44" y="72"/>
                  </a:lnTo>
                  <a:lnTo>
                    <a:pt x="47" y="63"/>
                  </a:lnTo>
                  <a:lnTo>
                    <a:pt x="51" y="54"/>
                  </a:lnTo>
                  <a:lnTo>
                    <a:pt x="56" y="46"/>
                  </a:lnTo>
                  <a:lnTo>
                    <a:pt x="62" y="38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78" y="24"/>
                  </a:lnTo>
                  <a:lnTo>
                    <a:pt x="86" y="18"/>
                  </a:lnTo>
                  <a:lnTo>
                    <a:pt x="94" y="12"/>
                  </a:lnTo>
                  <a:lnTo>
                    <a:pt x="102" y="8"/>
                  </a:lnTo>
                  <a:lnTo>
                    <a:pt x="111" y="4"/>
                  </a:lnTo>
                  <a:lnTo>
                    <a:pt x="121" y="2"/>
                  </a:lnTo>
                  <a:lnTo>
                    <a:pt x="131" y="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51" y="1"/>
                  </a:lnTo>
                  <a:lnTo>
                    <a:pt x="162" y="2"/>
                  </a:lnTo>
                  <a:lnTo>
                    <a:pt x="171" y="4"/>
                  </a:lnTo>
                  <a:lnTo>
                    <a:pt x="180" y="8"/>
                  </a:lnTo>
                  <a:lnTo>
                    <a:pt x="189" y="12"/>
                  </a:lnTo>
                  <a:lnTo>
                    <a:pt x="197" y="18"/>
                  </a:lnTo>
                  <a:lnTo>
                    <a:pt x="205" y="24"/>
                  </a:lnTo>
                  <a:lnTo>
                    <a:pt x="212" y="31"/>
                  </a:lnTo>
                  <a:lnTo>
                    <a:pt x="212" y="31"/>
                  </a:lnTo>
                  <a:lnTo>
                    <a:pt x="219" y="38"/>
                  </a:lnTo>
                  <a:lnTo>
                    <a:pt x="225" y="46"/>
                  </a:lnTo>
                  <a:lnTo>
                    <a:pt x="230" y="54"/>
                  </a:lnTo>
                  <a:lnTo>
                    <a:pt x="234" y="63"/>
                  </a:lnTo>
                  <a:lnTo>
                    <a:pt x="238" y="72"/>
                  </a:lnTo>
                  <a:lnTo>
                    <a:pt x="240" y="81"/>
                  </a:lnTo>
                  <a:lnTo>
                    <a:pt x="242" y="91"/>
                  </a:lnTo>
                  <a:lnTo>
                    <a:pt x="243" y="101"/>
                  </a:lnTo>
                  <a:lnTo>
                    <a:pt x="243" y="101"/>
                  </a:lnTo>
                  <a:close/>
                  <a:moveTo>
                    <a:pt x="268" y="147"/>
                  </a:moveTo>
                  <a:lnTo>
                    <a:pt x="268" y="147"/>
                  </a:lnTo>
                  <a:lnTo>
                    <a:pt x="264" y="143"/>
                  </a:lnTo>
                  <a:lnTo>
                    <a:pt x="258" y="142"/>
                  </a:lnTo>
                  <a:lnTo>
                    <a:pt x="25" y="142"/>
                  </a:lnTo>
                  <a:lnTo>
                    <a:pt x="25" y="142"/>
                  </a:lnTo>
                  <a:lnTo>
                    <a:pt x="19" y="143"/>
                  </a:lnTo>
                  <a:lnTo>
                    <a:pt x="14" y="147"/>
                  </a:lnTo>
                  <a:lnTo>
                    <a:pt x="14" y="147"/>
                  </a:lnTo>
                  <a:lnTo>
                    <a:pt x="11" y="151"/>
                  </a:lnTo>
                  <a:lnTo>
                    <a:pt x="10" y="157"/>
                  </a:lnTo>
                  <a:lnTo>
                    <a:pt x="10" y="203"/>
                  </a:lnTo>
                  <a:lnTo>
                    <a:pt x="273" y="203"/>
                  </a:lnTo>
                  <a:lnTo>
                    <a:pt x="273" y="157"/>
                  </a:lnTo>
                  <a:lnTo>
                    <a:pt x="273" y="157"/>
                  </a:lnTo>
                  <a:lnTo>
                    <a:pt x="272" y="151"/>
                  </a:lnTo>
                  <a:lnTo>
                    <a:pt x="268" y="147"/>
                  </a:lnTo>
                  <a:lnTo>
                    <a:pt x="268" y="147"/>
                  </a:lnTo>
                  <a:close/>
                  <a:moveTo>
                    <a:pt x="63" y="213"/>
                  </a:moveTo>
                  <a:lnTo>
                    <a:pt x="10" y="213"/>
                  </a:lnTo>
                  <a:lnTo>
                    <a:pt x="10" y="263"/>
                  </a:lnTo>
                  <a:lnTo>
                    <a:pt x="13" y="263"/>
                  </a:lnTo>
                  <a:lnTo>
                    <a:pt x="63" y="213"/>
                  </a:lnTo>
                  <a:close/>
                  <a:moveTo>
                    <a:pt x="268" y="310"/>
                  </a:moveTo>
                  <a:lnTo>
                    <a:pt x="268" y="310"/>
                  </a:lnTo>
                  <a:lnTo>
                    <a:pt x="272" y="305"/>
                  </a:lnTo>
                  <a:lnTo>
                    <a:pt x="273" y="299"/>
                  </a:lnTo>
                  <a:lnTo>
                    <a:pt x="273" y="273"/>
                  </a:lnTo>
                  <a:lnTo>
                    <a:pt x="10" y="273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1" y="305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9" y="313"/>
                  </a:lnTo>
                  <a:lnTo>
                    <a:pt x="25" y="314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64" y="313"/>
                  </a:lnTo>
                  <a:lnTo>
                    <a:pt x="268" y="310"/>
                  </a:lnTo>
                  <a:lnTo>
                    <a:pt x="268" y="310"/>
                  </a:lnTo>
                  <a:close/>
                  <a:moveTo>
                    <a:pt x="78" y="213"/>
                  </a:moveTo>
                  <a:lnTo>
                    <a:pt x="27" y="263"/>
                  </a:lnTo>
                  <a:lnTo>
                    <a:pt x="73" y="263"/>
                  </a:lnTo>
                  <a:lnTo>
                    <a:pt x="124" y="213"/>
                  </a:lnTo>
                  <a:lnTo>
                    <a:pt x="78" y="213"/>
                  </a:lnTo>
                  <a:close/>
                  <a:moveTo>
                    <a:pt x="50" y="132"/>
                  </a:moveTo>
                  <a:lnTo>
                    <a:pt x="81" y="132"/>
                  </a:lnTo>
                  <a:lnTo>
                    <a:pt x="81" y="101"/>
                  </a:lnTo>
                  <a:lnTo>
                    <a:pt x="81" y="101"/>
                  </a:lnTo>
                  <a:lnTo>
                    <a:pt x="82" y="89"/>
                  </a:lnTo>
                  <a:lnTo>
                    <a:pt x="85" y="78"/>
                  </a:lnTo>
                  <a:lnTo>
                    <a:pt x="91" y="68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107" y="51"/>
                  </a:lnTo>
                  <a:lnTo>
                    <a:pt x="118" y="46"/>
                  </a:lnTo>
                  <a:lnTo>
                    <a:pt x="129" y="42"/>
                  </a:lnTo>
                  <a:lnTo>
                    <a:pt x="141" y="41"/>
                  </a:lnTo>
                  <a:lnTo>
                    <a:pt x="141" y="41"/>
                  </a:lnTo>
                  <a:lnTo>
                    <a:pt x="153" y="42"/>
                  </a:lnTo>
                  <a:lnTo>
                    <a:pt x="165" y="46"/>
                  </a:lnTo>
                  <a:lnTo>
                    <a:pt x="175" y="51"/>
                  </a:lnTo>
                  <a:lnTo>
                    <a:pt x="184" y="59"/>
                  </a:lnTo>
                  <a:lnTo>
                    <a:pt x="184" y="59"/>
                  </a:lnTo>
                  <a:lnTo>
                    <a:pt x="192" y="68"/>
                  </a:lnTo>
                  <a:lnTo>
                    <a:pt x="197" y="78"/>
                  </a:lnTo>
                  <a:lnTo>
                    <a:pt x="201" y="89"/>
                  </a:lnTo>
                  <a:lnTo>
                    <a:pt x="202" y="101"/>
                  </a:lnTo>
                  <a:lnTo>
                    <a:pt x="202" y="132"/>
                  </a:lnTo>
                  <a:lnTo>
                    <a:pt x="232" y="132"/>
                  </a:lnTo>
                  <a:lnTo>
                    <a:pt x="232" y="101"/>
                  </a:lnTo>
                  <a:lnTo>
                    <a:pt x="232" y="101"/>
                  </a:lnTo>
                  <a:lnTo>
                    <a:pt x="231" y="92"/>
                  </a:lnTo>
                  <a:lnTo>
                    <a:pt x="230" y="83"/>
                  </a:lnTo>
                  <a:lnTo>
                    <a:pt x="228" y="75"/>
                  </a:lnTo>
                  <a:lnTo>
                    <a:pt x="225" y="66"/>
                  </a:lnTo>
                  <a:lnTo>
                    <a:pt x="222" y="59"/>
                  </a:lnTo>
                  <a:lnTo>
                    <a:pt x="217" y="51"/>
                  </a:lnTo>
                  <a:lnTo>
                    <a:pt x="212" y="44"/>
                  </a:lnTo>
                  <a:lnTo>
                    <a:pt x="206" y="37"/>
                  </a:lnTo>
                  <a:lnTo>
                    <a:pt x="206" y="37"/>
                  </a:lnTo>
                  <a:lnTo>
                    <a:pt x="199" y="31"/>
                  </a:lnTo>
                  <a:lnTo>
                    <a:pt x="192" y="26"/>
                  </a:lnTo>
                  <a:lnTo>
                    <a:pt x="184" y="21"/>
                  </a:lnTo>
                  <a:lnTo>
                    <a:pt x="176" y="18"/>
                  </a:lnTo>
                  <a:lnTo>
                    <a:pt x="168" y="14"/>
                  </a:lnTo>
                  <a:lnTo>
                    <a:pt x="160" y="12"/>
                  </a:lnTo>
                  <a:lnTo>
                    <a:pt x="150" y="11"/>
                  </a:lnTo>
                  <a:lnTo>
                    <a:pt x="141" y="10"/>
                  </a:lnTo>
                  <a:lnTo>
                    <a:pt x="141" y="10"/>
                  </a:lnTo>
                  <a:lnTo>
                    <a:pt x="132" y="11"/>
                  </a:lnTo>
                  <a:lnTo>
                    <a:pt x="123" y="12"/>
                  </a:lnTo>
                  <a:lnTo>
                    <a:pt x="114" y="14"/>
                  </a:lnTo>
                  <a:lnTo>
                    <a:pt x="106" y="18"/>
                  </a:lnTo>
                  <a:lnTo>
                    <a:pt x="98" y="21"/>
                  </a:lnTo>
                  <a:lnTo>
                    <a:pt x="91" y="26"/>
                  </a:lnTo>
                  <a:lnTo>
                    <a:pt x="84" y="31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0" y="44"/>
                  </a:lnTo>
                  <a:lnTo>
                    <a:pt x="65" y="51"/>
                  </a:lnTo>
                  <a:lnTo>
                    <a:pt x="60" y="59"/>
                  </a:lnTo>
                  <a:lnTo>
                    <a:pt x="56" y="66"/>
                  </a:lnTo>
                  <a:lnTo>
                    <a:pt x="53" y="75"/>
                  </a:lnTo>
                  <a:lnTo>
                    <a:pt x="51" y="83"/>
                  </a:lnTo>
                  <a:lnTo>
                    <a:pt x="50" y="92"/>
                  </a:lnTo>
                  <a:lnTo>
                    <a:pt x="50" y="101"/>
                  </a:lnTo>
                  <a:lnTo>
                    <a:pt x="50" y="132"/>
                  </a:lnTo>
                  <a:close/>
                  <a:moveTo>
                    <a:pt x="138" y="213"/>
                  </a:moveTo>
                  <a:lnTo>
                    <a:pt x="88" y="263"/>
                  </a:lnTo>
                  <a:lnTo>
                    <a:pt x="134" y="263"/>
                  </a:lnTo>
                  <a:lnTo>
                    <a:pt x="185" y="213"/>
                  </a:lnTo>
                  <a:lnTo>
                    <a:pt x="138" y="213"/>
                  </a:lnTo>
                  <a:close/>
                  <a:moveTo>
                    <a:pt x="192" y="101"/>
                  </a:moveTo>
                  <a:lnTo>
                    <a:pt x="192" y="101"/>
                  </a:lnTo>
                  <a:lnTo>
                    <a:pt x="191" y="91"/>
                  </a:lnTo>
                  <a:lnTo>
                    <a:pt x="188" y="82"/>
                  </a:lnTo>
                  <a:lnTo>
                    <a:pt x="184" y="74"/>
                  </a:lnTo>
                  <a:lnTo>
                    <a:pt x="177" y="66"/>
                  </a:lnTo>
                  <a:lnTo>
                    <a:pt x="177" y="66"/>
                  </a:lnTo>
                  <a:lnTo>
                    <a:pt x="169" y="59"/>
                  </a:lnTo>
                  <a:lnTo>
                    <a:pt x="161" y="55"/>
                  </a:lnTo>
                  <a:lnTo>
                    <a:pt x="151" y="52"/>
                  </a:lnTo>
                  <a:lnTo>
                    <a:pt x="141" y="51"/>
                  </a:lnTo>
                  <a:lnTo>
                    <a:pt x="141" y="51"/>
                  </a:lnTo>
                  <a:lnTo>
                    <a:pt x="131" y="52"/>
                  </a:lnTo>
                  <a:lnTo>
                    <a:pt x="122" y="55"/>
                  </a:lnTo>
                  <a:lnTo>
                    <a:pt x="113" y="59"/>
                  </a:lnTo>
                  <a:lnTo>
                    <a:pt x="105" y="66"/>
                  </a:lnTo>
                  <a:lnTo>
                    <a:pt x="105" y="66"/>
                  </a:lnTo>
                  <a:lnTo>
                    <a:pt x="99" y="74"/>
                  </a:lnTo>
                  <a:lnTo>
                    <a:pt x="94" y="82"/>
                  </a:lnTo>
                  <a:lnTo>
                    <a:pt x="92" y="91"/>
                  </a:lnTo>
                  <a:lnTo>
                    <a:pt x="91" y="101"/>
                  </a:lnTo>
                  <a:lnTo>
                    <a:pt x="91" y="132"/>
                  </a:lnTo>
                  <a:lnTo>
                    <a:pt x="192" y="132"/>
                  </a:lnTo>
                  <a:lnTo>
                    <a:pt x="192" y="101"/>
                  </a:lnTo>
                  <a:close/>
                  <a:moveTo>
                    <a:pt x="199" y="213"/>
                  </a:moveTo>
                  <a:lnTo>
                    <a:pt x="148" y="263"/>
                  </a:lnTo>
                  <a:lnTo>
                    <a:pt x="195" y="263"/>
                  </a:lnTo>
                  <a:lnTo>
                    <a:pt x="246" y="213"/>
                  </a:lnTo>
                  <a:lnTo>
                    <a:pt x="199" y="213"/>
                  </a:lnTo>
                  <a:close/>
                  <a:moveTo>
                    <a:pt x="260" y="213"/>
                  </a:moveTo>
                  <a:lnTo>
                    <a:pt x="209" y="263"/>
                  </a:lnTo>
                  <a:lnTo>
                    <a:pt x="273" y="263"/>
                  </a:lnTo>
                  <a:lnTo>
                    <a:pt x="273" y="213"/>
                  </a:lnTo>
                  <a:lnTo>
                    <a:pt x="260" y="213"/>
                  </a:lnTo>
                  <a:close/>
                </a:path>
              </a:pathLst>
            </a:custGeom>
            <a:solidFill>
              <a:srgbClr val="FFFFFF"/>
            </a:solidFill>
            <a:ln w="7303">
              <a:noFill/>
              <a:round/>
            </a:ln>
          </p:spPr>
          <p:txBody>
            <a:bodyPr vert="horz" wrap="square" lIns="93458" tIns="46729" rIns="93458" bIns="46729" numCol="1" anchor="t" anchorCtr="0" compatLnSpc="1"/>
            <a:lstStyle/>
            <a:p>
              <a:endParaRPr lang="ar-SA"/>
            </a:p>
          </p:txBody>
        </p:sp>
        <p:sp>
          <p:nvSpPr>
            <p:cNvPr id="26" name="Component 26"/>
            <p:cNvSpPr txBox="1"/>
            <p:nvPr/>
          </p:nvSpPr>
          <p:spPr>
            <a:xfrm>
              <a:off x="2415919" y="2766596"/>
              <a:ext cx="1385647" cy="95699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ctr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1123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Opening New Branches</a:t>
              </a:r>
            </a:p>
          </p:txBody>
        </p:sp>
        <p:sp>
          <p:nvSpPr>
            <p:cNvPr id="27" name="Component 27"/>
            <p:cNvSpPr txBox="1"/>
            <p:nvPr/>
          </p:nvSpPr>
          <p:spPr>
            <a:xfrm>
              <a:off x="2415919" y="2937900"/>
              <a:ext cx="1385647" cy="479226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ctr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unde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accusantium dolor emque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r>
                <a:rPr lang="en-US" sz="92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rem</a:t>
              </a:r>
              <a:endParaRPr lang="en-US" sz="92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Component 28"/>
            <p:cNvSpPr txBox="1"/>
            <p:nvPr/>
          </p:nvSpPr>
          <p:spPr>
            <a:xfrm>
              <a:off x="4935182" y="3880993"/>
              <a:ext cx="3271912" cy="287462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just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unde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accusantium dolor emque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rem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aperiam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eaque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ipsa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quae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ab</a:t>
              </a:r>
              <a:r>
                <a:rPr lang="en-US" sz="92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2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illo</a:t>
              </a:r>
              <a:endParaRPr lang="en-US" sz="920" dirty="0" smtClean="0">
                <a:solidFill>
                  <a:srgbClr val="808080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9" name="Component 29"/>
            <p:cNvCxnSpPr/>
            <p:nvPr/>
          </p:nvCxnSpPr>
          <p:spPr>
            <a:xfrm flipV="1">
              <a:off x="4935182" y="3815935"/>
              <a:ext cx="3271912" cy="599"/>
            </a:xfrm>
            <a:prstGeom prst="line">
              <a:avLst/>
            </a:prstGeom>
            <a:ln w="9737">
              <a:solidFill>
                <a:srgbClr val="DCDCDC"/>
              </a:solidFill>
              <a:prstDash val="solid"/>
            </a:ln>
          </p:spPr>
          <p:style>
            <a:lnRef idx="1">
              <a:srgbClr val="282D32"/>
            </a:lnRef>
            <a:fillRef idx="0">
              <a:srgbClr val="282D32"/>
            </a:fillRef>
            <a:effectRef idx="0">
              <a:srgbClr val="282D32"/>
            </a:effectRef>
            <a:fontRef idx="minor">
              <a:srgbClr val="000000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