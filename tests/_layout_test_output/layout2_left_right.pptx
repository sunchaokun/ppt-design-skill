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1F5F9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组织架构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1828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  <a:ea typeface="Microsoft YaHei"/>
                <a:cs typeface="Microsoft YaHei"/>
              </a:rPr>
              <a:t>左侧组件 + 右侧说明</a:t>
            </a:r>
          </a:p>
        </p:txBody>
      </p:sp>
      <p:grpSp>
        <p:nvGrpSpPr>
          <p:cNvPr id="6" name="Component 6">
            <a:extLst>
              <a:ext uri="{FF2B5EF4-FFF2-40B4-BE49-F238E27FC236}">
                <a16:creationId xmlns:a16="http://schemas.microsoft.com/office/drawing/2014/main" id="{7F0E41AE-7DF3-4E06-A43D-4CEC02CB87E1}"/>
              </a:ext>
            </a:extLst>
          </p:cNvPr>
          <p:cNvGrpSpPr/>
          <p:nvPr/>
        </p:nvGrpSpPr>
        <p:grpSpPr>
          <a:xfrm>
            <a:off x="2299485" y="1463040"/>
            <a:ext cx="2533349" cy="4572000"/>
            <a:chOff x="-349781" y="1463040"/>
            <a:chExt cx="2533349" cy="4572000"/>
          </a:xfrm>
        </p:grpSpPr>
        <p:sp>
          <p:nvSpPr>
            <p:cNvPr id="7" name="Component 7">
              <a:extLst>
                <a:ext uri="{FF2B5EF4-FFF2-40B4-BE49-F238E27FC236}">
                  <a16:creationId xmlns:a16="http://schemas.microsoft.com/office/drawing/2014/main" id="{C8BBA05B-3CCD-4AD3-B251-4BCB9CB78BCC}"/>
                </a:ext>
              </a:extLst>
            </p:cNvPr>
            <p:cNvSpPr txBox="1"/>
            <p:nvPr/>
          </p:nvSpPr>
          <p:spPr>
            <a:xfrm>
              <a:off x="-349781" y="2353411"/>
              <a:ext cx="2533349" cy="3681628"/>
            </a:xfrm>
            <a:prstGeom prst="rect">
              <a:avLst/>
            </a:prstGeom>
            <a:noFill/>
            <a:scene3d>
              <a:camera prst="orthographicFront">
                <a:rot lat="19500000" lon="18900000" rev="3600000"/>
              </a:camera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>
                    <a:gsLst>
                      <a:gs pos="0">
                        <a:srgbClr val="7B9CFE">
                          <a:lumMod val="20000"/>
                          <a:lumOff val="8000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</a:gradFill>
                </a:rPr>
                <a:t>CEO</a:t>
              </a:r>
            </a:p>
          </p:txBody>
        </p:sp>
        <p:sp>
          <p:nvSpPr>
            <p:cNvPr id="8" name="Component 8">
              <a:extLst>
                <a:ext uri="{FF2B5EF4-FFF2-40B4-BE49-F238E27FC236}">
                  <a16:creationId xmlns:a16="http://schemas.microsoft.com/office/drawing/2014/main" id="{E56FDF49-D060-4B60-9F77-3FF285192618}"/>
                </a:ext>
              </a:extLst>
            </p:cNvPr>
            <p:cNvSpPr txBox="1"/>
            <p:nvPr/>
          </p:nvSpPr>
          <p:spPr>
            <a:xfrm>
              <a:off x="-349781" y="234459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297"/>
                          <a:lumOff val="7970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CTO</a:t>
              </a:r>
            </a:p>
          </p:txBody>
        </p:sp>
        <p:sp>
          <p:nvSpPr>
            <p:cNvPr id="9" name="Component 9">
              <a:extLst>
                <a:ext uri="{FF2B5EF4-FFF2-40B4-BE49-F238E27FC236}">
                  <a16:creationId xmlns:a16="http://schemas.microsoft.com/office/drawing/2014/main" id="{2FBCC2F6-76CA-4539-9701-D733ACB8734E}"/>
                </a:ext>
              </a:extLst>
            </p:cNvPr>
            <p:cNvSpPr txBox="1"/>
            <p:nvPr/>
          </p:nvSpPr>
          <p:spPr>
            <a:xfrm>
              <a:off x="-349781" y="233578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594"/>
                          <a:lumOff val="7940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CFO</a:t>
              </a:r>
            </a:p>
          </p:txBody>
        </p:sp>
        <p:sp>
          <p:nvSpPr>
            <p:cNvPr id="10" name="Component 10">
              <a:extLst>
                <a:ext uri="{FF2B5EF4-FFF2-40B4-BE49-F238E27FC236}">
                  <a16:creationId xmlns:a16="http://schemas.microsoft.com/office/drawing/2014/main" id="{F55D5AAC-59D2-4BD4-A818-05F6854B68BF}"/>
                </a:ext>
              </a:extLst>
            </p:cNvPr>
            <p:cNvSpPr txBox="1"/>
            <p:nvPr/>
          </p:nvSpPr>
          <p:spPr>
            <a:xfrm>
              <a:off x="-349781" y="232696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891"/>
                          <a:lumOff val="7910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VP Engineering</a:t>
              </a:r>
            </a:p>
          </p:txBody>
        </p:sp>
        <p:sp>
          <p:nvSpPr>
            <p:cNvPr id="11" name="Component 11">
              <a:extLst>
                <a:ext uri="{FF2B5EF4-FFF2-40B4-BE49-F238E27FC236}">
                  <a16:creationId xmlns:a16="http://schemas.microsoft.com/office/drawing/2014/main" id="{47B20596-0B71-4F58-B4F1-58B7FD30ED1E}"/>
                </a:ext>
              </a:extLst>
            </p:cNvPr>
            <p:cNvSpPr txBox="1"/>
            <p:nvPr/>
          </p:nvSpPr>
          <p:spPr>
            <a:xfrm>
              <a:off x="-349781" y="2318149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188"/>
                          <a:lumOff val="7881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VP Sales</a:t>
              </a:r>
            </a:p>
          </p:txBody>
        </p:sp>
        <p:sp>
          <p:nvSpPr>
            <p:cNvPr id="12" name="Component 12">
              <a:extLst>
                <a:ext uri="{FF2B5EF4-FFF2-40B4-BE49-F238E27FC236}">
                  <a16:creationId xmlns:a16="http://schemas.microsoft.com/office/drawing/2014/main" id="{1255BF07-0380-443F-B4F7-B58486545EA0}"/>
                </a:ext>
              </a:extLst>
            </p:cNvPr>
            <p:cNvSpPr txBox="1"/>
            <p:nvPr/>
          </p:nvSpPr>
          <p:spPr>
            <a:xfrm>
              <a:off x="-349781" y="230933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485"/>
                          <a:lumOff val="7851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3" name="Component 13">
              <a:extLst>
                <a:ext uri="{FF2B5EF4-FFF2-40B4-BE49-F238E27FC236}">
                  <a16:creationId xmlns:a16="http://schemas.microsoft.com/office/drawing/2014/main" id="{88CA9E54-82BC-4B30-BCD9-217F6B4EDC8D}"/>
                </a:ext>
              </a:extLst>
            </p:cNvPr>
            <p:cNvSpPr txBox="1"/>
            <p:nvPr/>
          </p:nvSpPr>
          <p:spPr>
            <a:xfrm>
              <a:off x="-349781" y="2300518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782"/>
                          <a:lumOff val="7821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4" name="Component 14">
              <a:extLst>
                <a:ext uri="{FF2B5EF4-FFF2-40B4-BE49-F238E27FC236}">
                  <a16:creationId xmlns:a16="http://schemas.microsoft.com/office/drawing/2014/main" id="{B4F046EF-5EF2-423A-8061-BC44B5533EF2}"/>
                </a:ext>
              </a:extLst>
            </p:cNvPr>
            <p:cNvSpPr txBox="1"/>
            <p:nvPr/>
          </p:nvSpPr>
          <p:spPr>
            <a:xfrm>
              <a:off x="-349781" y="2291703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079"/>
                          <a:lumOff val="7792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5" name="Component 15">
              <a:extLst>
                <a:ext uri="{FF2B5EF4-FFF2-40B4-BE49-F238E27FC236}">
                  <a16:creationId xmlns:a16="http://schemas.microsoft.com/office/drawing/2014/main" id="{598CDBB5-6E57-4AF1-A760-480602B6F9FF}"/>
                </a:ext>
              </a:extLst>
            </p:cNvPr>
            <p:cNvSpPr txBox="1"/>
            <p:nvPr/>
          </p:nvSpPr>
          <p:spPr>
            <a:xfrm>
              <a:off x="-349781" y="228288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376"/>
                          <a:lumOff val="7762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6" name="Component 16">
              <a:extLst>
                <a:ext uri="{FF2B5EF4-FFF2-40B4-BE49-F238E27FC236}">
                  <a16:creationId xmlns:a16="http://schemas.microsoft.com/office/drawing/2014/main" id="{2E8D5AE5-BB8D-4BD7-9AEC-16EDA7B56F06}"/>
                </a:ext>
              </a:extLst>
            </p:cNvPr>
            <p:cNvSpPr txBox="1"/>
            <p:nvPr/>
          </p:nvSpPr>
          <p:spPr>
            <a:xfrm>
              <a:off x="-349781" y="227407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673"/>
                          <a:lumOff val="7732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7" name="Component 17">
              <a:extLst>
                <a:ext uri="{FF2B5EF4-FFF2-40B4-BE49-F238E27FC236}">
                  <a16:creationId xmlns:a16="http://schemas.microsoft.com/office/drawing/2014/main" id="{458B4E88-D3C9-4925-B994-080F9CAE465B}"/>
                </a:ext>
              </a:extLst>
            </p:cNvPr>
            <p:cNvSpPr txBox="1"/>
            <p:nvPr/>
          </p:nvSpPr>
          <p:spPr>
            <a:xfrm>
              <a:off x="-349781" y="226525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970"/>
                          <a:lumOff val="7703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8" name="Component 18">
              <a:extLst>
                <a:ext uri="{FF2B5EF4-FFF2-40B4-BE49-F238E27FC236}">
                  <a16:creationId xmlns:a16="http://schemas.microsoft.com/office/drawing/2014/main" id="{FAFE13D4-E1BC-4BBE-A39A-99BA96BD0E35}"/>
                </a:ext>
              </a:extLst>
            </p:cNvPr>
            <p:cNvSpPr txBox="1"/>
            <p:nvPr/>
          </p:nvSpPr>
          <p:spPr>
            <a:xfrm>
              <a:off x="-349781" y="225644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267"/>
                          <a:lumOff val="7673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9" name="Component 19">
              <a:extLst>
                <a:ext uri="{FF2B5EF4-FFF2-40B4-BE49-F238E27FC236}">
                  <a16:creationId xmlns:a16="http://schemas.microsoft.com/office/drawing/2014/main" id="{2BE14408-72E9-42E3-9EA6-7CF1C80E6D39}"/>
                </a:ext>
              </a:extLst>
            </p:cNvPr>
            <p:cNvSpPr txBox="1"/>
            <p:nvPr/>
          </p:nvSpPr>
          <p:spPr>
            <a:xfrm>
              <a:off x="-349781" y="224762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564"/>
                          <a:lumOff val="7643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0" name="Component 20">
              <a:extLst>
                <a:ext uri="{FF2B5EF4-FFF2-40B4-BE49-F238E27FC236}">
                  <a16:creationId xmlns:a16="http://schemas.microsoft.com/office/drawing/2014/main" id="{DA925527-09EE-4B41-B029-876B20F6BC8E}"/>
                </a:ext>
              </a:extLst>
            </p:cNvPr>
            <p:cNvSpPr txBox="1"/>
            <p:nvPr/>
          </p:nvSpPr>
          <p:spPr>
            <a:xfrm>
              <a:off x="-349781" y="2238808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861"/>
                          <a:lumOff val="7613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1" name="Component 21">
              <a:extLst>
                <a:ext uri="{FF2B5EF4-FFF2-40B4-BE49-F238E27FC236}">
                  <a16:creationId xmlns:a16="http://schemas.microsoft.com/office/drawing/2014/main" id="{8672B23D-20D7-45E7-91F4-CE1E3CA0325A}"/>
                </a:ext>
              </a:extLst>
            </p:cNvPr>
            <p:cNvSpPr txBox="1"/>
            <p:nvPr/>
          </p:nvSpPr>
          <p:spPr>
            <a:xfrm>
              <a:off x="-349781" y="222999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158"/>
                          <a:lumOff val="7584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2" name="Component 22">
              <a:extLst>
                <a:ext uri="{FF2B5EF4-FFF2-40B4-BE49-F238E27FC236}">
                  <a16:creationId xmlns:a16="http://schemas.microsoft.com/office/drawing/2014/main" id="{1CEFC132-0C9B-45F0-AEFD-8A81C1C0B594}"/>
                </a:ext>
              </a:extLst>
            </p:cNvPr>
            <p:cNvSpPr txBox="1"/>
            <p:nvPr/>
          </p:nvSpPr>
          <p:spPr>
            <a:xfrm>
              <a:off x="-349781" y="2221178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455"/>
                          <a:lumOff val="7554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3" name="Component 23">
              <a:extLst>
                <a:ext uri="{FF2B5EF4-FFF2-40B4-BE49-F238E27FC236}">
                  <a16:creationId xmlns:a16="http://schemas.microsoft.com/office/drawing/2014/main" id="{CC0B3F1F-AAF3-4644-B593-7A3E496266CC}"/>
                </a:ext>
              </a:extLst>
            </p:cNvPr>
            <p:cNvSpPr txBox="1"/>
            <p:nvPr/>
          </p:nvSpPr>
          <p:spPr>
            <a:xfrm>
              <a:off x="-349781" y="2212363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752"/>
                          <a:lumOff val="7524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4" name="Component 24">
              <a:extLst>
                <a:ext uri="{FF2B5EF4-FFF2-40B4-BE49-F238E27FC236}">
                  <a16:creationId xmlns:a16="http://schemas.microsoft.com/office/drawing/2014/main" id="{940DFA09-BEF5-4683-909A-947CB65616B0}"/>
                </a:ext>
              </a:extLst>
            </p:cNvPr>
            <p:cNvSpPr txBox="1"/>
            <p:nvPr/>
          </p:nvSpPr>
          <p:spPr>
            <a:xfrm>
              <a:off x="-349781" y="220354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050"/>
                          <a:lumOff val="7495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5" name="Component 25">
              <a:extLst>
                <a:ext uri="{FF2B5EF4-FFF2-40B4-BE49-F238E27FC236}">
                  <a16:creationId xmlns:a16="http://schemas.microsoft.com/office/drawing/2014/main" id="{D383ACB3-A7C9-4B65-A229-F6588B33BBF9}"/>
                </a:ext>
              </a:extLst>
            </p:cNvPr>
            <p:cNvSpPr txBox="1"/>
            <p:nvPr/>
          </p:nvSpPr>
          <p:spPr>
            <a:xfrm>
              <a:off x="-349781" y="219473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347"/>
                          <a:lumOff val="7465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6" name="Component 26">
              <a:extLst>
                <a:ext uri="{FF2B5EF4-FFF2-40B4-BE49-F238E27FC236}">
                  <a16:creationId xmlns:a16="http://schemas.microsoft.com/office/drawing/2014/main" id="{C9707471-09E8-4A0E-A06A-1B66F284FA7F}"/>
                </a:ext>
              </a:extLst>
            </p:cNvPr>
            <p:cNvSpPr txBox="1"/>
            <p:nvPr/>
          </p:nvSpPr>
          <p:spPr>
            <a:xfrm>
              <a:off x="-349781" y="218591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644"/>
                          <a:lumOff val="7435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7" name="Component 27">
              <a:extLst>
                <a:ext uri="{FF2B5EF4-FFF2-40B4-BE49-F238E27FC236}">
                  <a16:creationId xmlns:a16="http://schemas.microsoft.com/office/drawing/2014/main" id="{A2F76381-8E68-4DE9-B97A-9F56C1A147CE}"/>
                </a:ext>
              </a:extLst>
            </p:cNvPr>
            <p:cNvSpPr txBox="1"/>
            <p:nvPr/>
          </p:nvSpPr>
          <p:spPr>
            <a:xfrm>
              <a:off x="-349781" y="217710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941"/>
                          <a:lumOff val="7405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8" name="Component 28">
              <a:extLst>
                <a:ext uri="{FF2B5EF4-FFF2-40B4-BE49-F238E27FC236}">
                  <a16:creationId xmlns:a16="http://schemas.microsoft.com/office/drawing/2014/main" id="{6B42E065-C740-46DC-99C0-E126086DA438}"/>
                </a:ext>
              </a:extLst>
            </p:cNvPr>
            <p:cNvSpPr txBox="1"/>
            <p:nvPr/>
          </p:nvSpPr>
          <p:spPr>
            <a:xfrm>
              <a:off x="-349781" y="216828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238"/>
                          <a:lumOff val="7376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9" name="Component 29">
              <a:extLst>
                <a:ext uri="{FF2B5EF4-FFF2-40B4-BE49-F238E27FC236}">
                  <a16:creationId xmlns:a16="http://schemas.microsoft.com/office/drawing/2014/main" id="{910E3D37-18D3-46C4-8911-0CA40BED6133}"/>
                </a:ext>
              </a:extLst>
            </p:cNvPr>
            <p:cNvSpPr txBox="1"/>
            <p:nvPr/>
          </p:nvSpPr>
          <p:spPr>
            <a:xfrm>
              <a:off x="-349781" y="215947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535"/>
                          <a:lumOff val="7346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0" name="Component 30">
              <a:extLst>
                <a:ext uri="{FF2B5EF4-FFF2-40B4-BE49-F238E27FC236}">
                  <a16:creationId xmlns:a16="http://schemas.microsoft.com/office/drawing/2014/main" id="{045CBA46-6E1F-48F1-B6DA-E83F35DE99A3}"/>
                </a:ext>
              </a:extLst>
            </p:cNvPr>
            <p:cNvSpPr txBox="1"/>
            <p:nvPr/>
          </p:nvSpPr>
          <p:spPr>
            <a:xfrm>
              <a:off x="-349781" y="215065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832"/>
                          <a:lumOff val="7316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1" name="Component 31">
              <a:extLst>
                <a:ext uri="{FF2B5EF4-FFF2-40B4-BE49-F238E27FC236}">
                  <a16:creationId xmlns:a16="http://schemas.microsoft.com/office/drawing/2014/main" id="{414B0D44-07C7-4F19-9A4B-993F546FCDD6}"/>
                </a:ext>
              </a:extLst>
            </p:cNvPr>
            <p:cNvSpPr txBox="1"/>
            <p:nvPr/>
          </p:nvSpPr>
          <p:spPr>
            <a:xfrm>
              <a:off x="-349781" y="2141838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129"/>
                          <a:lumOff val="7287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2" name="Component 32">
              <a:extLst>
                <a:ext uri="{FF2B5EF4-FFF2-40B4-BE49-F238E27FC236}">
                  <a16:creationId xmlns:a16="http://schemas.microsoft.com/office/drawing/2014/main" id="{AEF1570F-3204-452C-BAC6-4905A49C1FFB}"/>
                </a:ext>
              </a:extLst>
            </p:cNvPr>
            <p:cNvSpPr txBox="1"/>
            <p:nvPr/>
          </p:nvSpPr>
          <p:spPr>
            <a:xfrm>
              <a:off x="-349781" y="2133022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426"/>
                          <a:lumOff val="7257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3" name="Component 33">
              <a:extLst>
                <a:ext uri="{FF2B5EF4-FFF2-40B4-BE49-F238E27FC236}">
                  <a16:creationId xmlns:a16="http://schemas.microsoft.com/office/drawing/2014/main" id="{C6624C01-3AE4-4DDB-B14D-CE43E321633E}"/>
                </a:ext>
              </a:extLst>
            </p:cNvPr>
            <p:cNvSpPr txBox="1"/>
            <p:nvPr/>
          </p:nvSpPr>
          <p:spPr>
            <a:xfrm>
              <a:off x="-349781" y="212420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723"/>
                          <a:lumOff val="7227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4" name="Component 34">
              <a:extLst>
                <a:ext uri="{FF2B5EF4-FFF2-40B4-BE49-F238E27FC236}">
                  <a16:creationId xmlns:a16="http://schemas.microsoft.com/office/drawing/2014/main" id="{92BD86FD-7765-4CFB-AECE-14DAD1CA8D1A}"/>
                </a:ext>
              </a:extLst>
            </p:cNvPr>
            <p:cNvSpPr txBox="1"/>
            <p:nvPr/>
          </p:nvSpPr>
          <p:spPr>
            <a:xfrm>
              <a:off x="-349781" y="211539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020"/>
                          <a:lumOff val="7198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5" name="Component 35">
              <a:extLst>
                <a:ext uri="{FF2B5EF4-FFF2-40B4-BE49-F238E27FC236}">
                  <a16:creationId xmlns:a16="http://schemas.microsoft.com/office/drawing/2014/main" id="{7BBE5260-2901-4B97-9C3F-5BE21F581F57}"/>
                </a:ext>
              </a:extLst>
            </p:cNvPr>
            <p:cNvSpPr txBox="1"/>
            <p:nvPr/>
          </p:nvSpPr>
          <p:spPr>
            <a:xfrm>
              <a:off x="-349781" y="210657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317"/>
                          <a:lumOff val="7168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6" name="Component 36">
              <a:extLst>
                <a:ext uri="{FF2B5EF4-FFF2-40B4-BE49-F238E27FC236}">
                  <a16:creationId xmlns:a16="http://schemas.microsoft.com/office/drawing/2014/main" id="{2A961F6D-04B4-4D39-ABB9-B6564EC8DDBD}"/>
                </a:ext>
              </a:extLst>
            </p:cNvPr>
            <p:cNvSpPr txBox="1"/>
            <p:nvPr/>
          </p:nvSpPr>
          <p:spPr>
            <a:xfrm>
              <a:off x="-349781" y="209776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614"/>
                          <a:lumOff val="7138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7" name="Component 37">
              <a:extLst>
                <a:ext uri="{FF2B5EF4-FFF2-40B4-BE49-F238E27FC236}">
                  <a16:creationId xmlns:a16="http://schemas.microsoft.com/office/drawing/2014/main" id="{6DB986F5-949C-485A-AA36-DC09ACCEA15A}"/>
                </a:ext>
              </a:extLst>
            </p:cNvPr>
            <p:cNvSpPr txBox="1"/>
            <p:nvPr/>
          </p:nvSpPr>
          <p:spPr>
            <a:xfrm>
              <a:off x="-349781" y="208894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911"/>
                          <a:lumOff val="7108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8" name="Component 38">
              <a:extLst>
                <a:ext uri="{FF2B5EF4-FFF2-40B4-BE49-F238E27FC236}">
                  <a16:creationId xmlns:a16="http://schemas.microsoft.com/office/drawing/2014/main" id="{76838AC6-33BE-4831-9B7C-E92B9A6B59BF}"/>
                </a:ext>
              </a:extLst>
            </p:cNvPr>
            <p:cNvSpPr txBox="1"/>
            <p:nvPr/>
          </p:nvSpPr>
          <p:spPr>
            <a:xfrm>
              <a:off x="-349781" y="2080129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208"/>
                          <a:lumOff val="7079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9" name="Component 39">
              <a:extLst>
                <a:ext uri="{FF2B5EF4-FFF2-40B4-BE49-F238E27FC236}">
                  <a16:creationId xmlns:a16="http://schemas.microsoft.com/office/drawing/2014/main" id="{BFF98A96-8398-44DC-A72C-D2AFFE27B399}"/>
                </a:ext>
              </a:extLst>
            </p:cNvPr>
            <p:cNvSpPr txBox="1"/>
            <p:nvPr/>
          </p:nvSpPr>
          <p:spPr>
            <a:xfrm>
              <a:off x="-349781" y="207131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505"/>
                          <a:lumOff val="7049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0" name="Component 40">
              <a:extLst>
                <a:ext uri="{FF2B5EF4-FFF2-40B4-BE49-F238E27FC236}">
                  <a16:creationId xmlns:a16="http://schemas.microsoft.com/office/drawing/2014/main" id="{EC7AB00D-8E7A-42AC-8B4E-D9C8B46334B0}"/>
                </a:ext>
              </a:extLst>
            </p:cNvPr>
            <p:cNvSpPr txBox="1"/>
            <p:nvPr/>
          </p:nvSpPr>
          <p:spPr>
            <a:xfrm>
              <a:off x="-349781" y="2062498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802"/>
                          <a:lumOff val="7019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1" name="Component 41">
              <a:extLst>
                <a:ext uri="{FF2B5EF4-FFF2-40B4-BE49-F238E27FC236}">
                  <a16:creationId xmlns:a16="http://schemas.microsoft.com/office/drawing/2014/main" id="{DE116666-3DF2-4100-BD1B-925F310B9DAF}"/>
                </a:ext>
              </a:extLst>
            </p:cNvPr>
            <p:cNvSpPr txBox="1"/>
            <p:nvPr/>
          </p:nvSpPr>
          <p:spPr>
            <a:xfrm>
              <a:off x="-349781" y="2053682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099"/>
                          <a:lumOff val="6990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2" name="Component 42">
              <a:extLst>
                <a:ext uri="{FF2B5EF4-FFF2-40B4-BE49-F238E27FC236}">
                  <a16:creationId xmlns:a16="http://schemas.microsoft.com/office/drawing/2014/main" id="{E818C665-85DA-4E00-97DC-6E2DE645718F}"/>
                </a:ext>
              </a:extLst>
            </p:cNvPr>
            <p:cNvSpPr txBox="1"/>
            <p:nvPr/>
          </p:nvSpPr>
          <p:spPr>
            <a:xfrm>
              <a:off x="-349781" y="204486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396"/>
                          <a:lumOff val="6960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3" name="Component 43">
              <a:extLst>
                <a:ext uri="{FF2B5EF4-FFF2-40B4-BE49-F238E27FC236}">
                  <a16:creationId xmlns:a16="http://schemas.microsoft.com/office/drawing/2014/main" id="{46063CA9-37D0-4DD1-9E7A-4DD095FDA629}"/>
                </a:ext>
              </a:extLst>
            </p:cNvPr>
            <p:cNvSpPr txBox="1"/>
            <p:nvPr/>
          </p:nvSpPr>
          <p:spPr>
            <a:xfrm>
              <a:off x="-349781" y="203605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693"/>
                          <a:lumOff val="6930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4" name="Component 44">
              <a:extLst>
                <a:ext uri="{FF2B5EF4-FFF2-40B4-BE49-F238E27FC236}">
                  <a16:creationId xmlns:a16="http://schemas.microsoft.com/office/drawing/2014/main" id="{29051D82-5E74-4A1F-8E1A-451237C0703A}"/>
                </a:ext>
              </a:extLst>
            </p:cNvPr>
            <p:cNvSpPr txBox="1"/>
            <p:nvPr/>
          </p:nvSpPr>
          <p:spPr>
            <a:xfrm>
              <a:off x="-349781" y="202723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990"/>
                          <a:lumOff val="6901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5" name="Component 45">
              <a:extLst>
                <a:ext uri="{FF2B5EF4-FFF2-40B4-BE49-F238E27FC236}">
                  <a16:creationId xmlns:a16="http://schemas.microsoft.com/office/drawing/2014/main" id="{94E9961F-C15A-4AB3-AFE3-8ECA651E1644}"/>
                </a:ext>
              </a:extLst>
            </p:cNvPr>
            <p:cNvSpPr txBox="1"/>
            <p:nvPr/>
          </p:nvSpPr>
          <p:spPr>
            <a:xfrm>
              <a:off x="-349781" y="2018419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287"/>
                          <a:lumOff val="6871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6" name="Component 46">
              <a:extLst>
                <a:ext uri="{FF2B5EF4-FFF2-40B4-BE49-F238E27FC236}">
                  <a16:creationId xmlns:a16="http://schemas.microsoft.com/office/drawing/2014/main" id="{3877700A-12D1-42E9-8F37-EA4007AF0273}"/>
                </a:ext>
              </a:extLst>
            </p:cNvPr>
            <p:cNvSpPr txBox="1"/>
            <p:nvPr/>
          </p:nvSpPr>
          <p:spPr>
            <a:xfrm>
              <a:off x="-349781" y="200960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584"/>
                          <a:lumOff val="6841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7" name="Component 47">
              <a:extLst>
                <a:ext uri="{FF2B5EF4-FFF2-40B4-BE49-F238E27FC236}">
                  <a16:creationId xmlns:a16="http://schemas.microsoft.com/office/drawing/2014/main" id="{7621B131-EF02-425A-8A77-9770401AEB44}"/>
                </a:ext>
              </a:extLst>
            </p:cNvPr>
            <p:cNvSpPr txBox="1"/>
            <p:nvPr/>
          </p:nvSpPr>
          <p:spPr>
            <a:xfrm>
              <a:off x="-349781" y="2000789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881"/>
                          <a:lumOff val="6811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8" name="Component 48">
              <a:extLst>
                <a:ext uri="{FF2B5EF4-FFF2-40B4-BE49-F238E27FC236}">
                  <a16:creationId xmlns:a16="http://schemas.microsoft.com/office/drawing/2014/main" id="{AF69C32C-7625-46AC-980B-C92294AC25CB}"/>
                </a:ext>
              </a:extLst>
            </p:cNvPr>
            <p:cNvSpPr txBox="1"/>
            <p:nvPr/>
          </p:nvSpPr>
          <p:spPr>
            <a:xfrm>
              <a:off x="-349781" y="1991973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178"/>
                          <a:lumOff val="6782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9" name="Component 49">
              <a:extLst>
                <a:ext uri="{FF2B5EF4-FFF2-40B4-BE49-F238E27FC236}">
                  <a16:creationId xmlns:a16="http://schemas.microsoft.com/office/drawing/2014/main" id="{A7CF595B-161B-41EE-8896-3A622890F4AD}"/>
                </a:ext>
              </a:extLst>
            </p:cNvPr>
            <p:cNvSpPr txBox="1"/>
            <p:nvPr/>
          </p:nvSpPr>
          <p:spPr>
            <a:xfrm>
              <a:off x="-349781" y="1983158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475"/>
                          <a:lumOff val="6752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0" name="Component 50">
              <a:extLst>
                <a:ext uri="{FF2B5EF4-FFF2-40B4-BE49-F238E27FC236}">
                  <a16:creationId xmlns:a16="http://schemas.microsoft.com/office/drawing/2014/main" id="{8BECC859-28AA-4528-8609-CE3770E706A7}"/>
                </a:ext>
              </a:extLst>
            </p:cNvPr>
            <p:cNvSpPr txBox="1"/>
            <p:nvPr/>
          </p:nvSpPr>
          <p:spPr>
            <a:xfrm>
              <a:off x="-349781" y="1974342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772"/>
                          <a:lumOff val="6722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1" name="Component 51">
              <a:extLst>
                <a:ext uri="{FF2B5EF4-FFF2-40B4-BE49-F238E27FC236}">
                  <a16:creationId xmlns:a16="http://schemas.microsoft.com/office/drawing/2014/main" id="{8494F1FB-123D-4051-9F0F-E62303F7CEBD}"/>
                </a:ext>
              </a:extLst>
            </p:cNvPr>
            <p:cNvSpPr txBox="1"/>
            <p:nvPr/>
          </p:nvSpPr>
          <p:spPr>
            <a:xfrm>
              <a:off x="-349781" y="196552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069"/>
                          <a:lumOff val="6693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2" name="Component 52">
              <a:extLst>
                <a:ext uri="{FF2B5EF4-FFF2-40B4-BE49-F238E27FC236}">
                  <a16:creationId xmlns:a16="http://schemas.microsoft.com/office/drawing/2014/main" id="{E0E7DBF9-AA8E-4D51-B4CD-14B21067AF09}"/>
                </a:ext>
              </a:extLst>
            </p:cNvPr>
            <p:cNvSpPr txBox="1"/>
            <p:nvPr/>
          </p:nvSpPr>
          <p:spPr>
            <a:xfrm>
              <a:off x="-349781" y="195671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366"/>
                          <a:lumOff val="6663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3" name="Component 53">
              <a:extLst>
                <a:ext uri="{FF2B5EF4-FFF2-40B4-BE49-F238E27FC236}">
                  <a16:creationId xmlns:a16="http://schemas.microsoft.com/office/drawing/2014/main" id="{583B9301-B6B9-4AAB-A601-6B085772501A}"/>
                </a:ext>
              </a:extLst>
            </p:cNvPr>
            <p:cNvSpPr txBox="1"/>
            <p:nvPr/>
          </p:nvSpPr>
          <p:spPr>
            <a:xfrm>
              <a:off x="-349781" y="194789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663"/>
                          <a:lumOff val="6633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4" name="Component 54">
              <a:extLst>
                <a:ext uri="{FF2B5EF4-FFF2-40B4-BE49-F238E27FC236}">
                  <a16:creationId xmlns:a16="http://schemas.microsoft.com/office/drawing/2014/main" id="{06775919-2F1E-472B-95D9-9E51BB84000C}"/>
                </a:ext>
              </a:extLst>
            </p:cNvPr>
            <p:cNvSpPr txBox="1"/>
            <p:nvPr/>
          </p:nvSpPr>
          <p:spPr>
            <a:xfrm>
              <a:off x="-349781" y="193908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960"/>
                          <a:lumOff val="6604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5" name="Component 55">
              <a:extLst>
                <a:ext uri="{FF2B5EF4-FFF2-40B4-BE49-F238E27FC236}">
                  <a16:creationId xmlns:a16="http://schemas.microsoft.com/office/drawing/2014/main" id="{13711520-901E-43E3-80F9-C799DE95673D}"/>
                </a:ext>
              </a:extLst>
            </p:cNvPr>
            <p:cNvSpPr txBox="1"/>
            <p:nvPr/>
          </p:nvSpPr>
          <p:spPr>
            <a:xfrm>
              <a:off x="-349781" y="193026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257"/>
                          <a:lumOff val="6574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6" name="Component 56">
              <a:extLst>
                <a:ext uri="{FF2B5EF4-FFF2-40B4-BE49-F238E27FC236}">
                  <a16:creationId xmlns:a16="http://schemas.microsoft.com/office/drawing/2014/main" id="{10208916-F7F3-4CBD-9000-046CB03E05CF}"/>
                </a:ext>
              </a:extLst>
            </p:cNvPr>
            <p:cNvSpPr txBox="1"/>
            <p:nvPr/>
          </p:nvSpPr>
          <p:spPr>
            <a:xfrm>
              <a:off x="-349781" y="1921449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554"/>
                          <a:lumOff val="6544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7" name="Component 57">
              <a:extLst>
                <a:ext uri="{FF2B5EF4-FFF2-40B4-BE49-F238E27FC236}">
                  <a16:creationId xmlns:a16="http://schemas.microsoft.com/office/drawing/2014/main" id="{B7556ED9-762C-4CB1-B1B8-0E661103BE24}"/>
                </a:ext>
              </a:extLst>
            </p:cNvPr>
            <p:cNvSpPr txBox="1"/>
            <p:nvPr/>
          </p:nvSpPr>
          <p:spPr>
            <a:xfrm>
              <a:off x="-349781" y="1912633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851"/>
                          <a:lumOff val="6514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8" name="Component 58">
              <a:extLst>
                <a:ext uri="{FF2B5EF4-FFF2-40B4-BE49-F238E27FC236}">
                  <a16:creationId xmlns:a16="http://schemas.microsoft.com/office/drawing/2014/main" id="{4EEA453C-4469-46A3-9A6B-FF0476772BA3}"/>
                </a:ext>
              </a:extLst>
            </p:cNvPr>
            <p:cNvSpPr txBox="1"/>
            <p:nvPr/>
          </p:nvSpPr>
          <p:spPr>
            <a:xfrm>
              <a:off x="-349781" y="1903818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149"/>
                          <a:lumOff val="6485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9" name="Component 59">
              <a:extLst>
                <a:ext uri="{FF2B5EF4-FFF2-40B4-BE49-F238E27FC236}">
                  <a16:creationId xmlns:a16="http://schemas.microsoft.com/office/drawing/2014/main" id="{6F802EE6-60B2-4F33-A3D9-294F50F7FEC1}"/>
                </a:ext>
              </a:extLst>
            </p:cNvPr>
            <p:cNvSpPr txBox="1"/>
            <p:nvPr/>
          </p:nvSpPr>
          <p:spPr>
            <a:xfrm>
              <a:off x="-349781" y="1895002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446"/>
                          <a:lumOff val="6455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0" name="Component 60">
              <a:extLst>
                <a:ext uri="{FF2B5EF4-FFF2-40B4-BE49-F238E27FC236}">
                  <a16:creationId xmlns:a16="http://schemas.microsoft.com/office/drawing/2014/main" id="{C5B6E354-86A5-4F30-841F-127D772E0F4A}"/>
                </a:ext>
              </a:extLst>
            </p:cNvPr>
            <p:cNvSpPr txBox="1"/>
            <p:nvPr/>
          </p:nvSpPr>
          <p:spPr>
            <a:xfrm>
              <a:off x="-349781" y="188618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743"/>
                          <a:lumOff val="6425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1" name="Component 61">
              <a:extLst>
                <a:ext uri="{FF2B5EF4-FFF2-40B4-BE49-F238E27FC236}">
                  <a16:creationId xmlns:a16="http://schemas.microsoft.com/office/drawing/2014/main" id="{1FCB1995-A5AD-43F8-B254-ADDB72A74A76}"/>
                </a:ext>
              </a:extLst>
            </p:cNvPr>
            <p:cNvSpPr txBox="1"/>
            <p:nvPr/>
          </p:nvSpPr>
          <p:spPr>
            <a:xfrm>
              <a:off x="-349781" y="187737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040"/>
                          <a:lumOff val="6396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2" name="Component 62">
              <a:extLst>
                <a:ext uri="{FF2B5EF4-FFF2-40B4-BE49-F238E27FC236}">
                  <a16:creationId xmlns:a16="http://schemas.microsoft.com/office/drawing/2014/main" id="{AE117B54-ACB9-4875-88E2-92A891F9AB2F}"/>
                </a:ext>
              </a:extLst>
            </p:cNvPr>
            <p:cNvSpPr txBox="1"/>
            <p:nvPr/>
          </p:nvSpPr>
          <p:spPr>
            <a:xfrm>
              <a:off x="-349781" y="186855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337"/>
                          <a:lumOff val="6366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3" name="Component 63">
              <a:extLst>
                <a:ext uri="{FF2B5EF4-FFF2-40B4-BE49-F238E27FC236}">
                  <a16:creationId xmlns:a16="http://schemas.microsoft.com/office/drawing/2014/main" id="{53B14737-8FF7-464C-9F61-BACC30DD5962}"/>
                </a:ext>
              </a:extLst>
            </p:cNvPr>
            <p:cNvSpPr txBox="1"/>
            <p:nvPr/>
          </p:nvSpPr>
          <p:spPr>
            <a:xfrm>
              <a:off x="-349781" y="185974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634"/>
                          <a:lumOff val="6336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4" name="Component 64">
              <a:extLst>
                <a:ext uri="{FF2B5EF4-FFF2-40B4-BE49-F238E27FC236}">
                  <a16:creationId xmlns:a16="http://schemas.microsoft.com/office/drawing/2014/main" id="{D2D81650-3076-4AAD-AF72-D631D7648506}"/>
                </a:ext>
              </a:extLst>
            </p:cNvPr>
            <p:cNvSpPr txBox="1"/>
            <p:nvPr/>
          </p:nvSpPr>
          <p:spPr>
            <a:xfrm>
              <a:off x="-349781" y="185092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931"/>
                          <a:lumOff val="6306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5" name="Component 65">
              <a:extLst>
                <a:ext uri="{FF2B5EF4-FFF2-40B4-BE49-F238E27FC236}">
                  <a16:creationId xmlns:a16="http://schemas.microsoft.com/office/drawing/2014/main" id="{49A0D76C-77F8-4155-A74A-E32FFD083705}"/>
                </a:ext>
              </a:extLst>
            </p:cNvPr>
            <p:cNvSpPr txBox="1"/>
            <p:nvPr/>
          </p:nvSpPr>
          <p:spPr>
            <a:xfrm>
              <a:off x="-349781" y="1842109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228"/>
                          <a:lumOff val="6277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6" name="Component 66">
              <a:extLst>
                <a:ext uri="{FF2B5EF4-FFF2-40B4-BE49-F238E27FC236}">
                  <a16:creationId xmlns:a16="http://schemas.microsoft.com/office/drawing/2014/main" id="{D633EC1A-F975-422C-B6C6-B783FA6E25B6}"/>
                </a:ext>
              </a:extLst>
            </p:cNvPr>
            <p:cNvSpPr txBox="1"/>
            <p:nvPr/>
          </p:nvSpPr>
          <p:spPr>
            <a:xfrm>
              <a:off x="-349781" y="1833293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525"/>
                          <a:lumOff val="6247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7" name="Component 67">
              <a:extLst>
                <a:ext uri="{FF2B5EF4-FFF2-40B4-BE49-F238E27FC236}">
                  <a16:creationId xmlns:a16="http://schemas.microsoft.com/office/drawing/2014/main" id="{A09E1BE1-EF23-40D8-9B79-602DD12A6C11}"/>
                </a:ext>
              </a:extLst>
            </p:cNvPr>
            <p:cNvSpPr txBox="1"/>
            <p:nvPr/>
          </p:nvSpPr>
          <p:spPr>
            <a:xfrm>
              <a:off x="-349781" y="182447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822"/>
                          <a:lumOff val="6217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8" name="Component 68">
              <a:extLst>
                <a:ext uri="{FF2B5EF4-FFF2-40B4-BE49-F238E27FC236}">
                  <a16:creationId xmlns:a16="http://schemas.microsoft.com/office/drawing/2014/main" id="{21558399-D7CA-4240-BFA8-41BBEE35DFCE}"/>
                </a:ext>
              </a:extLst>
            </p:cNvPr>
            <p:cNvSpPr txBox="1"/>
            <p:nvPr/>
          </p:nvSpPr>
          <p:spPr>
            <a:xfrm>
              <a:off x="-349781" y="1815662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119"/>
                          <a:lumOff val="6188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9" name="Component 69">
              <a:extLst>
                <a:ext uri="{FF2B5EF4-FFF2-40B4-BE49-F238E27FC236}">
                  <a16:creationId xmlns:a16="http://schemas.microsoft.com/office/drawing/2014/main" id="{9AA89703-F387-42CB-8FC8-68B5534C5117}"/>
                </a:ext>
              </a:extLst>
            </p:cNvPr>
            <p:cNvSpPr txBox="1"/>
            <p:nvPr/>
          </p:nvSpPr>
          <p:spPr>
            <a:xfrm>
              <a:off x="-349781" y="180684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416"/>
                          <a:lumOff val="6158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0" name="Component 70">
              <a:extLst>
                <a:ext uri="{FF2B5EF4-FFF2-40B4-BE49-F238E27FC236}">
                  <a16:creationId xmlns:a16="http://schemas.microsoft.com/office/drawing/2014/main" id="{52BF28F0-52FC-4331-B104-95C335A53DB2}"/>
                </a:ext>
              </a:extLst>
            </p:cNvPr>
            <p:cNvSpPr txBox="1"/>
            <p:nvPr/>
          </p:nvSpPr>
          <p:spPr>
            <a:xfrm>
              <a:off x="-349781" y="1798032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713"/>
                          <a:lumOff val="6128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1" name="Component 71">
              <a:extLst>
                <a:ext uri="{FF2B5EF4-FFF2-40B4-BE49-F238E27FC236}">
                  <a16:creationId xmlns:a16="http://schemas.microsoft.com/office/drawing/2014/main" id="{72E3D105-A177-4784-9C04-7873F871AC95}"/>
                </a:ext>
              </a:extLst>
            </p:cNvPr>
            <p:cNvSpPr txBox="1"/>
            <p:nvPr/>
          </p:nvSpPr>
          <p:spPr>
            <a:xfrm>
              <a:off x="-349781" y="178921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010"/>
                          <a:lumOff val="6099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2" name="Component 72">
              <a:extLst>
                <a:ext uri="{FF2B5EF4-FFF2-40B4-BE49-F238E27FC236}">
                  <a16:creationId xmlns:a16="http://schemas.microsoft.com/office/drawing/2014/main" id="{24BD5457-1658-4F31-B4F9-B33071172745}"/>
                </a:ext>
              </a:extLst>
            </p:cNvPr>
            <p:cNvSpPr txBox="1"/>
            <p:nvPr/>
          </p:nvSpPr>
          <p:spPr>
            <a:xfrm>
              <a:off x="-349781" y="178040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307"/>
                          <a:lumOff val="6069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3" name="Component 73">
              <a:extLst>
                <a:ext uri="{FF2B5EF4-FFF2-40B4-BE49-F238E27FC236}">
                  <a16:creationId xmlns:a16="http://schemas.microsoft.com/office/drawing/2014/main" id="{07E9CF86-2DFA-41AE-AA06-623B40C5FC64}"/>
                </a:ext>
              </a:extLst>
            </p:cNvPr>
            <p:cNvSpPr txBox="1"/>
            <p:nvPr/>
          </p:nvSpPr>
          <p:spPr>
            <a:xfrm>
              <a:off x="-349781" y="177158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604"/>
                          <a:lumOff val="6039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4" name="Component 74">
              <a:extLst>
                <a:ext uri="{FF2B5EF4-FFF2-40B4-BE49-F238E27FC236}">
                  <a16:creationId xmlns:a16="http://schemas.microsoft.com/office/drawing/2014/main" id="{7B45D88D-1B5E-4955-A1EA-51F0CFDEABAD}"/>
                </a:ext>
              </a:extLst>
            </p:cNvPr>
            <p:cNvSpPr txBox="1"/>
            <p:nvPr/>
          </p:nvSpPr>
          <p:spPr>
            <a:xfrm>
              <a:off x="-349781" y="1762769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901"/>
                          <a:lumOff val="6009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5" name="Component 75">
              <a:extLst>
                <a:ext uri="{FF2B5EF4-FFF2-40B4-BE49-F238E27FC236}">
                  <a16:creationId xmlns:a16="http://schemas.microsoft.com/office/drawing/2014/main" id="{37BE9A80-5B08-41DF-9FC1-F3DB077179B3}"/>
                </a:ext>
              </a:extLst>
            </p:cNvPr>
            <p:cNvSpPr txBox="1"/>
            <p:nvPr/>
          </p:nvSpPr>
          <p:spPr>
            <a:xfrm>
              <a:off x="-349781" y="1753953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198"/>
                          <a:lumOff val="5980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6" name="Component 76">
              <a:extLst>
                <a:ext uri="{FF2B5EF4-FFF2-40B4-BE49-F238E27FC236}">
                  <a16:creationId xmlns:a16="http://schemas.microsoft.com/office/drawing/2014/main" id="{8433EA00-D396-46E7-AD26-45C6550BD902}"/>
                </a:ext>
              </a:extLst>
            </p:cNvPr>
            <p:cNvSpPr txBox="1"/>
            <p:nvPr/>
          </p:nvSpPr>
          <p:spPr>
            <a:xfrm>
              <a:off x="-349781" y="174513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495"/>
                          <a:lumOff val="5950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7" name="Component 77">
              <a:extLst>
                <a:ext uri="{FF2B5EF4-FFF2-40B4-BE49-F238E27FC236}">
                  <a16:creationId xmlns:a16="http://schemas.microsoft.com/office/drawing/2014/main" id="{091893D3-8CDE-4FBE-9C29-5AA5A1160F2C}"/>
                </a:ext>
              </a:extLst>
            </p:cNvPr>
            <p:cNvSpPr txBox="1"/>
            <p:nvPr/>
          </p:nvSpPr>
          <p:spPr>
            <a:xfrm>
              <a:off x="-349781" y="1736322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792"/>
                          <a:lumOff val="5920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8" name="Component 78">
              <a:extLst>
                <a:ext uri="{FF2B5EF4-FFF2-40B4-BE49-F238E27FC236}">
                  <a16:creationId xmlns:a16="http://schemas.microsoft.com/office/drawing/2014/main" id="{4CD65C2A-8129-4CBE-87F1-C4DEFC66BD3C}"/>
                </a:ext>
              </a:extLst>
            </p:cNvPr>
            <p:cNvSpPr txBox="1"/>
            <p:nvPr/>
          </p:nvSpPr>
          <p:spPr>
            <a:xfrm>
              <a:off x="-349781" y="172750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089"/>
                          <a:lumOff val="5891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9" name="Component 79">
              <a:extLst>
                <a:ext uri="{FF2B5EF4-FFF2-40B4-BE49-F238E27FC236}">
                  <a16:creationId xmlns:a16="http://schemas.microsoft.com/office/drawing/2014/main" id="{90227C53-8DBC-4EA6-BE99-BADE6F8FD721}"/>
                </a:ext>
              </a:extLst>
            </p:cNvPr>
            <p:cNvSpPr txBox="1"/>
            <p:nvPr/>
          </p:nvSpPr>
          <p:spPr>
            <a:xfrm>
              <a:off x="-349781" y="171869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386"/>
                          <a:lumOff val="5861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0" name="Component 80">
              <a:extLst>
                <a:ext uri="{FF2B5EF4-FFF2-40B4-BE49-F238E27FC236}">
                  <a16:creationId xmlns:a16="http://schemas.microsoft.com/office/drawing/2014/main" id="{642D2992-F2E4-407C-96AA-7831659E639E}"/>
                </a:ext>
              </a:extLst>
            </p:cNvPr>
            <p:cNvSpPr txBox="1"/>
            <p:nvPr/>
          </p:nvSpPr>
          <p:spPr>
            <a:xfrm>
              <a:off x="-349781" y="170987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683"/>
                          <a:lumOff val="5831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1" name="Component 81">
              <a:extLst>
                <a:ext uri="{FF2B5EF4-FFF2-40B4-BE49-F238E27FC236}">
                  <a16:creationId xmlns:a16="http://schemas.microsoft.com/office/drawing/2014/main" id="{1CB9D2E3-EAF0-4C3B-BBD3-F53C43155715}"/>
                </a:ext>
              </a:extLst>
            </p:cNvPr>
            <p:cNvSpPr txBox="1"/>
            <p:nvPr/>
          </p:nvSpPr>
          <p:spPr>
            <a:xfrm>
              <a:off x="-349781" y="170106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980"/>
                          <a:lumOff val="5802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2" name="Component 82">
              <a:extLst>
                <a:ext uri="{FF2B5EF4-FFF2-40B4-BE49-F238E27FC236}">
                  <a16:creationId xmlns:a16="http://schemas.microsoft.com/office/drawing/2014/main" id="{804E35E5-0BE7-4A26-B76F-20399110FB42}"/>
                </a:ext>
              </a:extLst>
            </p:cNvPr>
            <p:cNvSpPr txBox="1"/>
            <p:nvPr/>
          </p:nvSpPr>
          <p:spPr>
            <a:xfrm>
              <a:off x="-349781" y="169224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277"/>
                          <a:lumOff val="5772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3" name="Component 83">
              <a:extLst>
                <a:ext uri="{FF2B5EF4-FFF2-40B4-BE49-F238E27FC236}">
                  <a16:creationId xmlns:a16="http://schemas.microsoft.com/office/drawing/2014/main" id="{8F80A378-8069-43F7-8EEB-62B170B21A56}"/>
                </a:ext>
              </a:extLst>
            </p:cNvPr>
            <p:cNvSpPr txBox="1"/>
            <p:nvPr/>
          </p:nvSpPr>
          <p:spPr>
            <a:xfrm>
              <a:off x="-349781" y="1683429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574"/>
                          <a:lumOff val="5742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4" name="Component 84">
              <a:extLst>
                <a:ext uri="{FF2B5EF4-FFF2-40B4-BE49-F238E27FC236}">
                  <a16:creationId xmlns:a16="http://schemas.microsoft.com/office/drawing/2014/main" id="{860046E9-D6B2-49E6-A099-1403FA8BB7D7}"/>
                </a:ext>
              </a:extLst>
            </p:cNvPr>
            <p:cNvSpPr txBox="1"/>
            <p:nvPr/>
          </p:nvSpPr>
          <p:spPr>
            <a:xfrm>
              <a:off x="-349781" y="1674613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871"/>
                          <a:lumOff val="5712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5" name="Component 85">
              <a:extLst>
                <a:ext uri="{FF2B5EF4-FFF2-40B4-BE49-F238E27FC236}">
                  <a16:creationId xmlns:a16="http://schemas.microsoft.com/office/drawing/2014/main" id="{46EB53FD-A1C9-47C0-964A-F5BF0B362416}"/>
                </a:ext>
              </a:extLst>
            </p:cNvPr>
            <p:cNvSpPr txBox="1"/>
            <p:nvPr/>
          </p:nvSpPr>
          <p:spPr>
            <a:xfrm>
              <a:off x="-349781" y="166579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168"/>
                          <a:lumOff val="5683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6" name="Component 86">
              <a:extLst>
                <a:ext uri="{FF2B5EF4-FFF2-40B4-BE49-F238E27FC236}">
                  <a16:creationId xmlns:a16="http://schemas.microsoft.com/office/drawing/2014/main" id="{13C4F2B4-927A-4BC6-889A-DC6D25564F72}"/>
                </a:ext>
              </a:extLst>
            </p:cNvPr>
            <p:cNvSpPr txBox="1"/>
            <p:nvPr/>
          </p:nvSpPr>
          <p:spPr>
            <a:xfrm>
              <a:off x="-349781" y="165698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465"/>
                          <a:lumOff val="5653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7" name="Component 87">
              <a:extLst>
                <a:ext uri="{FF2B5EF4-FFF2-40B4-BE49-F238E27FC236}">
                  <a16:creationId xmlns:a16="http://schemas.microsoft.com/office/drawing/2014/main" id="{6EF69EE4-88F0-4966-9177-D4C0DC4D8B89}"/>
                </a:ext>
              </a:extLst>
            </p:cNvPr>
            <p:cNvSpPr txBox="1"/>
            <p:nvPr/>
          </p:nvSpPr>
          <p:spPr>
            <a:xfrm>
              <a:off x="-349781" y="164816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762"/>
                          <a:lumOff val="5623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8" name="Component 88">
              <a:extLst>
                <a:ext uri="{FF2B5EF4-FFF2-40B4-BE49-F238E27FC236}">
                  <a16:creationId xmlns:a16="http://schemas.microsoft.com/office/drawing/2014/main" id="{752A06B8-625F-45D0-ADCE-2E4B1BED237B}"/>
                </a:ext>
              </a:extLst>
            </p:cNvPr>
            <p:cNvSpPr txBox="1"/>
            <p:nvPr/>
          </p:nvSpPr>
          <p:spPr>
            <a:xfrm>
              <a:off x="-349781" y="163935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059"/>
                          <a:lumOff val="5594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9" name="Component 89">
              <a:extLst>
                <a:ext uri="{FF2B5EF4-FFF2-40B4-BE49-F238E27FC236}">
                  <a16:creationId xmlns:a16="http://schemas.microsoft.com/office/drawing/2014/main" id="{37589CD9-C244-4F45-840D-55A80D98F6FA}"/>
                </a:ext>
              </a:extLst>
            </p:cNvPr>
            <p:cNvSpPr txBox="1"/>
            <p:nvPr/>
          </p:nvSpPr>
          <p:spPr>
            <a:xfrm>
              <a:off x="-349781" y="1630536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356"/>
                          <a:lumOff val="5564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0" name="Component 90">
              <a:extLst>
                <a:ext uri="{FF2B5EF4-FFF2-40B4-BE49-F238E27FC236}">
                  <a16:creationId xmlns:a16="http://schemas.microsoft.com/office/drawing/2014/main" id="{492A2A72-CB04-40BA-ACEC-FE1DEE18FD3A}"/>
                </a:ext>
              </a:extLst>
            </p:cNvPr>
            <p:cNvSpPr txBox="1"/>
            <p:nvPr/>
          </p:nvSpPr>
          <p:spPr>
            <a:xfrm>
              <a:off x="-349781" y="162172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653"/>
                          <a:lumOff val="5534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1" name="Component 91">
              <a:extLst>
                <a:ext uri="{FF2B5EF4-FFF2-40B4-BE49-F238E27FC236}">
                  <a16:creationId xmlns:a16="http://schemas.microsoft.com/office/drawing/2014/main" id="{20D695FB-3110-4C49-B6E3-D9C69E50CCC5}"/>
                </a:ext>
              </a:extLst>
            </p:cNvPr>
            <p:cNvSpPr txBox="1"/>
            <p:nvPr/>
          </p:nvSpPr>
          <p:spPr>
            <a:xfrm>
              <a:off x="-349781" y="161290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950"/>
                          <a:lumOff val="5505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2" name="Component 92">
              <a:extLst>
                <a:ext uri="{FF2B5EF4-FFF2-40B4-BE49-F238E27FC236}">
                  <a16:creationId xmlns:a16="http://schemas.microsoft.com/office/drawing/2014/main" id="{4AB23187-9C29-455C-A40D-644D5A85B886}"/>
                </a:ext>
              </a:extLst>
            </p:cNvPr>
            <p:cNvSpPr txBox="1"/>
            <p:nvPr/>
          </p:nvSpPr>
          <p:spPr>
            <a:xfrm>
              <a:off x="-349781" y="1604088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248"/>
                          <a:lumOff val="5475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3" name="Component 93">
              <a:extLst>
                <a:ext uri="{FF2B5EF4-FFF2-40B4-BE49-F238E27FC236}">
                  <a16:creationId xmlns:a16="http://schemas.microsoft.com/office/drawing/2014/main" id="{8C1BE718-62EA-4E72-B339-DED9E9591BD5}"/>
                </a:ext>
              </a:extLst>
            </p:cNvPr>
            <p:cNvSpPr txBox="1"/>
            <p:nvPr/>
          </p:nvSpPr>
          <p:spPr>
            <a:xfrm>
              <a:off x="-349781" y="1595273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545"/>
                          <a:lumOff val="5445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4" name="Component 94">
              <a:extLst>
                <a:ext uri="{FF2B5EF4-FFF2-40B4-BE49-F238E27FC236}">
                  <a16:creationId xmlns:a16="http://schemas.microsoft.com/office/drawing/2014/main" id="{BB9E3A1C-B07D-41E2-AB54-14405F8D289D}"/>
                </a:ext>
              </a:extLst>
            </p:cNvPr>
            <p:cNvSpPr txBox="1"/>
            <p:nvPr/>
          </p:nvSpPr>
          <p:spPr>
            <a:xfrm>
              <a:off x="-349781" y="158645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842"/>
                          <a:lumOff val="5415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5" name="Component 95">
              <a:extLst>
                <a:ext uri="{FF2B5EF4-FFF2-40B4-BE49-F238E27FC236}">
                  <a16:creationId xmlns:a16="http://schemas.microsoft.com/office/drawing/2014/main" id="{06018A4A-EE02-4452-937B-190CAD3A48E8}"/>
                </a:ext>
              </a:extLst>
            </p:cNvPr>
            <p:cNvSpPr txBox="1"/>
            <p:nvPr/>
          </p:nvSpPr>
          <p:spPr>
            <a:xfrm>
              <a:off x="-349781" y="157764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139"/>
                          <a:lumOff val="5386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6" name="Component 96">
              <a:extLst>
                <a:ext uri="{FF2B5EF4-FFF2-40B4-BE49-F238E27FC236}">
                  <a16:creationId xmlns:a16="http://schemas.microsoft.com/office/drawing/2014/main" id="{9E938DA2-6B83-4928-A4EF-B00198B78E3F}"/>
                </a:ext>
              </a:extLst>
            </p:cNvPr>
            <p:cNvSpPr txBox="1"/>
            <p:nvPr/>
          </p:nvSpPr>
          <p:spPr>
            <a:xfrm>
              <a:off x="-349781" y="156882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436"/>
                          <a:lumOff val="5356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7" name="Component 97">
              <a:extLst>
                <a:ext uri="{FF2B5EF4-FFF2-40B4-BE49-F238E27FC236}">
                  <a16:creationId xmlns:a16="http://schemas.microsoft.com/office/drawing/2014/main" id="{89519047-E905-4961-8FE8-C12D779CC02F}"/>
                </a:ext>
              </a:extLst>
            </p:cNvPr>
            <p:cNvSpPr txBox="1"/>
            <p:nvPr/>
          </p:nvSpPr>
          <p:spPr>
            <a:xfrm>
              <a:off x="-349781" y="156001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733"/>
                          <a:lumOff val="5326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8" name="Component 98">
              <a:extLst>
                <a:ext uri="{FF2B5EF4-FFF2-40B4-BE49-F238E27FC236}">
                  <a16:creationId xmlns:a16="http://schemas.microsoft.com/office/drawing/2014/main" id="{18C9DFE2-4208-4363-9E5A-083F56FE366C}"/>
                </a:ext>
              </a:extLst>
            </p:cNvPr>
            <p:cNvSpPr txBox="1"/>
            <p:nvPr/>
          </p:nvSpPr>
          <p:spPr>
            <a:xfrm>
              <a:off x="-349781" y="155119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030"/>
                          <a:lumOff val="5297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9" name="Component 99">
              <a:extLst>
                <a:ext uri="{FF2B5EF4-FFF2-40B4-BE49-F238E27FC236}">
                  <a16:creationId xmlns:a16="http://schemas.microsoft.com/office/drawing/2014/main" id="{8C7CA9ED-3C0A-439D-BBEC-6A0143ACECB6}"/>
                </a:ext>
              </a:extLst>
            </p:cNvPr>
            <p:cNvSpPr txBox="1"/>
            <p:nvPr/>
          </p:nvSpPr>
          <p:spPr>
            <a:xfrm>
              <a:off x="-349781" y="1542380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327"/>
                          <a:lumOff val="5267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0" name="Component 100">
              <a:extLst>
                <a:ext uri="{FF2B5EF4-FFF2-40B4-BE49-F238E27FC236}">
                  <a16:creationId xmlns:a16="http://schemas.microsoft.com/office/drawing/2014/main" id="{AAFBF48B-D269-4ADF-BE81-32A8D22694E4}"/>
                </a:ext>
              </a:extLst>
            </p:cNvPr>
            <p:cNvSpPr txBox="1"/>
            <p:nvPr/>
          </p:nvSpPr>
          <p:spPr>
            <a:xfrm>
              <a:off x="-349781" y="1533564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624"/>
                          <a:lumOff val="5237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1" name="Component 101">
              <a:extLst>
                <a:ext uri="{FF2B5EF4-FFF2-40B4-BE49-F238E27FC236}">
                  <a16:creationId xmlns:a16="http://schemas.microsoft.com/office/drawing/2014/main" id="{A4141B5B-6EA4-4F6F-A998-53542A997BE9}"/>
                </a:ext>
              </a:extLst>
            </p:cNvPr>
            <p:cNvSpPr txBox="1"/>
            <p:nvPr/>
          </p:nvSpPr>
          <p:spPr>
            <a:xfrm>
              <a:off x="-349781" y="1524748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921"/>
                          <a:lumOff val="5207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2" name="Component 102">
              <a:extLst>
                <a:ext uri="{FF2B5EF4-FFF2-40B4-BE49-F238E27FC236}">
                  <a16:creationId xmlns:a16="http://schemas.microsoft.com/office/drawing/2014/main" id="{AAF9F967-D013-4D58-8765-597565C4D9F2}"/>
                </a:ext>
              </a:extLst>
            </p:cNvPr>
            <p:cNvSpPr txBox="1"/>
            <p:nvPr/>
          </p:nvSpPr>
          <p:spPr>
            <a:xfrm>
              <a:off x="-349781" y="1515932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218"/>
                          <a:lumOff val="5178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3" name="Component 103">
              <a:extLst>
                <a:ext uri="{FF2B5EF4-FFF2-40B4-BE49-F238E27FC236}">
                  <a16:creationId xmlns:a16="http://schemas.microsoft.com/office/drawing/2014/main" id="{B1B83E9F-6799-4C00-B8B2-FE4A5FD41BC8}"/>
                </a:ext>
              </a:extLst>
            </p:cNvPr>
            <p:cNvSpPr txBox="1"/>
            <p:nvPr/>
          </p:nvSpPr>
          <p:spPr>
            <a:xfrm>
              <a:off x="-349781" y="150711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515"/>
                          <a:lumOff val="5148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4" name="Component 104">
              <a:extLst>
                <a:ext uri="{FF2B5EF4-FFF2-40B4-BE49-F238E27FC236}">
                  <a16:creationId xmlns:a16="http://schemas.microsoft.com/office/drawing/2014/main" id="{56D513EF-977A-494F-BC64-AC16A7099462}"/>
                </a:ext>
              </a:extLst>
            </p:cNvPr>
            <p:cNvSpPr txBox="1"/>
            <p:nvPr/>
          </p:nvSpPr>
          <p:spPr>
            <a:xfrm>
              <a:off x="-349781" y="1498302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812"/>
                          <a:lumOff val="5118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5" name="Component 105">
              <a:extLst>
                <a:ext uri="{FF2B5EF4-FFF2-40B4-BE49-F238E27FC236}">
                  <a16:creationId xmlns:a16="http://schemas.microsoft.com/office/drawing/2014/main" id="{B6909F37-F11D-4CFA-B2F8-AEC611E9E9E8}"/>
                </a:ext>
              </a:extLst>
            </p:cNvPr>
            <p:cNvSpPr txBox="1"/>
            <p:nvPr/>
          </p:nvSpPr>
          <p:spPr>
            <a:xfrm>
              <a:off x="-349781" y="1489487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109"/>
                          <a:lumOff val="5089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6" name="Component 106">
              <a:extLst>
                <a:ext uri="{FF2B5EF4-FFF2-40B4-BE49-F238E27FC236}">
                  <a16:creationId xmlns:a16="http://schemas.microsoft.com/office/drawing/2014/main" id="{C21313EB-BE0D-45EB-BE27-ECDBFB548EE8}"/>
                </a:ext>
              </a:extLst>
            </p:cNvPr>
            <p:cNvSpPr txBox="1"/>
            <p:nvPr/>
          </p:nvSpPr>
          <p:spPr>
            <a:xfrm>
              <a:off x="-349781" y="1480671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406"/>
                          <a:lumOff val="5059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7" name="Component 107">
              <a:extLst>
                <a:ext uri="{FF2B5EF4-FFF2-40B4-BE49-F238E27FC236}">
                  <a16:creationId xmlns:a16="http://schemas.microsoft.com/office/drawing/2014/main" id="{7D610CEB-F8BA-4FA7-82A7-20A07CFDD91C}"/>
                </a:ext>
              </a:extLst>
            </p:cNvPr>
            <p:cNvSpPr txBox="1"/>
            <p:nvPr/>
          </p:nvSpPr>
          <p:spPr>
            <a:xfrm>
              <a:off x="-349781" y="1471855"/>
              <a:ext cx="2533349" cy="368162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703"/>
                          <a:lumOff val="5029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8" name="Component 108">
              <a:extLst>
                <a:ext uri="{FF2B5EF4-FFF2-40B4-BE49-F238E27FC236}">
                  <a16:creationId xmlns:a16="http://schemas.microsoft.com/office/drawing/2014/main" id="{47A5C9C3-C302-4D84-8665-D7CD0F4FB7D4}"/>
                </a:ext>
              </a:extLst>
            </p:cNvPr>
            <p:cNvSpPr txBox="1"/>
            <p:nvPr/>
          </p:nvSpPr>
          <p:spPr>
            <a:xfrm>
              <a:off x="-349781" y="1463040"/>
              <a:ext cx="2533349" cy="3681628"/>
            </a:xfrm>
            <a:prstGeom prst="rect">
              <a:avLst/>
            </a:prstGeom>
            <a:noFill/>
            <a:scene3d>
              <a:camera prst="orthographicFront">
                <a:rot lat="19500000" lon="18900000" rev="360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sz="7200" dirty="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>A</a:t>
              </a:r>
              <a:endParaRPr lang="zh-CN" altLang="en-US" sz="7200" dirty="0">
                <a:gradFill>
                  <a:gsLst>
                    <a:gs pos="0">
                      <a:srgbClr val="7B9CFE">
                        <a:lumMod val="50000"/>
                        <a:lumOff val="50000"/>
                      </a:srgbClr>
                    </a:gs>
                    <a:gs pos="98000">
                      <a:srgbClr val="7B9CFE">
                        <a:lumMod val="50000"/>
                      </a:srgbClr>
                    </a:gs>
                  </a:gsLst>
                  <a:lin ang="5400000" scaled="1"/>
                </a:gradFill>
                <a:latin typeface="阿里巴巴普惠体 H" panose="00020600040101010101" pitchFamily="18" charset="-122"/>
                <a:ea typeface="阿里巴巴普惠体 H" panose="00020600040101010101" pitchFamily="18" charset="-122"/>
                <a:cs typeface="阿里巴巴普惠体 H" panose="00020600040101010101" pitchFamily="18" charset="-122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团队结构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858000" y="2011680"/>
            <a:ext cx="13716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CEO 统筹全局战略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CTO 负责技术方向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CFO 管理财务运营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VP Engineering 带领研发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VP Sales 拓展市场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