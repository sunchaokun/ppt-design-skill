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GroupShape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Box 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Box B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286000"/>
            <a:ext cx="91440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