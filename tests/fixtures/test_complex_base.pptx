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Test Slide 1: Normal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Bullet 1</a:t>
            </a:r>
          </a:p>
          <a:p>
            <a:r>
              <a:rPr sz="1800"/>
              <a:t>Bullet 2</a:t>
            </a:r>
          </a:p>
          <a:p>
            <a:r>
              <a:rPr sz="1800"/>
              <a:t>Bullet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Test Slide 2: GroupShape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Step 1: 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2860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Step 2: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Step 3: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22860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Step 4: Deploy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