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lignNode1">
    <dgm:fillClrLst meth="repeat">
      <a:srgbClr val="D97706"/>
    </dgm:fillClrLst>
    <dgm:linClrLst meth="repeat">
      <a:srgbClr val="D97706"/>
    </dgm:linClrLst>
    <dgm:effectClrLst/>
    <dgm:txLinClrLst/>
    <dgm:txFillClrLst/>
    <dgm:txEffectClrLst/>
  </dgm:styleLbl>
  <dgm:styleLbl name="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ln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vennNode1">
    <dgm:fillClrLst meth="repeat">
      <a:srgbClr val="D97706">
        <a:alpha val="50000"/>
      </a:srgbClr>
    </dgm:fillClrLst>
    <dgm:linClrLst meth="repeat">
      <a:srgbClr val="FFFFFF"/>
    </dgm:linClrLst>
    <dgm:effectClrLst/>
    <dgm:txLinClrLst/>
    <dgm:txFillClrLst/>
    <dgm:txEffectClrLst/>
  </dgm:styleLbl>
  <dgm:styleLbl name="node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f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align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b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f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b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sibTrans1D1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callout">
    <dgm:fillClrLst meth="repeat">
      <a:srgbClr val="D97706"/>
    </dgm:fillClrLst>
    <dgm:linClrLst meth="repeat">
      <a:srgbClr val="D97706">
        <a:tint val="50000"/>
      </a:srgbClr>
    </dgm:linClrLst>
    <dgm:effectClrLst/>
    <dgm:txLinClrLst/>
    <dgm:txFillClrLst meth="repeat">
      <a:srgbClr val="FFFFFF"/>
    </dgm:txFillClrLst>
    <dgm:txEffectClrLst/>
  </dgm:styleLbl>
  <dgm:styleLbl name="asst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parCh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 meth="repeat">
      <a:srgbClr val="FFFFFF"/>
    </dgm:txFillClrLst>
    <dgm:txEffectClrLst/>
  </dgm:styleLbl>
  <dgm:styleLbl name="parChTrans2D2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3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4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1D1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2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3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parChTrans1D4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con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align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trAlignAcc1">
    <dgm:fillClrLst meth="repeat">
      <a:srgbClr val="FFFFFF">
        <a:alpha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F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Align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B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align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b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fgAcc0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2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3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4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Shp">
    <dgm:fillClrLst meth="repeat">
      <a:srgbClr val="D97706">
        <a:tint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dkBgShp">
    <dgm:fillClrLst meth="repeat">
      <a:srgbClr val="D97706">
        <a:shade val="8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trBgShp">
    <dgm:fillClrLst meth="repeat">
      <a:srgbClr val="D97706">
        <a:tint val="50000"/>
        <a:alpha val="4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fgShp">
    <dgm:fillClrLst meth="repeat">
      <a:srgbClr val="D97706">
        <a:tint val="60000"/>
      </a:srgbClr>
    </dgm:fillClrLst>
    <dgm:linClrLst meth="repeat">
      <a:srgbClr val="FFFFFF"/>
    </dgm:linClrLst>
    <dgm:effectClrLst/>
    <dgm:txLinClrLst/>
    <dgm:txFillClrLst meth="repeat">
      <a:srgbClr val="000000"/>
    </dgm:txFillClrLst>
    <dgm:txEffectClrLst/>
  </dgm:styleLbl>
  <dgm:styleLbl name="revTx">
    <dgm:fillClrLst meth="repeat">
      <a:srgbClr val="FFFFFF">
        <a:alpha val="0"/>
      </a:srgbClr>
    </dgm:fillClrLst>
    <dgm:linClrLst meth="repeat">
      <a:srgbClr val="000000">
        <a:alpha val="0"/>
      </a:srgbClr>
    </dgm:linClrLst>
    <dgm:effectClrLst/>
    <dgm:txLinClrLst/>
    <dgm:txFillClrLst meth="repeat">
      <a:srgbClr val="FFFFFF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lignNode1">
    <dgm:fillClrLst meth="repeat">
      <a:srgbClr val="D97706"/>
    </dgm:fillClrLst>
    <dgm:linClrLst meth="repeat">
      <a:srgbClr val="D97706"/>
    </dgm:linClrLst>
    <dgm:effectClrLst/>
    <dgm:txLinClrLst/>
    <dgm:txFillClrLst/>
    <dgm:txEffectClrLst/>
  </dgm:styleLbl>
  <dgm:styleLbl name="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ln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vennNode1">
    <dgm:fillClrLst meth="repeat">
      <a:srgbClr val="D97706">
        <a:alpha val="50000"/>
      </a:srgbClr>
    </dgm:fillClrLst>
    <dgm:linClrLst meth="repeat">
      <a:srgbClr val="FFFFFF"/>
    </dgm:linClrLst>
    <dgm:effectClrLst/>
    <dgm:txLinClrLst/>
    <dgm:txFillClrLst/>
    <dgm:txEffectClrLst/>
  </dgm:styleLbl>
  <dgm:styleLbl name="node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f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align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b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f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b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sibTrans1D1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callout">
    <dgm:fillClrLst meth="repeat">
      <a:srgbClr val="D97706"/>
    </dgm:fillClrLst>
    <dgm:linClrLst meth="repeat">
      <a:srgbClr val="D97706">
        <a:tint val="50000"/>
      </a:srgbClr>
    </dgm:linClrLst>
    <dgm:effectClrLst/>
    <dgm:txLinClrLst/>
    <dgm:txFillClrLst meth="repeat">
      <a:srgbClr val="FFFFFF"/>
    </dgm:txFillClrLst>
    <dgm:txEffectClrLst/>
  </dgm:styleLbl>
  <dgm:styleLbl name="asst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parCh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 meth="repeat">
      <a:srgbClr val="FFFFFF"/>
    </dgm:txFillClrLst>
    <dgm:txEffectClrLst/>
  </dgm:styleLbl>
  <dgm:styleLbl name="parChTrans2D2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3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4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1D1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2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3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parChTrans1D4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con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align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trAlignAcc1">
    <dgm:fillClrLst meth="repeat">
      <a:srgbClr val="FFFFFF">
        <a:alpha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F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Align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B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align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b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fgAcc0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2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3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4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Shp">
    <dgm:fillClrLst meth="repeat">
      <a:srgbClr val="D97706">
        <a:tint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dkBgShp">
    <dgm:fillClrLst meth="repeat">
      <a:srgbClr val="D97706">
        <a:shade val="8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trBgShp">
    <dgm:fillClrLst meth="repeat">
      <a:srgbClr val="D97706">
        <a:tint val="50000"/>
        <a:alpha val="4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fgShp">
    <dgm:fillClrLst meth="repeat">
      <a:srgbClr val="D97706">
        <a:tint val="60000"/>
      </a:srgbClr>
    </dgm:fillClrLst>
    <dgm:linClrLst meth="repeat">
      <a:srgbClr val="FFFFFF"/>
    </dgm:linClrLst>
    <dgm:effectClrLst/>
    <dgm:txLinClrLst/>
    <dgm:txFillClrLst meth="repeat">
      <a:srgbClr val="000000"/>
    </dgm:txFillClrLst>
    <dgm:txEffectClrLst/>
  </dgm:styleLbl>
  <dgm:styleLbl name="revTx">
    <dgm:fillClrLst meth="repeat">
      <a:srgbClr val="FFFFFF">
        <a:alpha val="0"/>
      </a:srgbClr>
    </dgm:fillClrLst>
    <dgm:linClrLst meth="repeat">
      <a:srgbClr val="000000">
        <a:alpha val="0"/>
      </a:srgbClr>
    </dgm:linClrLst>
    <dgm:effectClrLst/>
    <dgm:txLinClrLst/>
    <dgm:txFillClrLst meth="repeat">
      <a:srgbClr val="FFFFFF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lignNode1">
    <dgm:fillClrLst meth="repeat">
      <a:srgbClr val="D97706"/>
    </dgm:fillClrLst>
    <dgm:linClrLst meth="repeat">
      <a:srgbClr val="D97706"/>
    </dgm:linClrLst>
    <dgm:effectClrLst/>
    <dgm:txLinClrLst/>
    <dgm:txFillClrLst/>
    <dgm:txEffectClrLst/>
  </dgm:styleLbl>
  <dgm:styleLbl name="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lnNode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vennNode1">
    <dgm:fillClrLst meth="repeat">
      <a:srgbClr val="D97706">
        <a:alpha val="50000"/>
      </a:srgbClr>
    </dgm:fillClrLst>
    <dgm:linClrLst meth="repeat">
      <a:srgbClr val="FFFFFF"/>
    </dgm:linClrLst>
    <dgm:effectClrLst/>
    <dgm:txLinClrLst/>
    <dgm:txFillClrLst/>
    <dgm:txEffectClrLst/>
  </dgm:styleLbl>
  <dgm:styleLbl name="node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node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f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align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bgImgPlace1">
    <dgm:fillClrLst meth="repeat">
      <a:srgbClr val="D97706">
        <a:tint val="50000"/>
      </a:srgbClr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f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bgSib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/>
    <dgm:txEffectClrLst/>
  </dgm:styleLbl>
  <dgm:styleLbl name="sibTrans1D1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callout">
    <dgm:fillClrLst meth="repeat">
      <a:srgbClr val="D97706"/>
    </dgm:fillClrLst>
    <dgm:linClrLst meth="repeat">
      <a:srgbClr val="D97706">
        <a:tint val="50000"/>
      </a:srgbClr>
    </dgm:linClrLst>
    <dgm:effectClrLst/>
    <dgm:txLinClrLst/>
    <dgm:txFillClrLst meth="repeat">
      <a:srgbClr val="FFFFFF"/>
    </dgm:txFillClrLst>
    <dgm:txEffectClrLst/>
  </dgm:styleLbl>
  <dgm:styleLbl name="asst0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1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2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3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asst4">
    <dgm:fillClrLst meth="repeat">
      <a:srgbClr val="D97706"/>
    </dgm:fillClrLst>
    <dgm:linClrLst meth="repeat">
      <a:srgbClr val="FFFFFF"/>
    </dgm:linClrLst>
    <dgm:effectClrLst/>
    <dgm:txLinClrLst/>
    <dgm:txFillClrLst/>
    <dgm:txEffectClrLst/>
  </dgm:styleLbl>
  <dgm:styleLbl name="parChTrans2D1">
    <dgm:fillClrLst meth="repeat">
      <a:srgbClr val="D97706">
        <a:tint val="60000"/>
      </a:srgbClr>
    </dgm:fillClrLst>
    <dgm:linClrLst meth="repeat">
      <a:srgbClr val="D97706">
        <a:tint val="60000"/>
      </a:srgbClr>
    </dgm:linClrLst>
    <dgm:effectClrLst/>
    <dgm:txLinClrLst/>
    <dgm:txFillClrLst meth="repeat">
      <a:srgbClr val="FFFFFF"/>
    </dgm:txFillClrLst>
    <dgm:txEffectClrLst/>
  </dgm:styleLbl>
  <dgm:styleLbl name="parChTrans2D2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3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2D4">
    <dgm:fillClrLst meth="repeat">
      <a:srgbClr val="D97706"/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parChTrans1D1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2">
    <dgm:fillClrLst meth="repeat">
      <a:srgbClr val="D97706"/>
    </dgm:fillClrLst>
    <dgm:linClrLst meth="repeat">
      <a:srgbClr val="D97706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3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parChTrans1D4">
    <dgm:fillClrLst meth="repeat">
      <a:srgbClr val="D97706"/>
    </dgm:fillClrLst>
    <dgm:linClrLst meth="repeat">
      <a:srgbClr val="D97706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conF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align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trAlignAcc1">
    <dgm:fillClrLst meth="repeat">
      <a:srgbClr val="FFFFFF">
        <a:alpha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Acc1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F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Align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solidBgAcc1">
    <dgm:fillClrLst meth="repeat">
      <a:srgbClr val="FFFFFF"/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align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bgAccFollowNode1">
    <dgm:fillClrLst meth="repeat">
      <a:srgbClr val="D97706">
        <a:alpha val="90000"/>
        <a:tint val="40000"/>
      </a:srgbClr>
    </dgm:fillClrLst>
    <dgm:linClrLst meth="repeat">
      <a:srgbClr val="D97706">
        <a:alpha val="90000"/>
        <a:tint val="40000"/>
      </a:srgbClr>
    </dgm:linClrLst>
    <dgm:effectClrLst/>
    <dgm:txLinClrLst/>
    <dgm:txFillClrLst meth="repeat">
      <a:srgbClr val="000000"/>
    </dgm:txFillClrLst>
    <dgm:txEffectClrLst/>
  </dgm:styleLbl>
  <dgm:styleLbl name="fgAcc0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2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3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fgAcc4">
    <dgm:fillClrLst meth="repeat">
      <a:srgbClr val="FFFFFF">
        <a:alpha val="9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bgShp">
    <dgm:fillClrLst meth="repeat">
      <a:srgbClr val="D97706">
        <a:tint val="40000"/>
      </a:srgbClr>
    </dgm:fillClrLst>
    <dgm:linClrLst meth="repeat">
      <a:srgbClr val="D97706"/>
    </dgm:linClrLst>
    <dgm:effectClrLst/>
    <dgm:txLinClrLst/>
    <dgm:txFillClrLst meth="repeat">
      <a:srgbClr val="000000"/>
    </dgm:txFillClrLst>
    <dgm:txEffectClrLst/>
  </dgm:styleLbl>
  <dgm:styleLbl name="dkBgShp">
    <dgm:fillClrLst meth="repeat">
      <a:srgbClr val="D97706">
        <a:shade val="8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trBgShp">
    <dgm:fillClrLst meth="repeat">
      <a:srgbClr val="D97706">
        <a:tint val="50000"/>
        <a:alpha val="40000"/>
      </a:srgbClr>
    </dgm:fillClrLst>
    <dgm:linClrLst meth="repeat">
      <a:srgbClr val="D97706"/>
    </dgm:linClrLst>
    <dgm:effectClrLst/>
    <dgm:txLinClrLst/>
    <dgm:txFillClrLst meth="repeat">
      <a:srgbClr val="FFFFFF"/>
    </dgm:txFillClrLst>
    <dgm:txEffectClrLst/>
  </dgm:styleLbl>
  <dgm:styleLbl name="fgShp">
    <dgm:fillClrLst meth="repeat">
      <a:srgbClr val="D97706">
        <a:tint val="60000"/>
      </a:srgbClr>
    </dgm:fillClrLst>
    <dgm:linClrLst meth="repeat">
      <a:srgbClr val="FFFFFF"/>
    </dgm:linClrLst>
    <dgm:effectClrLst/>
    <dgm:txLinClrLst/>
    <dgm:txFillClrLst meth="repeat">
      <a:srgbClr val="000000"/>
    </dgm:txFillClrLst>
    <dgm:txEffectClrLst/>
  </dgm:styleLbl>
  <dgm:styleLbl name="revTx">
    <dgm:fillClrLst meth="repeat">
      <a:srgbClr val="FFFFFF">
        <a:alpha val="0"/>
      </a:srgbClr>
    </dgm:fillClrLst>
    <dgm:linClrLst meth="repeat">
      <a:srgbClr val="000000">
        <a:alpha val="0"/>
      </a:srgbClr>
    </dgm:linClrLst>
    <dgm:effectClrLst/>
    <dgm:txLinClrLst/>
    <dgm:txFillClrLst meth="repeat">
      <a:srgbClr val="FFFFFF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3502C2-B32F-4BEA-BA96-F0F343FCB75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B5A49DA-55C8-49CE-9862-ED5ECBBE0152}">
      <dgm:prSet phldrT="[文本]"/>
      <dgm:spPr/>
      <dgm:t>
        <a:bodyPr/>
        <a:lstStyle/>
        <a:p>
          <a:r>
            <a:rPr lang="en-US" altLang="zh-CN" dirty="0"/>
            <a:t>Alpha</a:t>
          </a:r>
          <a:endParaRPr lang="zh-CN" altLang="en-US" dirty="0"/>
        </a:p>
      </dgm:t>
    </dgm:pt>
    <dgm:pt modelId="{FA8393B6-5344-41F3-8F53-BA1396A5EE8C}" type="parTrans" cxnId="{438670C2-0E25-4185-866A-3BBFB87A0853}">
      <dgm:prSet/>
      <dgm:spPr/>
      <dgm:t>
        <a:bodyPr/>
        <a:lstStyle/>
        <a:p>
          <a:endParaRPr lang="zh-CN" altLang="en-US"/>
        </a:p>
      </dgm:t>
    </dgm:pt>
    <dgm:pt modelId="{941A29D1-C31E-4DCA-9F76-9D9D6A6B5B8A}" type="sibTrans" cxnId="{438670C2-0E25-4185-866A-3BBFB87A0853}">
      <dgm:prSet/>
      <dgm:spPr/>
      <dgm:t>
        <a:bodyPr/>
        <a:lstStyle/>
        <a:p>
          <a:endParaRPr lang="zh-CN" altLang="en-US"/>
        </a:p>
      </dgm:t>
    </dgm:pt>
    <dgm:pt modelId="{54906573-3CAB-49BE-9DB7-917BE3F45786}">
      <dgm:prSet phldrT="[文本]" phldr="0"/>
      <dgm:spPr/>
      <dgm:t>
        <a:bodyPr/>
        <a:lstStyle/>
        <a:p>
          <a:r>
            <a:rPr lang="en-US" altLang="zh-CN" dirty="0"/>
            <a:t>Beta</a:t>
          </a:r>
          <a:endParaRPr lang="zh-CN" altLang="en-US" dirty="0"/>
        </a:p>
      </dgm:t>
    </dgm:pt>
    <dgm:pt modelId="{6EA2B703-F6C5-4D94-95A5-1D63A46A62F6}" type="parTrans" cxnId="{3BB9A04C-84E6-486B-94AC-AD0C3A6402C4}">
      <dgm:prSet/>
      <dgm:spPr/>
      <dgm:t>
        <a:bodyPr/>
        <a:lstStyle/>
        <a:p>
          <a:endParaRPr lang="zh-CN" altLang="en-US"/>
        </a:p>
      </dgm:t>
    </dgm:pt>
    <dgm:pt modelId="{BC64FF5C-43A2-4D2C-A836-1265D7A7A55B}" type="sibTrans" cxnId="{3BB9A04C-84E6-486B-94AC-AD0C3A6402C4}">
      <dgm:prSet/>
      <dgm:spPr/>
      <dgm:t>
        <a:bodyPr/>
        <a:lstStyle/>
        <a:p>
          <a:endParaRPr lang="zh-CN" altLang="en-US"/>
        </a:p>
      </dgm:t>
    </dgm:pt>
    <dgm:pt modelId="{EA657456-B9AC-45CD-9FCA-E1352B5CBF0A}">
      <dgm:prSet phldrT="[文本]" phldr="0"/>
      <dgm:spPr/>
      <dgm:t>
        <a:bodyPr/>
        <a:lstStyle/>
        <a:p>
          <a:r>
            <a:rPr lang="en-US" altLang="zh-CN" dirty="0"/>
            <a:t>Gamma</a:t>
          </a:r>
          <a:endParaRPr lang="zh-CN" altLang="en-US" dirty="0"/>
        </a:p>
      </dgm:t>
    </dgm:pt>
    <dgm:pt modelId="{6319D984-9EE9-41CD-9E62-D80B44877B28}" type="parTrans" cxnId="{6096CEC2-3349-4D2C-B456-B25ED266371A}">
      <dgm:prSet/>
      <dgm:spPr/>
      <dgm:t>
        <a:bodyPr/>
        <a:lstStyle/>
        <a:p>
          <a:endParaRPr lang="zh-CN" altLang="en-US"/>
        </a:p>
      </dgm:t>
    </dgm:pt>
    <dgm:pt modelId="{AF4BC10A-3699-4DE0-A997-6ADCEF579D9C}" type="sibTrans" cxnId="{6096CEC2-3349-4D2C-B456-B25ED266371A}">
      <dgm:prSet/>
      <dgm:spPr/>
      <dgm:t>
        <a:bodyPr/>
        <a:lstStyle/>
        <a:p>
          <a:endParaRPr lang="zh-CN" altLang="en-US"/>
        </a:p>
      </dgm:t>
    </dgm:pt>
    <dgm:pt modelId="{4D3DEF16-3CD0-4A12-8012-CBAD8EA808C7}">
      <dgm:prSet phldrT="[文本]" phldr="0"/>
      <dgm:spPr/>
      <dgm:t>
        <a:bodyPr/>
        <a:lstStyle/>
        <a:p>
          <a:r>
            <a:rPr lang="en-US" altLang="zh-CN" dirty="0"/>
            <a:t>Delta</a:t>
          </a:r>
          <a:endParaRPr lang="zh-CN" altLang="en-US" dirty="0"/>
        </a:p>
      </dgm:t>
    </dgm:pt>
    <dgm:pt modelId="{C9DAF2F5-B000-4183-9A8E-8D7425E0CF8E}" type="parTrans" cxnId="{D497B9C8-CF97-424E-9255-E264A8269839}">
      <dgm:prSet/>
      <dgm:spPr/>
      <dgm:t>
        <a:bodyPr/>
        <a:lstStyle/>
        <a:p>
          <a:endParaRPr lang="zh-CN" altLang="en-US"/>
        </a:p>
      </dgm:t>
    </dgm:pt>
    <dgm:pt modelId="{935FC0A1-0721-4CE7-83E9-28093EAA476B}" type="sibTrans" cxnId="{D497B9C8-CF97-424E-9255-E264A8269839}">
      <dgm:prSet/>
      <dgm:spPr/>
      <dgm:t>
        <a:bodyPr/>
        <a:lstStyle/>
        <a:p>
          <a:endParaRPr lang="zh-CN" altLang="en-US"/>
        </a:p>
      </dgm:t>
    </dgm:pt>
    <dgm:pt modelId="{7D26A34A-D459-481A-9E44-4400C34F136D}">
      <dgm:prSet phldrT="[文本]" phldr="0"/>
      <dgm:spPr/>
      <dgm:t>
        <a:bodyPr/>
        <a:lstStyle/>
        <a:p>
          <a:r>
            <a:rPr lang="en-US" altLang="zh-CN" dirty="0"/>
            <a:t>Epsilon</a:t>
          </a:r>
          <a:endParaRPr lang="zh-CN" altLang="en-US" dirty="0"/>
        </a:p>
      </dgm:t>
    </dgm:pt>
    <dgm:pt modelId="{43B3D5C0-7A9A-4F8C-BB35-D07210BF0AF4}" type="parTrans" cxnId="{EE503A27-A654-4D11-AE51-8C448C7B4F07}">
      <dgm:prSet/>
      <dgm:spPr/>
      <dgm:t>
        <a:bodyPr/>
        <a:lstStyle/>
        <a:p>
          <a:endParaRPr lang="zh-CN" altLang="en-US"/>
        </a:p>
      </dgm:t>
    </dgm:pt>
    <dgm:pt modelId="{189F9546-2F01-4FB3-BBC6-06698DD373BC}" type="sibTrans" cxnId="{EE503A27-A654-4D11-AE51-8C448C7B4F07}">
      <dgm:prSet/>
      <dgm:spPr/>
      <dgm:t>
        <a:bodyPr/>
        <a:lstStyle/>
        <a:p>
          <a:endParaRPr lang="zh-CN" altLang="en-US"/>
        </a:p>
      </dgm:t>
    </dgm:pt>
    <dgm:pt modelId="{A925138F-0BA4-4CE7-B3C1-B6743D48A7B5}" type="pres">
      <dgm:prSet presAssocID="{D13502C2-B32F-4BEA-BA96-F0F343FCB755}" presName="diagram" presStyleCnt="0">
        <dgm:presLayoutVars>
          <dgm:dir/>
          <dgm:resizeHandles val="exact"/>
        </dgm:presLayoutVars>
      </dgm:prSet>
      <dgm:spPr/>
    </dgm:pt>
    <dgm:pt modelId="{86D9990B-BEA2-4CF4-9B05-AC6213011A28}" type="pres">
      <dgm:prSet presAssocID="{5B5A49DA-55C8-49CE-9862-ED5ECBBE0152}" presName="node" presStyleLbl="node1" presStyleIdx="0" presStyleCnt="5">
        <dgm:presLayoutVars>
          <dgm:bulletEnabled val="1"/>
        </dgm:presLayoutVars>
      </dgm:prSet>
      <dgm:spPr/>
    </dgm:pt>
    <dgm:pt modelId="{DCF2C168-2878-40E5-B1AD-06AD491E9889}" type="pres">
      <dgm:prSet presAssocID="{941A29D1-C31E-4DCA-9F76-9D9D6A6B5B8A}" presName="sibTrans" presStyleCnt="0"/>
      <dgm:spPr/>
    </dgm:pt>
    <dgm:pt modelId="{B7236049-627C-4477-ABF4-BEA668528838}" type="pres">
      <dgm:prSet presAssocID="{54906573-3CAB-49BE-9DB7-917BE3F45786}" presName="node" presStyleLbl="node1" presStyleIdx="1" presStyleCnt="5">
        <dgm:presLayoutVars>
          <dgm:bulletEnabled val="1"/>
        </dgm:presLayoutVars>
      </dgm:prSet>
      <dgm:spPr/>
    </dgm:pt>
    <dgm:pt modelId="{B505BBE0-A050-4AE1-AE62-5FFCD0AD8E74}" type="pres">
      <dgm:prSet presAssocID="{BC64FF5C-43A2-4D2C-A836-1265D7A7A55B}" presName="sibTrans" presStyleCnt="0"/>
      <dgm:spPr/>
    </dgm:pt>
    <dgm:pt modelId="{74D24C78-2C6B-4BE0-BEDF-38CDB7E31AC7}" type="pres">
      <dgm:prSet presAssocID="{EA657456-B9AC-45CD-9FCA-E1352B5CBF0A}" presName="node" presStyleLbl="node1" presStyleIdx="2" presStyleCnt="5">
        <dgm:presLayoutVars>
          <dgm:bulletEnabled val="1"/>
        </dgm:presLayoutVars>
      </dgm:prSet>
      <dgm:spPr/>
    </dgm:pt>
    <dgm:pt modelId="{35A3C6D7-DDE6-4F85-A6F3-759E468683C6}" type="pres">
      <dgm:prSet presAssocID="{AF4BC10A-3699-4DE0-A997-6ADCEF579D9C}" presName="sibTrans" presStyleCnt="0"/>
      <dgm:spPr/>
    </dgm:pt>
    <dgm:pt modelId="{FB49C1F4-B95B-4421-82CD-D8A5AD542D44}" type="pres">
      <dgm:prSet presAssocID="{4D3DEF16-3CD0-4A12-8012-CBAD8EA808C7}" presName="node" presStyleLbl="node1" presStyleIdx="3" presStyleCnt="5">
        <dgm:presLayoutVars>
          <dgm:bulletEnabled val="1"/>
        </dgm:presLayoutVars>
      </dgm:prSet>
      <dgm:spPr/>
    </dgm:pt>
    <dgm:pt modelId="{1168C647-B554-474D-AB1B-F32C18271205}" type="pres">
      <dgm:prSet presAssocID="{935FC0A1-0721-4CE7-83E9-28093EAA476B}" presName="sibTrans" presStyleCnt="0"/>
      <dgm:spPr/>
    </dgm:pt>
    <dgm:pt modelId="{80F2594F-C487-4749-894D-A827E1E0EDBF}" type="pres">
      <dgm:prSet presAssocID="{7D26A34A-D459-481A-9E44-4400C34F136D}" presName="node" presStyleLbl="node1" presStyleIdx="4" presStyleCnt="5">
        <dgm:presLayoutVars>
          <dgm:bulletEnabled val="1"/>
        </dgm:presLayoutVars>
      </dgm:prSet>
      <dgm:spPr/>
    </dgm:pt>
  </dgm:ptLst>
  <dgm:cxnLst>
    <dgm:cxn modelId="{68ADFF17-C085-4FF9-A0E1-A526BA02CD16}" type="presOf" srcId="{5B5A49DA-55C8-49CE-9862-ED5ECBBE0152}" destId="{86D9990B-BEA2-4CF4-9B05-AC6213011A28}" srcOrd="0" destOrd="0" presId="urn:microsoft.com/office/officeart/2005/8/layout/default"/>
    <dgm:cxn modelId="{EE503A27-A654-4D11-AE51-8C448C7B4F07}" srcId="{D13502C2-B32F-4BEA-BA96-F0F343FCB755}" destId="{7D26A34A-D459-481A-9E44-4400C34F136D}" srcOrd="4" destOrd="0" parTransId="{43B3D5C0-7A9A-4F8C-BB35-D07210BF0AF4}" sibTransId="{189F9546-2F01-4FB3-BBC6-06698DD373BC}"/>
    <dgm:cxn modelId="{9BCAF12B-5A75-4D11-B8EB-DB6899029C2F}" type="presOf" srcId="{EA657456-B9AC-45CD-9FCA-E1352B5CBF0A}" destId="{74D24C78-2C6B-4BE0-BEDF-38CDB7E31AC7}" srcOrd="0" destOrd="0" presId="urn:microsoft.com/office/officeart/2005/8/layout/default"/>
    <dgm:cxn modelId="{8773B738-57ED-44AB-A937-E0782087F345}" type="presOf" srcId="{54906573-3CAB-49BE-9DB7-917BE3F45786}" destId="{B7236049-627C-4477-ABF4-BEA668528838}" srcOrd="0" destOrd="0" presId="urn:microsoft.com/office/officeart/2005/8/layout/default"/>
    <dgm:cxn modelId="{3BB9A04C-84E6-486B-94AC-AD0C3A6402C4}" srcId="{D13502C2-B32F-4BEA-BA96-F0F343FCB755}" destId="{54906573-3CAB-49BE-9DB7-917BE3F45786}" srcOrd="1" destOrd="0" parTransId="{6EA2B703-F6C5-4D94-95A5-1D63A46A62F6}" sibTransId="{BC64FF5C-43A2-4D2C-A836-1265D7A7A55B}"/>
    <dgm:cxn modelId="{915F2575-E486-4F06-8FC7-235E3FBE7756}" type="presOf" srcId="{4D3DEF16-3CD0-4A12-8012-CBAD8EA808C7}" destId="{FB49C1F4-B95B-4421-82CD-D8A5AD542D44}" srcOrd="0" destOrd="0" presId="urn:microsoft.com/office/officeart/2005/8/layout/default"/>
    <dgm:cxn modelId="{0BC40783-B30E-4B9B-A06C-356B5100A16A}" type="presOf" srcId="{D13502C2-B32F-4BEA-BA96-F0F343FCB755}" destId="{A925138F-0BA4-4CE7-B3C1-B6743D48A7B5}" srcOrd="0" destOrd="0" presId="urn:microsoft.com/office/officeart/2005/8/layout/default"/>
    <dgm:cxn modelId="{438670C2-0E25-4185-866A-3BBFB87A0853}" srcId="{D13502C2-B32F-4BEA-BA96-F0F343FCB755}" destId="{5B5A49DA-55C8-49CE-9862-ED5ECBBE0152}" srcOrd="0" destOrd="0" parTransId="{FA8393B6-5344-41F3-8F53-BA1396A5EE8C}" sibTransId="{941A29D1-C31E-4DCA-9F76-9D9D6A6B5B8A}"/>
    <dgm:cxn modelId="{6096CEC2-3349-4D2C-B456-B25ED266371A}" srcId="{D13502C2-B32F-4BEA-BA96-F0F343FCB755}" destId="{EA657456-B9AC-45CD-9FCA-E1352B5CBF0A}" srcOrd="2" destOrd="0" parTransId="{6319D984-9EE9-41CD-9E62-D80B44877B28}" sibTransId="{AF4BC10A-3699-4DE0-A997-6ADCEF579D9C}"/>
    <dgm:cxn modelId="{D497B9C8-CF97-424E-9255-E264A8269839}" srcId="{D13502C2-B32F-4BEA-BA96-F0F343FCB755}" destId="{4D3DEF16-3CD0-4A12-8012-CBAD8EA808C7}" srcOrd="3" destOrd="0" parTransId="{C9DAF2F5-B000-4183-9A8E-8D7425E0CF8E}" sibTransId="{935FC0A1-0721-4CE7-83E9-28093EAA476B}"/>
    <dgm:cxn modelId="{05BD28F5-3D99-4322-A021-50725F599B48}" type="presOf" srcId="{7D26A34A-D459-481A-9E44-4400C34F136D}" destId="{80F2594F-C487-4749-894D-A827E1E0EDBF}" srcOrd="0" destOrd="0" presId="urn:microsoft.com/office/officeart/2005/8/layout/default"/>
    <dgm:cxn modelId="{F761316A-4A39-4DF5-A9AD-CA74286BAAF3}" type="presParOf" srcId="{A925138F-0BA4-4CE7-B3C1-B6743D48A7B5}" destId="{86D9990B-BEA2-4CF4-9B05-AC6213011A28}" srcOrd="0" destOrd="0" presId="urn:microsoft.com/office/officeart/2005/8/layout/default"/>
    <dgm:cxn modelId="{4604E83F-000E-45FE-B462-EB5914AB4E9B}" type="presParOf" srcId="{A925138F-0BA4-4CE7-B3C1-B6743D48A7B5}" destId="{DCF2C168-2878-40E5-B1AD-06AD491E9889}" srcOrd="1" destOrd="0" presId="urn:microsoft.com/office/officeart/2005/8/layout/default"/>
    <dgm:cxn modelId="{D16E3F4B-DEFD-4183-9E4B-2400DEDD3F68}" type="presParOf" srcId="{A925138F-0BA4-4CE7-B3C1-B6743D48A7B5}" destId="{B7236049-627C-4477-ABF4-BEA668528838}" srcOrd="2" destOrd="0" presId="urn:microsoft.com/office/officeart/2005/8/layout/default"/>
    <dgm:cxn modelId="{24B319FB-32FA-4EF4-954A-33C83A339946}" type="presParOf" srcId="{A925138F-0BA4-4CE7-B3C1-B6743D48A7B5}" destId="{B505BBE0-A050-4AE1-AE62-5FFCD0AD8E74}" srcOrd="3" destOrd="0" presId="urn:microsoft.com/office/officeart/2005/8/layout/default"/>
    <dgm:cxn modelId="{0DF5DD25-C36F-421B-BF31-66247EFBCA7F}" type="presParOf" srcId="{A925138F-0BA4-4CE7-B3C1-B6743D48A7B5}" destId="{74D24C78-2C6B-4BE0-BEDF-38CDB7E31AC7}" srcOrd="4" destOrd="0" presId="urn:microsoft.com/office/officeart/2005/8/layout/default"/>
    <dgm:cxn modelId="{5F75C741-C662-43E1-8021-CFF6E955077E}" type="presParOf" srcId="{A925138F-0BA4-4CE7-B3C1-B6743D48A7B5}" destId="{35A3C6D7-DDE6-4F85-A6F3-759E468683C6}" srcOrd="5" destOrd="0" presId="urn:microsoft.com/office/officeart/2005/8/layout/default"/>
    <dgm:cxn modelId="{BAB3F836-2797-459B-B213-3568DA613AE5}" type="presParOf" srcId="{A925138F-0BA4-4CE7-B3C1-B6743D48A7B5}" destId="{FB49C1F4-B95B-4421-82CD-D8A5AD542D44}" srcOrd="6" destOrd="0" presId="urn:microsoft.com/office/officeart/2005/8/layout/default"/>
    <dgm:cxn modelId="{10648715-6634-4BF1-A128-8D58A29C863C}" type="presParOf" srcId="{A925138F-0BA4-4CE7-B3C1-B6743D48A7B5}" destId="{1168C647-B554-474D-AB1B-F32C18271205}" srcOrd="7" destOrd="0" presId="urn:microsoft.com/office/officeart/2005/8/layout/default"/>
    <dgm:cxn modelId="{F72A9838-F347-4175-BBA8-B441D3A6EDEC}" type="presParOf" srcId="{A925138F-0BA4-4CE7-B3C1-B6743D48A7B5}" destId="{80F2594F-C487-4749-894D-A827E1E0EDB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88C22F-BDD3-4BD1-8311-96C95933569A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D4AB928-7C69-469E-801D-DBB819CFB1A8}">
      <dgm:prSet phldrT="[文本]" phldr="0"/>
      <dgm:spPr/>
      <dgm:t>
        <a:bodyPr/>
        <a:lstStyle/>
        <a:p>
          <a:r>
            <a:rPr lang="en-US" altLang="zh-CN" dirty="0"/>
            <a:t>Red</a:t>
          </a:r>
          <a:endParaRPr lang="zh-CN" altLang="en-US" dirty="0"/>
        </a:p>
      </dgm:t>
    </dgm:pt>
    <dgm:pt modelId="{264F7908-ED94-451A-B66E-E86C6CE66CC7}" type="parTrans" cxnId="{1090520F-568A-40EC-B349-AB8732BF4F2A}">
      <dgm:prSet/>
      <dgm:spPr/>
      <dgm:t>
        <a:bodyPr/>
        <a:lstStyle/>
        <a:p>
          <a:endParaRPr lang="zh-CN" altLang="en-US"/>
        </a:p>
      </dgm:t>
    </dgm:pt>
    <dgm:pt modelId="{9E8E3402-73CD-4238-9CFD-5ABA91B6A9C5}" type="sibTrans" cxnId="{1090520F-568A-40EC-B349-AB8732BF4F2A}">
      <dgm:prSet/>
      <dgm:spPr/>
      <dgm:t>
        <a:bodyPr/>
        <a:lstStyle/>
        <a:p>
          <a:endParaRPr lang="zh-CN" altLang="en-US"/>
        </a:p>
      </dgm:t>
    </dgm:pt>
    <dgm:pt modelId="{4475A592-1F8F-4739-A8D7-2FABC4F4D708}">
      <dgm:prSet phldrT="[文本]" phldr="0"/>
      <dgm:spPr/>
      <dgm:t>
        <a:bodyPr/>
        <a:lstStyle/>
        <a:p>
          <a:r>
            <a:rPr lang="en-US" altLang="zh-CN" dirty="0"/>
            <a:t>R1</a:t>
          </a:r>
          <a:endParaRPr lang="zh-CN" altLang="en-US" dirty="0"/>
        </a:p>
      </dgm:t>
    </dgm:pt>
    <dgm:pt modelId="{26AF7B02-8EFE-48EF-96A5-74F55ABB637C}" type="parTrans" cxnId="{D5C48BD6-B264-4D36-8002-B8BE3D54A00B}">
      <dgm:prSet/>
      <dgm:spPr/>
      <dgm:t>
        <a:bodyPr/>
        <a:lstStyle/>
        <a:p>
          <a:endParaRPr lang="zh-CN" altLang="en-US"/>
        </a:p>
      </dgm:t>
    </dgm:pt>
    <dgm:pt modelId="{6A143D5D-FBFB-4A15-B404-70745158177C}" type="sibTrans" cxnId="{D5C48BD6-B264-4D36-8002-B8BE3D54A00B}">
      <dgm:prSet/>
      <dgm:spPr/>
      <dgm:t>
        <a:bodyPr/>
        <a:lstStyle/>
        <a:p>
          <a:endParaRPr lang="zh-CN" altLang="en-US"/>
        </a:p>
      </dgm:t>
    </dgm:pt>
    <dgm:pt modelId="{53D64F82-6A27-49A7-BAC7-5A75EB8B5038}">
      <dgm:prSet phldrT="[文本]" phldr="0"/>
      <dgm:spPr/>
      <dgm:t>
        <a:bodyPr/>
        <a:lstStyle/>
        <a:p>
          <a:r>
            <a:rPr lang="en-US" altLang="zh-CN" dirty="0"/>
            <a:t>R2</a:t>
          </a:r>
          <a:endParaRPr lang="zh-CN" altLang="en-US" dirty="0"/>
        </a:p>
      </dgm:t>
    </dgm:pt>
    <dgm:pt modelId="{81578D61-314B-49EB-8A73-020F2F371329}" type="parTrans" cxnId="{23932AE2-5B41-41D0-A287-3C3B7147831C}">
      <dgm:prSet/>
      <dgm:spPr/>
      <dgm:t>
        <a:bodyPr/>
        <a:lstStyle/>
        <a:p>
          <a:endParaRPr lang="zh-CN" altLang="en-US"/>
        </a:p>
      </dgm:t>
    </dgm:pt>
    <dgm:pt modelId="{1C605859-E0CB-4516-99CE-9D6502D51E89}" type="sibTrans" cxnId="{23932AE2-5B41-41D0-A287-3C3B7147831C}">
      <dgm:prSet/>
      <dgm:spPr/>
      <dgm:t>
        <a:bodyPr/>
        <a:lstStyle/>
        <a:p>
          <a:endParaRPr lang="zh-CN" altLang="en-US"/>
        </a:p>
      </dgm:t>
    </dgm:pt>
    <dgm:pt modelId="{99C1E871-D5FF-4603-8DEA-F6FEFABFC42C}">
      <dgm:prSet phldrT="[文本]" phldr="0"/>
      <dgm:spPr/>
      <dgm:t>
        <a:bodyPr/>
        <a:lstStyle/>
        <a:p>
          <a:r>
            <a:rPr lang="en-US" altLang="zh-CN" dirty="0"/>
            <a:t>Green</a:t>
          </a:r>
          <a:endParaRPr lang="zh-CN" altLang="en-US" dirty="0"/>
        </a:p>
      </dgm:t>
    </dgm:pt>
    <dgm:pt modelId="{D6C0F53D-7B1B-40ED-90F2-29B8A821E066}" type="parTrans" cxnId="{2E9769A5-2FCB-428E-8398-FCF54D6C93A0}">
      <dgm:prSet/>
      <dgm:spPr/>
      <dgm:t>
        <a:bodyPr/>
        <a:lstStyle/>
        <a:p>
          <a:endParaRPr lang="zh-CN" altLang="en-US"/>
        </a:p>
      </dgm:t>
    </dgm:pt>
    <dgm:pt modelId="{29CB2DE6-30EC-43F1-8C2E-7202FA80C034}" type="sibTrans" cxnId="{2E9769A5-2FCB-428E-8398-FCF54D6C93A0}">
      <dgm:prSet/>
      <dgm:spPr/>
      <dgm:t>
        <a:bodyPr/>
        <a:lstStyle/>
        <a:p>
          <a:endParaRPr lang="zh-CN" altLang="en-US"/>
        </a:p>
      </dgm:t>
    </dgm:pt>
    <dgm:pt modelId="{73306C9C-9914-414B-A40D-8B85ADFA6DB5}">
      <dgm:prSet phldrT="[文本]" phldr="0"/>
      <dgm:spPr/>
      <dgm:t>
        <a:bodyPr/>
        <a:lstStyle/>
        <a:p>
          <a:r>
            <a:rPr lang="en-US" altLang="zh-CN" dirty="0"/>
            <a:t>G1</a:t>
          </a:r>
          <a:endParaRPr lang="zh-CN" altLang="en-US" dirty="0"/>
        </a:p>
      </dgm:t>
    </dgm:pt>
    <dgm:pt modelId="{6AC53E99-9EEA-4CE8-9ACE-2FA6DF9FD9C6}" type="parTrans" cxnId="{926B6BDD-C3C7-47D4-8644-1D478DF9C9FD}">
      <dgm:prSet/>
      <dgm:spPr/>
      <dgm:t>
        <a:bodyPr/>
        <a:lstStyle/>
        <a:p>
          <a:endParaRPr lang="zh-CN" altLang="en-US"/>
        </a:p>
      </dgm:t>
    </dgm:pt>
    <dgm:pt modelId="{718CE8E5-2872-4CB8-9864-FDCFBF8940C6}" type="sibTrans" cxnId="{926B6BDD-C3C7-47D4-8644-1D478DF9C9FD}">
      <dgm:prSet/>
      <dgm:spPr/>
      <dgm:t>
        <a:bodyPr/>
        <a:lstStyle/>
        <a:p>
          <a:endParaRPr lang="zh-CN" altLang="en-US"/>
        </a:p>
      </dgm:t>
    </dgm:pt>
    <dgm:pt modelId="{CDAAEB2A-792C-4899-8FD3-5AEA9E07D242}">
      <dgm:prSet phldrT="[文本]" phldr="0"/>
      <dgm:spPr/>
      <dgm:t>
        <a:bodyPr/>
        <a:lstStyle/>
        <a:p>
          <a:r>
            <a:rPr lang="en-US" altLang="zh-CN" dirty="0"/>
            <a:t>G2</a:t>
          </a:r>
          <a:endParaRPr lang="zh-CN" altLang="en-US" dirty="0"/>
        </a:p>
      </dgm:t>
    </dgm:pt>
    <dgm:pt modelId="{AC8AA130-BE8C-41B1-93C9-60294608DB5D}" type="parTrans" cxnId="{6928225E-83D2-45C5-A6D4-78BDAEB50FC3}">
      <dgm:prSet/>
      <dgm:spPr/>
      <dgm:t>
        <a:bodyPr/>
        <a:lstStyle/>
        <a:p>
          <a:endParaRPr lang="zh-CN" altLang="en-US"/>
        </a:p>
      </dgm:t>
    </dgm:pt>
    <dgm:pt modelId="{07141A32-0FBA-4C8A-9F4D-B6378CA82DF3}" type="sibTrans" cxnId="{6928225E-83D2-45C5-A6D4-78BDAEB50FC3}">
      <dgm:prSet/>
      <dgm:spPr/>
      <dgm:t>
        <a:bodyPr/>
        <a:lstStyle/>
        <a:p>
          <a:endParaRPr lang="zh-CN" altLang="en-US"/>
        </a:p>
      </dgm:t>
    </dgm:pt>
    <dgm:pt modelId="{7A1C3CA5-E818-4577-86FB-BE9660FCF7F6}">
      <dgm:prSet phldrT="[文本]" phldr="0"/>
      <dgm:spPr/>
      <dgm:t>
        <a:bodyPr/>
        <a:lstStyle/>
        <a:p>
          <a:r>
            <a:rPr lang="en-US" altLang="zh-CN" dirty="0"/>
            <a:t>Blue</a:t>
          </a:r>
          <a:endParaRPr lang="zh-CN" altLang="en-US" dirty="0"/>
        </a:p>
      </dgm:t>
    </dgm:pt>
    <dgm:pt modelId="{9B21B4D1-E6F0-4963-92B7-CE580386DCA5}" type="parTrans" cxnId="{0CA14C7C-D34D-4834-AA53-34F26914FC84}">
      <dgm:prSet/>
      <dgm:spPr/>
      <dgm:t>
        <a:bodyPr/>
        <a:lstStyle/>
        <a:p>
          <a:endParaRPr lang="zh-CN" altLang="en-US"/>
        </a:p>
      </dgm:t>
    </dgm:pt>
    <dgm:pt modelId="{81717FA5-550E-4D4F-932B-520C580C2268}" type="sibTrans" cxnId="{0CA14C7C-D34D-4834-AA53-34F26914FC84}">
      <dgm:prSet/>
      <dgm:spPr/>
      <dgm:t>
        <a:bodyPr/>
        <a:lstStyle/>
        <a:p>
          <a:endParaRPr lang="zh-CN" altLang="en-US"/>
        </a:p>
      </dgm:t>
    </dgm:pt>
    <dgm:pt modelId="{9F0DD18E-53E1-4F9F-9E64-9A934B502F9A}">
      <dgm:prSet phldrT="[文本]" phldr="0"/>
      <dgm:spPr/>
      <dgm:t>
        <a:bodyPr/>
        <a:lstStyle/>
        <a:p>
          <a:r>
            <a:rPr lang="en-US" altLang="zh-CN" dirty="0"/>
            <a:t>B1</a:t>
          </a:r>
          <a:endParaRPr lang="zh-CN" altLang="en-US" dirty="0"/>
        </a:p>
      </dgm:t>
    </dgm:pt>
    <dgm:pt modelId="{6A629FDA-492F-43D4-9620-F481BC9C4E15}" type="parTrans" cxnId="{0CA37956-F8B9-458A-AA7D-98CE86831A64}">
      <dgm:prSet/>
      <dgm:spPr/>
      <dgm:t>
        <a:bodyPr/>
        <a:lstStyle/>
        <a:p>
          <a:endParaRPr lang="zh-CN" altLang="en-US"/>
        </a:p>
      </dgm:t>
    </dgm:pt>
    <dgm:pt modelId="{DA73AFB1-E51A-4D92-A542-AC5D11C61CBB}" type="sibTrans" cxnId="{0CA37956-F8B9-458A-AA7D-98CE86831A64}">
      <dgm:prSet/>
      <dgm:spPr/>
      <dgm:t>
        <a:bodyPr/>
        <a:lstStyle/>
        <a:p>
          <a:endParaRPr lang="zh-CN" altLang="en-US"/>
        </a:p>
      </dgm:t>
    </dgm:pt>
    <dgm:pt modelId="{735F7BC2-2E1B-46AF-8E51-6B2E77BA7AB5}">
      <dgm:prSet phldrT="[文本]" phldr="0"/>
      <dgm:spPr/>
      <dgm:t>
        <a:bodyPr/>
        <a:lstStyle/>
        <a:p>
          <a:r>
            <a:rPr lang="en-US" altLang="zh-CN" dirty="0"/>
            <a:t>B2</a:t>
          </a:r>
          <a:endParaRPr lang="zh-CN" altLang="en-US" dirty="0"/>
        </a:p>
      </dgm:t>
    </dgm:pt>
    <dgm:pt modelId="{1221AA21-3D2D-4878-8E53-EE16A5BD60A2}" type="parTrans" cxnId="{E01AA336-A026-4C32-9933-F41CB617C763}">
      <dgm:prSet/>
      <dgm:spPr/>
      <dgm:t>
        <a:bodyPr/>
        <a:lstStyle/>
        <a:p>
          <a:endParaRPr lang="zh-CN" altLang="en-US"/>
        </a:p>
      </dgm:t>
    </dgm:pt>
    <dgm:pt modelId="{8E769BE3-AB2A-4886-AFFE-F789C04811EC}" type="sibTrans" cxnId="{E01AA336-A026-4C32-9933-F41CB617C763}">
      <dgm:prSet/>
      <dgm:spPr/>
      <dgm:t>
        <a:bodyPr/>
        <a:lstStyle/>
        <a:p>
          <a:endParaRPr lang="zh-CN" altLang="en-US"/>
        </a:p>
      </dgm:t>
    </dgm:pt>
    <dgm:pt modelId="{36683DAE-557E-493F-949E-DDFBCD939573}" type="pres">
      <dgm:prSet presAssocID="{4688C22F-BDD3-4BD1-8311-96C95933569A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A4026582-4F07-453F-8527-03D0754A3D1A}" type="pres">
      <dgm:prSet presAssocID="{AD4AB928-7C69-469E-801D-DBB819CFB1A8}" presName="circle1" presStyleLbl="node1" presStyleIdx="0" presStyleCnt="3"/>
      <dgm:spPr/>
    </dgm:pt>
    <dgm:pt modelId="{CFADCE4B-70B7-4FB2-B1C9-B0B1217B117C}" type="pres">
      <dgm:prSet presAssocID="{AD4AB928-7C69-469E-801D-DBB819CFB1A8}" presName="space" presStyleCnt="0"/>
      <dgm:spPr/>
    </dgm:pt>
    <dgm:pt modelId="{246ED379-3449-47B9-A098-64503DD79377}" type="pres">
      <dgm:prSet presAssocID="{AD4AB928-7C69-469E-801D-DBB819CFB1A8}" presName="rect1" presStyleLbl="alignAcc1" presStyleIdx="0" presStyleCnt="3"/>
      <dgm:spPr/>
    </dgm:pt>
    <dgm:pt modelId="{9C264DCF-EF4D-4BB5-9695-4577024B85D5}" type="pres">
      <dgm:prSet presAssocID="{99C1E871-D5FF-4603-8DEA-F6FEFABFC42C}" presName="vertSpace2" presStyleLbl="node1" presStyleIdx="0" presStyleCnt="3"/>
      <dgm:spPr/>
    </dgm:pt>
    <dgm:pt modelId="{A2832E88-E8E4-4BCB-90BA-7804F77A65BA}" type="pres">
      <dgm:prSet presAssocID="{99C1E871-D5FF-4603-8DEA-F6FEFABFC42C}" presName="circle2" presStyleLbl="node1" presStyleIdx="1" presStyleCnt="3"/>
      <dgm:spPr/>
    </dgm:pt>
    <dgm:pt modelId="{8EEE7F01-9842-43CD-8990-2E8ACD7B8B40}" type="pres">
      <dgm:prSet presAssocID="{99C1E871-D5FF-4603-8DEA-F6FEFABFC42C}" presName="rect2" presStyleLbl="alignAcc1" presStyleIdx="1" presStyleCnt="3"/>
      <dgm:spPr/>
    </dgm:pt>
    <dgm:pt modelId="{DF187A4F-4016-4025-B574-23D3DA3E5A34}" type="pres">
      <dgm:prSet presAssocID="{7A1C3CA5-E818-4577-86FB-BE9660FCF7F6}" presName="vertSpace3" presStyleLbl="node1" presStyleIdx="1" presStyleCnt="3"/>
      <dgm:spPr/>
    </dgm:pt>
    <dgm:pt modelId="{E34D8F5A-80D7-4533-869E-5D15CA9EE81F}" type="pres">
      <dgm:prSet presAssocID="{7A1C3CA5-E818-4577-86FB-BE9660FCF7F6}" presName="circle3" presStyleLbl="node1" presStyleIdx="2" presStyleCnt="3"/>
      <dgm:spPr/>
    </dgm:pt>
    <dgm:pt modelId="{5B52D1E3-AA8C-418D-BC76-9C477965C332}" type="pres">
      <dgm:prSet presAssocID="{7A1C3CA5-E818-4577-86FB-BE9660FCF7F6}" presName="rect3" presStyleLbl="alignAcc1" presStyleIdx="2" presStyleCnt="3"/>
      <dgm:spPr/>
    </dgm:pt>
    <dgm:pt modelId="{9795714C-6FEB-4F7F-BD41-4B49FD790A2D}" type="pres">
      <dgm:prSet presAssocID="{AD4AB928-7C69-469E-801D-DBB819CFB1A8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9FC28DCF-8159-4675-93FB-88E45D95E2FB}" type="pres">
      <dgm:prSet presAssocID="{AD4AB928-7C69-469E-801D-DBB819CFB1A8}" presName="rect1ChTx" presStyleLbl="alignAcc1" presStyleIdx="2" presStyleCnt="3">
        <dgm:presLayoutVars>
          <dgm:bulletEnabled val="1"/>
        </dgm:presLayoutVars>
      </dgm:prSet>
      <dgm:spPr/>
    </dgm:pt>
    <dgm:pt modelId="{1E0C93EA-FE74-48A3-AA44-D50E2A491367}" type="pres">
      <dgm:prSet presAssocID="{99C1E871-D5FF-4603-8DEA-F6FEFABFC42C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11DD3DF6-BA75-4605-892F-DBF07F66BECA}" type="pres">
      <dgm:prSet presAssocID="{99C1E871-D5FF-4603-8DEA-F6FEFABFC42C}" presName="rect2ChTx" presStyleLbl="alignAcc1" presStyleIdx="2" presStyleCnt="3">
        <dgm:presLayoutVars>
          <dgm:bulletEnabled val="1"/>
        </dgm:presLayoutVars>
      </dgm:prSet>
      <dgm:spPr/>
    </dgm:pt>
    <dgm:pt modelId="{3EAD4066-F6A6-459F-8E75-B08CAE5EDEAD}" type="pres">
      <dgm:prSet presAssocID="{7A1C3CA5-E818-4577-86FB-BE9660FCF7F6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B87B6DCB-6CEE-49A8-8A0F-A1B4F09DFE44}" type="pres">
      <dgm:prSet presAssocID="{7A1C3CA5-E818-4577-86FB-BE9660FCF7F6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1090520F-568A-40EC-B349-AB8732BF4F2A}" srcId="{4688C22F-BDD3-4BD1-8311-96C95933569A}" destId="{AD4AB928-7C69-469E-801D-DBB819CFB1A8}" srcOrd="0" destOrd="0" parTransId="{264F7908-ED94-451A-B66E-E86C6CE66CC7}" sibTransId="{9E8E3402-73CD-4238-9CFD-5ABA91B6A9C5}"/>
    <dgm:cxn modelId="{848B9B11-6E61-48EB-A554-97681ADDBFAA}" type="presOf" srcId="{7A1C3CA5-E818-4577-86FB-BE9660FCF7F6}" destId="{3EAD4066-F6A6-459F-8E75-B08CAE5EDEAD}" srcOrd="1" destOrd="0" presId="urn:microsoft.com/office/officeart/2005/8/layout/target3"/>
    <dgm:cxn modelId="{54D95F2B-08D1-42AB-9600-D408BC229C4C}" type="presOf" srcId="{AD4AB928-7C69-469E-801D-DBB819CFB1A8}" destId="{9795714C-6FEB-4F7F-BD41-4B49FD790A2D}" srcOrd="1" destOrd="0" presId="urn:microsoft.com/office/officeart/2005/8/layout/target3"/>
    <dgm:cxn modelId="{E01AA336-A026-4C32-9933-F41CB617C763}" srcId="{7A1C3CA5-E818-4577-86FB-BE9660FCF7F6}" destId="{735F7BC2-2E1B-46AF-8E51-6B2E77BA7AB5}" srcOrd="1" destOrd="0" parTransId="{1221AA21-3D2D-4878-8E53-EE16A5BD60A2}" sibTransId="{8E769BE3-AB2A-4886-AFFE-F789C04811EC}"/>
    <dgm:cxn modelId="{6928225E-83D2-45C5-A6D4-78BDAEB50FC3}" srcId="{99C1E871-D5FF-4603-8DEA-F6FEFABFC42C}" destId="{CDAAEB2A-792C-4899-8FD3-5AEA9E07D242}" srcOrd="1" destOrd="0" parTransId="{AC8AA130-BE8C-41B1-93C9-60294608DB5D}" sibTransId="{07141A32-0FBA-4C8A-9F4D-B6378CA82DF3}"/>
    <dgm:cxn modelId="{D9599A6E-CE7C-4866-8DC4-2A6AD2B39308}" type="presOf" srcId="{735F7BC2-2E1B-46AF-8E51-6B2E77BA7AB5}" destId="{B87B6DCB-6CEE-49A8-8A0F-A1B4F09DFE44}" srcOrd="0" destOrd="1" presId="urn:microsoft.com/office/officeart/2005/8/layout/target3"/>
    <dgm:cxn modelId="{74198654-2BF5-4E07-AE00-7E97C1BCB6E6}" type="presOf" srcId="{73306C9C-9914-414B-A40D-8B85ADFA6DB5}" destId="{11DD3DF6-BA75-4605-892F-DBF07F66BECA}" srcOrd="0" destOrd="0" presId="urn:microsoft.com/office/officeart/2005/8/layout/target3"/>
    <dgm:cxn modelId="{B805D674-BC03-419F-9696-433DD04F2120}" type="presOf" srcId="{9F0DD18E-53E1-4F9F-9E64-9A934B502F9A}" destId="{B87B6DCB-6CEE-49A8-8A0F-A1B4F09DFE44}" srcOrd="0" destOrd="0" presId="urn:microsoft.com/office/officeart/2005/8/layout/target3"/>
    <dgm:cxn modelId="{0CA37956-F8B9-458A-AA7D-98CE86831A64}" srcId="{7A1C3CA5-E818-4577-86FB-BE9660FCF7F6}" destId="{9F0DD18E-53E1-4F9F-9E64-9A934B502F9A}" srcOrd="0" destOrd="0" parTransId="{6A629FDA-492F-43D4-9620-F481BC9C4E15}" sibTransId="{DA73AFB1-E51A-4D92-A542-AC5D11C61CBB}"/>
    <dgm:cxn modelId="{0CA14C7C-D34D-4834-AA53-34F26914FC84}" srcId="{4688C22F-BDD3-4BD1-8311-96C95933569A}" destId="{7A1C3CA5-E818-4577-86FB-BE9660FCF7F6}" srcOrd="2" destOrd="0" parTransId="{9B21B4D1-E6F0-4963-92B7-CE580386DCA5}" sibTransId="{81717FA5-550E-4D4F-932B-520C580C2268}"/>
    <dgm:cxn modelId="{2E9769A5-2FCB-428E-8398-FCF54D6C93A0}" srcId="{4688C22F-BDD3-4BD1-8311-96C95933569A}" destId="{99C1E871-D5FF-4603-8DEA-F6FEFABFC42C}" srcOrd="1" destOrd="0" parTransId="{D6C0F53D-7B1B-40ED-90F2-29B8A821E066}" sibTransId="{29CB2DE6-30EC-43F1-8C2E-7202FA80C034}"/>
    <dgm:cxn modelId="{F1391CAA-5BB5-43DF-B39F-095A23290ED4}" type="presOf" srcId="{7A1C3CA5-E818-4577-86FB-BE9660FCF7F6}" destId="{5B52D1E3-AA8C-418D-BC76-9C477965C332}" srcOrd="0" destOrd="0" presId="urn:microsoft.com/office/officeart/2005/8/layout/target3"/>
    <dgm:cxn modelId="{C2022FB0-3229-4E91-8747-60F4D4917E29}" type="presOf" srcId="{AD4AB928-7C69-469E-801D-DBB819CFB1A8}" destId="{246ED379-3449-47B9-A098-64503DD79377}" srcOrd="0" destOrd="0" presId="urn:microsoft.com/office/officeart/2005/8/layout/target3"/>
    <dgm:cxn modelId="{96CB1EB7-7D71-4CE7-BDB8-6EC9A6CC4574}" type="presOf" srcId="{4475A592-1F8F-4739-A8D7-2FABC4F4D708}" destId="{9FC28DCF-8159-4675-93FB-88E45D95E2FB}" srcOrd="0" destOrd="0" presId="urn:microsoft.com/office/officeart/2005/8/layout/target3"/>
    <dgm:cxn modelId="{475749BA-98C0-40B0-A7F9-E077FFE23B75}" type="presOf" srcId="{99C1E871-D5FF-4603-8DEA-F6FEFABFC42C}" destId="{1E0C93EA-FE74-48A3-AA44-D50E2A491367}" srcOrd="1" destOrd="0" presId="urn:microsoft.com/office/officeart/2005/8/layout/target3"/>
    <dgm:cxn modelId="{D17C0DBE-609F-4EED-8BB6-728B2929FCAE}" type="presOf" srcId="{4688C22F-BDD3-4BD1-8311-96C95933569A}" destId="{36683DAE-557E-493F-949E-DDFBCD939573}" srcOrd="0" destOrd="0" presId="urn:microsoft.com/office/officeart/2005/8/layout/target3"/>
    <dgm:cxn modelId="{D5C48BD6-B264-4D36-8002-B8BE3D54A00B}" srcId="{AD4AB928-7C69-469E-801D-DBB819CFB1A8}" destId="{4475A592-1F8F-4739-A8D7-2FABC4F4D708}" srcOrd="0" destOrd="0" parTransId="{26AF7B02-8EFE-48EF-96A5-74F55ABB637C}" sibTransId="{6A143D5D-FBFB-4A15-B404-70745158177C}"/>
    <dgm:cxn modelId="{926B6BDD-C3C7-47D4-8644-1D478DF9C9FD}" srcId="{99C1E871-D5FF-4603-8DEA-F6FEFABFC42C}" destId="{73306C9C-9914-414B-A40D-8B85ADFA6DB5}" srcOrd="0" destOrd="0" parTransId="{6AC53E99-9EEA-4CE8-9ACE-2FA6DF9FD9C6}" sibTransId="{718CE8E5-2872-4CB8-9864-FDCFBF8940C6}"/>
    <dgm:cxn modelId="{3B4771DD-1865-47C5-A41A-29F219A8383A}" type="presOf" srcId="{99C1E871-D5FF-4603-8DEA-F6FEFABFC42C}" destId="{8EEE7F01-9842-43CD-8990-2E8ACD7B8B40}" srcOrd="0" destOrd="0" presId="urn:microsoft.com/office/officeart/2005/8/layout/target3"/>
    <dgm:cxn modelId="{23932AE2-5B41-41D0-A287-3C3B7147831C}" srcId="{AD4AB928-7C69-469E-801D-DBB819CFB1A8}" destId="{53D64F82-6A27-49A7-BAC7-5A75EB8B5038}" srcOrd="1" destOrd="0" parTransId="{81578D61-314B-49EB-8A73-020F2F371329}" sibTransId="{1C605859-E0CB-4516-99CE-9D6502D51E89}"/>
    <dgm:cxn modelId="{8E5C0EF8-CABB-4EDE-AB3C-C26E2646DC3E}" type="presOf" srcId="{53D64F82-6A27-49A7-BAC7-5A75EB8B5038}" destId="{9FC28DCF-8159-4675-93FB-88E45D95E2FB}" srcOrd="0" destOrd="1" presId="urn:microsoft.com/office/officeart/2005/8/layout/target3"/>
    <dgm:cxn modelId="{5CB680FE-2642-4A90-93A8-6B83D3766F37}" type="presOf" srcId="{CDAAEB2A-792C-4899-8FD3-5AEA9E07D242}" destId="{11DD3DF6-BA75-4605-892F-DBF07F66BECA}" srcOrd="0" destOrd="1" presId="urn:microsoft.com/office/officeart/2005/8/layout/target3"/>
    <dgm:cxn modelId="{01175A46-A7F9-42F7-8C7C-74CC34BB434F}" type="presParOf" srcId="{36683DAE-557E-493F-949E-DDFBCD939573}" destId="{A4026582-4F07-453F-8527-03D0754A3D1A}" srcOrd="0" destOrd="0" presId="urn:microsoft.com/office/officeart/2005/8/layout/target3"/>
    <dgm:cxn modelId="{29C6FAE1-75BF-460C-A5D8-972B324926FC}" type="presParOf" srcId="{36683DAE-557E-493F-949E-DDFBCD939573}" destId="{CFADCE4B-70B7-4FB2-B1C9-B0B1217B117C}" srcOrd="1" destOrd="0" presId="urn:microsoft.com/office/officeart/2005/8/layout/target3"/>
    <dgm:cxn modelId="{CF2EAC44-BA64-4A0C-8853-BCADF2023A0A}" type="presParOf" srcId="{36683DAE-557E-493F-949E-DDFBCD939573}" destId="{246ED379-3449-47B9-A098-64503DD79377}" srcOrd="2" destOrd="0" presId="urn:microsoft.com/office/officeart/2005/8/layout/target3"/>
    <dgm:cxn modelId="{1724CB45-271F-43AE-8511-38605019A81A}" type="presParOf" srcId="{36683DAE-557E-493F-949E-DDFBCD939573}" destId="{9C264DCF-EF4D-4BB5-9695-4577024B85D5}" srcOrd="3" destOrd="0" presId="urn:microsoft.com/office/officeart/2005/8/layout/target3"/>
    <dgm:cxn modelId="{0889D62E-0AF6-42D1-8CF5-A5E159764E8F}" type="presParOf" srcId="{36683DAE-557E-493F-949E-DDFBCD939573}" destId="{A2832E88-E8E4-4BCB-90BA-7804F77A65BA}" srcOrd="4" destOrd="0" presId="urn:microsoft.com/office/officeart/2005/8/layout/target3"/>
    <dgm:cxn modelId="{DB00C770-17A9-47CC-AD91-A49D1B198114}" type="presParOf" srcId="{36683DAE-557E-493F-949E-DDFBCD939573}" destId="{8EEE7F01-9842-43CD-8990-2E8ACD7B8B40}" srcOrd="5" destOrd="0" presId="urn:microsoft.com/office/officeart/2005/8/layout/target3"/>
    <dgm:cxn modelId="{C8E8A7CF-E044-4B8B-AA10-EAFB320EB591}" type="presParOf" srcId="{36683DAE-557E-493F-949E-DDFBCD939573}" destId="{DF187A4F-4016-4025-B574-23D3DA3E5A34}" srcOrd="6" destOrd="0" presId="urn:microsoft.com/office/officeart/2005/8/layout/target3"/>
    <dgm:cxn modelId="{E81AA390-D03D-4D5B-8F2D-9BD07A004C0A}" type="presParOf" srcId="{36683DAE-557E-493F-949E-DDFBCD939573}" destId="{E34D8F5A-80D7-4533-869E-5D15CA9EE81F}" srcOrd="7" destOrd="0" presId="urn:microsoft.com/office/officeart/2005/8/layout/target3"/>
    <dgm:cxn modelId="{E05C6E4D-AA12-4EDA-8CF7-AA3927458C34}" type="presParOf" srcId="{36683DAE-557E-493F-949E-DDFBCD939573}" destId="{5B52D1E3-AA8C-418D-BC76-9C477965C332}" srcOrd="8" destOrd="0" presId="urn:microsoft.com/office/officeart/2005/8/layout/target3"/>
    <dgm:cxn modelId="{0774473B-BF71-43EB-8B9B-0306FDF3058D}" type="presParOf" srcId="{36683DAE-557E-493F-949E-DDFBCD939573}" destId="{9795714C-6FEB-4F7F-BD41-4B49FD790A2D}" srcOrd="9" destOrd="0" presId="urn:microsoft.com/office/officeart/2005/8/layout/target3"/>
    <dgm:cxn modelId="{6C26EB12-103B-4086-8A9D-5D8C3D058F2D}" type="presParOf" srcId="{36683DAE-557E-493F-949E-DDFBCD939573}" destId="{9FC28DCF-8159-4675-93FB-88E45D95E2FB}" srcOrd="10" destOrd="0" presId="urn:microsoft.com/office/officeart/2005/8/layout/target3"/>
    <dgm:cxn modelId="{0B261E3A-DE31-435D-85AE-626DC70FF5C1}" type="presParOf" srcId="{36683DAE-557E-493F-949E-DDFBCD939573}" destId="{1E0C93EA-FE74-48A3-AA44-D50E2A491367}" srcOrd="11" destOrd="0" presId="urn:microsoft.com/office/officeart/2005/8/layout/target3"/>
    <dgm:cxn modelId="{C94F6BFB-5450-474C-818F-9737D2BD6046}" type="presParOf" srcId="{36683DAE-557E-493F-949E-DDFBCD939573}" destId="{11DD3DF6-BA75-4605-892F-DBF07F66BECA}" srcOrd="12" destOrd="0" presId="urn:microsoft.com/office/officeart/2005/8/layout/target3"/>
    <dgm:cxn modelId="{19D9A069-5927-448E-BE67-7E7641AD2D3E}" type="presParOf" srcId="{36683DAE-557E-493F-949E-DDFBCD939573}" destId="{3EAD4066-F6A6-459F-8E75-B08CAE5EDEAD}" srcOrd="13" destOrd="0" presId="urn:microsoft.com/office/officeart/2005/8/layout/target3"/>
    <dgm:cxn modelId="{3B10213A-F26E-4991-9544-943CB6DE6323}" type="presParOf" srcId="{36683DAE-557E-493F-949E-DDFBCD939573}" destId="{B87B6DCB-6CEE-49A8-8A0F-A1B4F09DFE44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441615-41D4-4613-9AFD-AC566721A7B0}" type="doc">
      <dgm:prSet loTypeId="urn:microsoft.com/office/officeart/2009/3/layout/Phased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E268188-CA3F-4F0E-8C79-E2495D6B4D09}">
      <dgm:prSet phldrT="[文本]" phldr="0"/>
      <dgm:spPr/>
      <dgm:t>
        <a:bodyPr/>
        <a:lstStyle/>
        <a:p>
          <a:r>
            <a:rPr lang="en-US" altLang="zh-CN" dirty="0"/>
            <a:t>Phase1</a:t>
          </a:r>
          <a:endParaRPr lang="zh-CN" altLang="en-US" dirty="0"/>
        </a:p>
      </dgm:t>
    </dgm:pt>
    <dgm:pt modelId="{0B0F3DF1-1271-4B01-AFE6-1419E8153AAA}" type="parTrans" cxnId="{0014B8BD-D4E9-4A82-932E-4B07CBF73CE1}">
      <dgm:prSet/>
      <dgm:spPr/>
      <dgm:t>
        <a:bodyPr/>
        <a:lstStyle/>
        <a:p>
          <a:endParaRPr lang="zh-CN" altLang="en-US"/>
        </a:p>
      </dgm:t>
    </dgm:pt>
    <dgm:pt modelId="{36D875F3-7B4C-49A1-B731-D61490CFE92D}" type="sibTrans" cxnId="{0014B8BD-D4E9-4A82-932E-4B07CBF73CE1}">
      <dgm:prSet/>
      <dgm:spPr/>
      <dgm:t>
        <a:bodyPr/>
        <a:lstStyle/>
        <a:p>
          <a:endParaRPr lang="zh-CN" altLang="en-US"/>
        </a:p>
      </dgm:t>
    </dgm:pt>
    <dgm:pt modelId="{7A32688C-A840-46CD-A29D-D3EED473CCB3}">
      <dgm:prSet phldrT="[文本]" phldr="0"/>
      <dgm:spPr/>
      <dgm:t>
        <a:bodyPr/>
        <a:lstStyle/>
        <a:p>
          <a:r>
            <a:rPr lang="en-US" altLang="zh-CN" dirty="0"/>
            <a:t>P1</a:t>
          </a:r>
          <a:endParaRPr lang="zh-CN" altLang="en-US" dirty="0"/>
        </a:p>
      </dgm:t>
    </dgm:pt>
    <dgm:pt modelId="{C6739167-7C40-4ED1-9810-6977C3E56676}" type="parTrans" cxnId="{094E087D-ED5B-4737-864E-1EA14374CCD1}">
      <dgm:prSet/>
      <dgm:spPr/>
      <dgm:t>
        <a:bodyPr/>
        <a:lstStyle/>
        <a:p>
          <a:endParaRPr lang="zh-CN" altLang="en-US"/>
        </a:p>
      </dgm:t>
    </dgm:pt>
    <dgm:pt modelId="{72A81480-9553-4160-A1A0-CDF98E810E67}" type="sibTrans" cxnId="{094E087D-ED5B-4737-864E-1EA14374CCD1}">
      <dgm:prSet/>
      <dgm:spPr/>
      <dgm:t>
        <a:bodyPr/>
        <a:lstStyle/>
        <a:p>
          <a:endParaRPr lang="zh-CN" altLang="en-US"/>
        </a:p>
      </dgm:t>
    </dgm:pt>
    <dgm:pt modelId="{096A80A6-F4D9-4970-A7EB-D0189077A13C}">
      <dgm:prSet phldrT="[文本]" phldr="0"/>
      <dgm:spPr/>
      <dgm:t>
        <a:bodyPr/>
        <a:lstStyle/>
        <a:p>
          <a:r>
            <a:rPr lang="en-US" altLang="zh-CN" dirty="0"/>
            <a:t>P2</a:t>
          </a:r>
          <a:endParaRPr lang="zh-CN" altLang="en-US" dirty="0"/>
        </a:p>
      </dgm:t>
    </dgm:pt>
    <dgm:pt modelId="{052A7BAD-A440-4599-98DF-1945234D8A0D}" type="parTrans" cxnId="{C0F70FF6-A6BD-4837-A7D2-C3D3271E5B25}">
      <dgm:prSet/>
      <dgm:spPr/>
      <dgm:t>
        <a:bodyPr/>
        <a:lstStyle/>
        <a:p>
          <a:endParaRPr lang="zh-CN" altLang="en-US"/>
        </a:p>
      </dgm:t>
    </dgm:pt>
    <dgm:pt modelId="{05053251-B353-480E-B2E0-B70BB1B76FF2}" type="sibTrans" cxnId="{C0F70FF6-A6BD-4837-A7D2-C3D3271E5B25}">
      <dgm:prSet/>
      <dgm:spPr/>
      <dgm:t>
        <a:bodyPr/>
        <a:lstStyle/>
        <a:p>
          <a:endParaRPr lang="zh-CN" altLang="en-US"/>
        </a:p>
      </dgm:t>
    </dgm:pt>
    <dgm:pt modelId="{EA88E7DB-CCBE-40BD-8390-ECA46E325CC1}">
      <dgm:prSet phldrT="[文本]" phldr="0"/>
      <dgm:spPr/>
      <dgm:t>
        <a:bodyPr/>
        <a:lstStyle/>
        <a:p>
          <a:r>
            <a:rPr lang="en-US" altLang="zh-CN" dirty="0"/>
            <a:t>P3</a:t>
          </a:r>
          <a:endParaRPr lang="zh-CN" altLang="en-US" dirty="0"/>
        </a:p>
      </dgm:t>
    </dgm:pt>
    <dgm:pt modelId="{02834CB4-E4C5-42AF-BFFF-AEDC32839462}" type="parTrans" cxnId="{0E708900-EEC7-4C66-A2C7-D057302A6112}">
      <dgm:prSet/>
      <dgm:spPr/>
      <dgm:t>
        <a:bodyPr/>
        <a:lstStyle/>
        <a:p>
          <a:endParaRPr lang="zh-CN" altLang="en-US"/>
        </a:p>
      </dgm:t>
    </dgm:pt>
    <dgm:pt modelId="{5B6E3514-3D01-4230-A9A3-43F353E971ED}" type="sibTrans" cxnId="{0E708900-EEC7-4C66-A2C7-D057302A6112}">
      <dgm:prSet/>
      <dgm:spPr/>
      <dgm:t>
        <a:bodyPr/>
        <a:lstStyle/>
        <a:p>
          <a:endParaRPr lang="zh-CN" altLang="en-US"/>
        </a:p>
      </dgm:t>
    </dgm:pt>
    <dgm:pt modelId="{6E76B01D-B063-4053-B25E-CC895C0B347C}">
      <dgm:prSet phldrT="[文本]" phldr="0"/>
      <dgm:spPr/>
      <dgm:t>
        <a:bodyPr/>
        <a:lstStyle/>
        <a:p>
          <a:r>
            <a:rPr lang="en-US" altLang="zh-CN" dirty="0"/>
            <a:t>Phase2</a:t>
          </a:r>
          <a:endParaRPr lang="zh-CN" altLang="en-US" dirty="0"/>
        </a:p>
      </dgm:t>
    </dgm:pt>
    <dgm:pt modelId="{B4BA78A5-3FC1-43B7-8A24-330CC8F7B8C0}" type="parTrans" cxnId="{13E0797F-EF43-4FA8-8D8F-B17052498CF5}">
      <dgm:prSet/>
      <dgm:spPr/>
      <dgm:t>
        <a:bodyPr/>
        <a:lstStyle/>
        <a:p>
          <a:endParaRPr lang="zh-CN" altLang="en-US"/>
        </a:p>
      </dgm:t>
    </dgm:pt>
    <dgm:pt modelId="{986B59D7-F60D-4CB7-925E-F2FE00431D93}" type="sibTrans" cxnId="{13E0797F-EF43-4FA8-8D8F-B17052498CF5}">
      <dgm:prSet/>
      <dgm:spPr/>
      <dgm:t>
        <a:bodyPr/>
        <a:lstStyle/>
        <a:p>
          <a:endParaRPr lang="zh-CN" altLang="en-US"/>
        </a:p>
      </dgm:t>
    </dgm:pt>
    <dgm:pt modelId="{1FD964E6-0820-4E89-9685-9F32DF751A38}">
      <dgm:prSet phldrT="[文本]" phldr="0"/>
      <dgm:spPr/>
      <dgm:t>
        <a:bodyPr/>
        <a:lstStyle/>
        <a:p>
          <a:r>
            <a:rPr lang="en-US" altLang="zh-CN" dirty="0"/>
            <a:t>P5</a:t>
          </a:r>
          <a:endParaRPr lang="zh-CN" altLang="en-US" dirty="0"/>
        </a:p>
      </dgm:t>
    </dgm:pt>
    <dgm:pt modelId="{F61A34AD-7F81-4C6F-ACCE-2152CF1F375B}" type="parTrans" cxnId="{6159B50A-F147-4F58-B7D2-432CE98B0119}">
      <dgm:prSet/>
      <dgm:spPr/>
      <dgm:t>
        <a:bodyPr/>
        <a:lstStyle/>
        <a:p>
          <a:endParaRPr lang="zh-CN" altLang="en-US"/>
        </a:p>
      </dgm:t>
    </dgm:pt>
    <dgm:pt modelId="{88D61E07-A04B-47B8-95FE-E834739054C6}" type="sibTrans" cxnId="{6159B50A-F147-4F58-B7D2-432CE98B0119}">
      <dgm:prSet/>
      <dgm:spPr/>
      <dgm:t>
        <a:bodyPr/>
        <a:lstStyle/>
        <a:p>
          <a:endParaRPr lang="zh-CN" altLang="en-US"/>
        </a:p>
      </dgm:t>
    </dgm:pt>
    <dgm:pt modelId="{C713627C-78A9-4272-90C6-C590EFD22608}">
      <dgm:prSet phldrT="[文本]" phldr="0"/>
      <dgm:spPr/>
      <dgm:t>
        <a:bodyPr/>
        <a:lstStyle/>
        <a:p>
          <a:r>
            <a:rPr lang="en-US" altLang="zh-CN" dirty="0"/>
            <a:t>P6</a:t>
          </a:r>
          <a:endParaRPr lang="zh-CN" altLang="en-US" dirty="0"/>
        </a:p>
      </dgm:t>
    </dgm:pt>
    <dgm:pt modelId="{6F5832A4-CFF7-4F02-B6E3-5EFE08E60EEB}" type="parTrans" cxnId="{348E0CE7-DDF1-4C2A-8A6F-7FE6A409C2DA}">
      <dgm:prSet/>
      <dgm:spPr/>
      <dgm:t>
        <a:bodyPr/>
        <a:lstStyle/>
        <a:p>
          <a:endParaRPr lang="zh-CN" altLang="en-US"/>
        </a:p>
      </dgm:t>
    </dgm:pt>
    <dgm:pt modelId="{7958A600-F7AF-44C1-8415-2D56054C899F}" type="sibTrans" cxnId="{348E0CE7-DDF1-4C2A-8A6F-7FE6A409C2DA}">
      <dgm:prSet/>
      <dgm:spPr/>
      <dgm:t>
        <a:bodyPr/>
        <a:lstStyle/>
        <a:p>
          <a:endParaRPr lang="zh-CN" altLang="en-US"/>
        </a:p>
      </dgm:t>
    </dgm:pt>
    <dgm:pt modelId="{DC0E1FF9-BBFF-493C-9746-8B230D0494C7}">
      <dgm:prSet phldrT="[文本]" phldr="0"/>
      <dgm:spPr/>
      <dgm:t>
        <a:bodyPr/>
        <a:lstStyle/>
        <a:p>
          <a:r>
            <a:rPr lang="en-US" altLang="zh-CN" dirty="0"/>
            <a:t>Phase3</a:t>
          </a:r>
          <a:endParaRPr lang="zh-CN" altLang="en-US" dirty="0"/>
        </a:p>
      </dgm:t>
    </dgm:pt>
    <dgm:pt modelId="{D211F1CB-F5B2-4B52-AC18-45DC7810E361}" type="parTrans" cxnId="{97E88B8A-0852-483C-93D1-61DEDEF50C15}">
      <dgm:prSet/>
      <dgm:spPr/>
      <dgm:t>
        <a:bodyPr/>
        <a:lstStyle/>
        <a:p>
          <a:endParaRPr lang="zh-CN" altLang="en-US"/>
        </a:p>
      </dgm:t>
    </dgm:pt>
    <dgm:pt modelId="{61A8F857-6810-42E5-88C0-BC32DE5A8FE6}" type="sibTrans" cxnId="{97E88B8A-0852-483C-93D1-61DEDEF50C15}">
      <dgm:prSet/>
      <dgm:spPr/>
      <dgm:t>
        <a:bodyPr/>
        <a:lstStyle/>
        <a:p>
          <a:endParaRPr lang="zh-CN" altLang="en-US"/>
        </a:p>
      </dgm:t>
    </dgm:pt>
    <dgm:pt modelId="{1EE29BD1-4D3B-47E1-B9EE-68F14E6955BF}">
      <dgm:prSet phldrT="[文本]" phldr="0"/>
      <dgm:spPr/>
      <dgm:t>
        <a:bodyPr/>
        <a:lstStyle/>
        <a:p>
          <a:r>
            <a:rPr lang="en-US" altLang="zh-CN" dirty="0"/>
            <a:t>P8</a:t>
          </a:r>
          <a:endParaRPr lang="zh-CN" altLang="en-US" dirty="0"/>
        </a:p>
      </dgm:t>
    </dgm:pt>
    <dgm:pt modelId="{629B853F-A313-4244-85D9-402244D5599B}" type="parTrans" cxnId="{F21C1F17-63D2-4C0C-92C3-5D993082D9D3}">
      <dgm:prSet/>
      <dgm:spPr/>
      <dgm:t>
        <a:bodyPr/>
        <a:lstStyle/>
        <a:p>
          <a:endParaRPr lang="zh-CN" altLang="en-US"/>
        </a:p>
      </dgm:t>
    </dgm:pt>
    <dgm:pt modelId="{93A32E21-18C5-49EC-900C-D01DEDE0A408}" type="sibTrans" cxnId="{F21C1F17-63D2-4C0C-92C3-5D993082D9D3}">
      <dgm:prSet/>
      <dgm:spPr/>
      <dgm:t>
        <a:bodyPr/>
        <a:lstStyle/>
        <a:p>
          <a:endParaRPr lang="zh-CN" altLang="en-US"/>
        </a:p>
      </dgm:t>
    </dgm:pt>
    <dgm:pt modelId="{E732E4D0-6D30-41A7-B900-1F2A980126B8}" type="pres">
      <dgm:prSet presAssocID="{73441615-41D4-4613-9AFD-AC566721A7B0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A103C4DB-C444-4CD9-ACFE-5AC4B5EE569D}" type="pres">
      <dgm:prSet presAssocID="{73441615-41D4-4613-9AFD-AC566721A7B0}" presName="arc1" presStyleLbl="node1" presStyleIdx="0" presStyleCnt="4"/>
      <dgm:spPr/>
    </dgm:pt>
    <dgm:pt modelId="{C18782D1-AF74-469F-8135-3347E1EA1406}" type="pres">
      <dgm:prSet presAssocID="{73441615-41D4-4613-9AFD-AC566721A7B0}" presName="arc3" presStyleLbl="node1" presStyleIdx="1" presStyleCnt="4"/>
      <dgm:spPr/>
    </dgm:pt>
    <dgm:pt modelId="{E43D8FA6-E78A-497A-84E7-6A83ABA2D9BA}" type="pres">
      <dgm:prSet presAssocID="{73441615-41D4-4613-9AFD-AC566721A7B0}" presName="parentText2" presStyleLbl="revTx" presStyleIdx="0" presStyleCnt="3">
        <dgm:presLayoutVars>
          <dgm:chMax val="4"/>
          <dgm:chPref val="3"/>
          <dgm:bulletEnabled val="1"/>
        </dgm:presLayoutVars>
      </dgm:prSet>
      <dgm:spPr/>
    </dgm:pt>
    <dgm:pt modelId="{2D86F0D2-BC10-4235-AB63-252A95C76E50}" type="pres">
      <dgm:prSet presAssocID="{73441615-41D4-4613-9AFD-AC566721A7B0}" presName="arc2" presStyleLbl="node1" presStyleIdx="2" presStyleCnt="4"/>
      <dgm:spPr/>
    </dgm:pt>
    <dgm:pt modelId="{60E79C27-C4CC-4CF7-9DE6-39FEA28B0E98}" type="pres">
      <dgm:prSet presAssocID="{73441615-41D4-4613-9AFD-AC566721A7B0}" presName="arc4" presStyleLbl="node1" presStyleIdx="3" presStyleCnt="4"/>
      <dgm:spPr/>
    </dgm:pt>
    <dgm:pt modelId="{C6B22633-4073-427C-820C-598A9545F5B8}" type="pres">
      <dgm:prSet presAssocID="{73441615-41D4-4613-9AFD-AC566721A7B0}" presName="parentText3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66FB8ACE-679A-4665-B7C0-27C8EB166A8D}" type="pres">
      <dgm:prSet presAssocID="{73441615-41D4-4613-9AFD-AC566721A7B0}" presName="middleComposite" presStyleCnt="0"/>
      <dgm:spPr/>
    </dgm:pt>
    <dgm:pt modelId="{5A334985-66C7-4777-982A-67F73FAA034F}" type="pres">
      <dgm:prSet presAssocID="{1FD964E6-0820-4E89-9685-9F32DF751A38}" presName="circ1" presStyleLbl="vennNode1" presStyleIdx="0" presStyleCnt="8"/>
      <dgm:spPr/>
    </dgm:pt>
    <dgm:pt modelId="{7173A814-E141-42AD-AF73-A9451B3DD205}" type="pres">
      <dgm:prSet presAssocID="{1FD964E6-0820-4E89-9685-9F32DF751A38}" presName="circ1Tx" presStyleLbl="revTx" presStyleIdx="1" presStyleCnt="3">
        <dgm:presLayoutVars>
          <dgm:chMax val="0"/>
          <dgm:chPref val="0"/>
        </dgm:presLayoutVars>
      </dgm:prSet>
      <dgm:spPr/>
    </dgm:pt>
    <dgm:pt modelId="{B8E87D12-3779-41EE-859D-B5FB95D7B91D}" type="pres">
      <dgm:prSet presAssocID="{C713627C-78A9-4272-90C6-C590EFD22608}" presName="circ2" presStyleLbl="vennNode1" presStyleIdx="1" presStyleCnt="8"/>
      <dgm:spPr/>
    </dgm:pt>
    <dgm:pt modelId="{93DAE4EF-EEA4-41CD-AA1E-D99A075409EB}" type="pres">
      <dgm:prSet presAssocID="{C713627C-78A9-4272-90C6-C590EFD22608}" presName="circ2Tx" presStyleLbl="revTx" presStyleIdx="1" presStyleCnt="3">
        <dgm:presLayoutVars>
          <dgm:chMax val="0"/>
          <dgm:chPref val="0"/>
        </dgm:presLayoutVars>
      </dgm:prSet>
      <dgm:spPr/>
    </dgm:pt>
    <dgm:pt modelId="{71014393-C976-46AA-A0AC-930BE6F256A7}" type="pres">
      <dgm:prSet presAssocID="{73441615-41D4-4613-9AFD-AC566721A7B0}" presName="leftComposite" presStyleCnt="0"/>
      <dgm:spPr/>
    </dgm:pt>
    <dgm:pt modelId="{F69164E3-0F99-4AEA-B860-17264CC5F6E4}" type="pres">
      <dgm:prSet presAssocID="{7A32688C-A840-46CD-A29D-D3EED473CCB3}" presName="childText1_1" presStyleLbl="vennNode1" presStyleIdx="2" presStyleCnt="8">
        <dgm:presLayoutVars>
          <dgm:chMax val="0"/>
          <dgm:chPref val="0"/>
        </dgm:presLayoutVars>
      </dgm:prSet>
      <dgm:spPr/>
    </dgm:pt>
    <dgm:pt modelId="{B6E7B993-D442-429E-ADD2-0FF657E21CCC}" type="pres">
      <dgm:prSet presAssocID="{7A32688C-A840-46CD-A29D-D3EED473CCB3}" presName="ellipse1" presStyleLbl="vennNode1" presStyleIdx="3" presStyleCnt="8"/>
      <dgm:spPr/>
    </dgm:pt>
    <dgm:pt modelId="{2BB8793B-A30D-419B-BC8E-2D57622C1AB8}" type="pres">
      <dgm:prSet presAssocID="{7A32688C-A840-46CD-A29D-D3EED473CCB3}" presName="ellipse2" presStyleLbl="vennNode1" presStyleIdx="4" presStyleCnt="8"/>
      <dgm:spPr/>
    </dgm:pt>
    <dgm:pt modelId="{BA3E0DEB-78EE-4CA0-8610-669B1265EF7E}" type="pres">
      <dgm:prSet presAssocID="{096A80A6-F4D9-4970-A7EB-D0189077A13C}" presName="childText1_2" presStyleLbl="vennNode1" presStyleIdx="5" presStyleCnt="8">
        <dgm:presLayoutVars>
          <dgm:chMax val="0"/>
          <dgm:chPref val="0"/>
        </dgm:presLayoutVars>
      </dgm:prSet>
      <dgm:spPr/>
    </dgm:pt>
    <dgm:pt modelId="{AA614B56-CBDD-4057-8408-BB18DEE36953}" type="pres">
      <dgm:prSet presAssocID="{096A80A6-F4D9-4970-A7EB-D0189077A13C}" presName="ellipse3" presStyleLbl="vennNode1" presStyleIdx="6" presStyleCnt="8"/>
      <dgm:spPr/>
    </dgm:pt>
    <dgm:pt modelId="{21512BBD-C582-44FC-BF1E-114A8982BB92}" type="pres">
      <dgm:prSet presAssocID="{EA88E7DB-CCBE-40BD-8390-ECA46E325CC1}" presName="childText1_3" presStyleLbl="vennNode1" presStyleIdx="7" presStyleCnt="8">
        <dgm:presLayoutVars>
          <dgm:chMax val="0"/>
          <dgm:chPref val="0"/>
        </dgm:presLayoutVars>
      </dgm:prSet>
      <dgm:spPr/>
    </dgm:pt>
    <dgm:pt modelId="{7C04152B-0D27-4E4A-9D8C-9FD6B9605D6E}" type="pres">
      <dgm:prSet presAssocID="{73441615-41D4-4613-9AFD-AC566721A7B0}" presName="rightChild" presStyleLbl="node2" presStyleIdx="0" presStyleCnt="1">
        <dgm:presLayoutVars>
          <dgm:chMax val="0"/>
          <dgm:chPref val="0"/>
        </dgm:presLayoutVars>
      </dgm:prSet>
      <dgm:spPr/>
    </dgm:pt>
    <dgm:pt modelId="{4948318B-D01A-4A35-B1B4-16170C2B2105}" type="pres">
      <dgm:prSet presAssocID="{73441615-41D4-4613-9AFD-AC566721A7B0}" presName="parentText1" presStyleLbl="revTx" presStyleIdx="2" presStyleCnt="3">
        <dgm:presLayoutVars>
          <dgm:chMax val="4"/>
          <dgm:chPref val="3"/>
          <dgm:bulletEnabled val="1"/>
        </dgm:presLayoutVars>
      </dgm:prSet>
      <dgm:spPr/>
    </dgm:pt>
  </dgm:ptLst>
  <dgm:cxnLst>
    <dgm:cxn modelId="{0E708900-EEC7-4C66-A2C7-D057302A6112}" srcId="{AE268188-CA3F-4F0E-8C79-E2495D6B4D09}" destId="{EA88E7DB-CCBE-40BD-8390-ECA46E325CC1}" srcOrd="2" destOrd="0" parTransId="{02834CB4-E4C5-42AF-BFFF-AEDC32839462}" sibTransId="{5B6E3514-3D01-4230-A9A3-43F353E971ED}"/>
    <dgm:cxn modelId="{13B5420A-4CCB-4B24-B42F-F835F299F579}" type="presOf" srcId="{73441615-41D4-4613-9AFD-AC566721A7B0}" destId="{E732E4D0-6D30-41A7-B900-1F2A980126B8}" srcOrd="0" destOrd="0" presId="urn:microsoft.com/office/officeart/2009/3/layout/PhasedProcess"/>
    <dgm:cxn modelId="{6159B50A-F147-4F58-B7D2-432CE98B0119}" srcId="{6E76B01D-B063-4053-B25E-CC895C0B347C}" destId="{1FD964E6-0820-4E89-9685-9F32DF751A38}" srcOrd="0" destOrd="0" parTransId="{F61A34AD-7F81-4C6F-ACCE-2152CF1F375B}" sibTransId="{88D61E07-A04B-47B8-95FE-E834739054C6}"/>
    <dgm:cxn modelId="{95EBA711-E616-48C0-8519-C9410843299C}" type="presOf" srcId="{EA88E7DB-CCBE-40BD-8390-ECA46E325CC1}" destId="{21512BBD-C582-44FC-BF1E-114A8982BB92}" srcOrd="0" destOrd="0" presId="urn:microsoft.com/office/officeart/2009/3/layout/PhasedProcess"/>
    <dgm:cxn modelId="{2A952A13-01D8-440B-9AEE-BCC23B05713A}" type="presOf" srcId="{1FD964E6-0820-4E89-9685-9F32DF751A38}" destId="{5A334985-66C7-4777-982A-67F73FAA034F}" srcOrd="0" destOrd="0" presId="urn:microsoft.com/office/officeart/2009/3/layout/PhasedProcess"/>
    <dgm:cxn modelId="{7D76C715-A18E-48D3-9A70-11DDDEA29246}" type="presOf" srcId="{6E76B01D-B063-4053-B25E-CC895C0B347C}" destId="{E43D8FA6-E78A-497A-84E7-6A83ABA2D9BA}" srcOrd="0" destOrd="0" presId="urn:microsoft.com/office/officeart/2009/3/layout/PhasedProcess"/>
    <dgm:cxn modelId="{F21C1F17-63D2-4C0C-92C3-5D993082D9D3}" srcId="{DC0E1FF9-BBFF-493C-9746-8B230D0494C7}" destId="{1EE29BD1-4D3B-47E1-B9EE-68F14E6955BF}" srcOrd="0" destOrd="0" parTransId="{629B853F-A313-4244-85D9-402244D5599B}" sibTransId="{93A32E21-18C5-49EC-900C-D01DEDE0A408}"/>
    <dgm:cxn modelId="{0DFC9E1D-DD8B-44B9-AA7D-6BB18A90D380}" type="presOf" srcId="{AE268188-CA3F-4F0E-8C79-E2495D6B4D09}" destId="{4948318B-D01A-4A35-B1B4-16170C2B2105}" srcOrd="0" destOrd="0" presId="urn:microsoft.com/office/officeart/2009/3/layout/PhasedProcess"/>
    <dgm:cxn modelId="{7073922E-9E61-4339-87BC-68DA3BCFD084}" type="presOf" srcId="{1FD964E6-0820-4E89-9685-9F32DF751A38}" destId="{7173A814-E141-42AD-AF73-A9451B3DD205}" srcOrd="1" destOrd="0" presId="urn:microsoft.com/office/officeart/2009/3/layout/PhasedProcess"/>
    <dgm:cxn modelId="{094E087D-ED5B-4737-864E-1EA14374CCD1}" srcId="{AE268188-CA3F-4F0E-8C79-E2495D6B4D09}" destId="{7A32688C-A840-46CD-A29D-D3EED473CCB3}" srcOrd="0" destOrd="0" parTransId="{C6739167-7C40-4ED1-9810-6977C3E56676}" sibTransId="{72A81480-9553-4160-A1A0-CDF98E810E67}"/>
    <dgm:cxn modelId="{13E0797F-EF43-4FA8-8D8F-B17052498CF5}" srcId="{73441615-41D4-4613-9AFD-AC566721A7B0}" destId="{6E76B01D-B063-4053-B25E-CC895C0B347C}" srcOrd="1" destOrd="0" parTransId="{B4BA78A5-3FC1-43B7-8A24-330CC8F7B8C0}" sibTransId="{986B59D7-F60D-4CB7-925E-F2FE00431D93}"/>
    <dgm:cxn modelId="{1EE66584-CE08-4026-B6FE-DB61CABC56B2}" type="presOf" srcId="{096A80A6-F4D9-4970-A7EB-D0189077A13C}" destId="{BA3E0DEB-78EE-4CA0-8610-669B1265EF7E}" srcOrd="0" destOrd="0" presId="urn:microsoft.com/office/officeart/2009/3/layout/PhasedProcess"/>
    <dgm:cxn modelId="{97E88B8A-0852-483C-93D1-61DEDEF50C15}" srcId="{73441615-41D4-4613-9AFD-AC566721A7B0}" destId="{DC0E1FF9-BBFF-493C-9746-8B230D0494C7}" srcOrd="2" destOrd="0" parTransId="{D211F1CB-F5B2-4B52-AC18-45DC7810E361}" sibTransId="{61A8F857-6810-42E5-88C0-BC32DE5A8FE6}"/>
    <dgm:cxn modelId="{3A2A908E-E26B-45D3-B755-342CB821C937}" type="presOf" srcId="{1EE29BD1-4D3B-47E1-B9EE-68F14E6955BF}" destId="{7C04152B-0D27-4E4A-9D8C-9FD6B9605D6E}" srcOrd="0" destOrd="0" presId="urn:microsoft.com/office/officeart/2009/3/layout/PhasedProcess"/>
    <dgm:cxn modelId="{705AFA8F-BE84-440E-83A8-051DDE0D5A48}" type="presOf" srcId="{7A32688C-A840-46CD-A29D-D3EED473CCB3}" destId="{F69164E3-0F99-4AEA-B860-17264CC5F6E4}" srcOrd="0" destOrd="0" presId="urn:microsoft.com/office/officeart/2009/3/layout/PhasedProcess"/>
    <dgm:cxn modelId="{2DAE29A8-D89C-431C-A128-797AD67F789B}" type="presOf" srcId="{C713627C-78A9-4272-90C6-C590EFD22608}" destId="{B8E87D12-3779-41EE-859D-B5FB95D7B91D}" srcOrd="0" destOrd="0" presId="urn:microsoft.com/office/officeart/2009/3/layout/PhasedProcess"/>
    <dgm:cxn modelId="{0014B8BD-D4E9-4A82-932E-4B07CBF73CE1}" srcId="{73441615-41D4-4613-9AFD-AC566721A7B0}" destId="{AE268188-CA3F-4F0E-8C79-E2495D6B4D09}" srcOrd="0" destOrd="0" parTransId="{0B0F3DF1-1271-4B01-AFE6-1419E8153AAA}" sibTransId="{36D875F3-7B4C-49A1-B731-D61490CFE92D}"/>
    <dgm:cxn modelId="{502674D2-C01D-43D8-80B3-28FF10531BFA}" type="presOf" srcId="{DC0E1FF9-BBFF-493C-9746-8B230D0494C7}" destId="{C6B22633-4073-427C-820C-598A9545F5B8}" srcOrd="0" destOrd="0" presId="urn:microsoft.com/office/officeart/2009/3/layout/PhasedProcess"/>
    <dgm:cxn modelId="{2C1C30DC-8F46-4A79-873F-B4163F0FD17F}" type="presOf" srcId="{C713627C-78A9-4272-90C6-C590EFD22608}" destId="{93DAE4EF-EEA4-41CD-AA1E-D99A075409EB}" srcOrd="1" destOrd="0" presId="urn:microsoft.com/office/officeart/2009/3/layout/PhasedProcess"/>
    <dgm:cxn modelId="{348E0CE7-DDF1-4C2A-8A6F-7FE6A409C2DA}" srcId="{6E76B01D-B063-4053-B25E-CC895C0B347C}" destId="{C713627C-78A9-4272-90C6-C590EFD22608}" srcOrd="1" destOrd="0" parTransId="{6F5832A4-CFF7-4F02-B6E3-5EFE08E60EEB}" sibTransId="{7958A600-F7AF-44C1-8415-2D56054C899F}"/>
    <dgm:cxn modelId="{C0F70FF6-A6BD-4837-A7D2-C3D3271E5B25}" srcId="{AE268188-CA3F-4F0E-8C79-E2495D6B4D09}" destId="{096A80A6-F4D9-4970-A7EB-D0189077A13C}" srcOrd="1" destOrd="0" parTransId="{052A7BAD-A440-4599-98DF-1945234D8A0D}" sibTransId="{05053251-B353-480E-B2E0-B70BB1B76FF2}"/>
    <dgm:cxn modelId="{1CF1A8DB-4D96-4752-847D-AB335BE4C259}" type="presParOf" srcId="{E732E4D0-6D30-41A7-B900-1F2A980126B8}" destId="{A103C4DB-C444-4CD9-ACFE-5AC4B5EE569D}" srcOrd="0" destOrd="0" presId="urn:microsoft.com/office/officeart/2009/3/layout/PhasedProcess"/>
    <dgm:cxn modelId="{9B0F998A-5CBE-467A-BED8-3742F7DF2EC5}" type="presParOf" srcId="{E732E4D0-6D30-41A7-B900-1F2A980126B8}" destId="{C18782D1-AF74-469F-8135-3347E1EA1406}" srcOrd="1" destOrd="0" presId="urn:microsoft.com/office/officeart/2009/3/layout/PhasedProcess"/>
    <dgm:cxn modelId="{ECA9EDB3-B558-40B3-9FAE-79822EF8FFBC}" type="presParOf" srcId="{E732E4D0-6D30-41A7-B900-1F2A980126B8}" destId="{E43D8FA6-E78A-497A-84E7-6A83ABA2D9BA}" srcOrd="2" destOrd="0" presId="urn:microsoft.com/office/officeart/2009/3/layout/PhasedProcess"/>
    <dgm:cxn modelId="{72722C97-4201-451A-86BD-36EDED1AB45A}" type="presParOf" srcId="{E732E4D0-6D30-41A7-B900-1F2A980126B8}" destId="{2D86F0D2-BC10-4235-AB63-252A95C76E50}" srcOrd="3" destOrd="0" presId="urn:microsoft.com/office/officeart/2009/3/layout/PhasedProcess"/>
    <dgm:cxn modelId="{9334815B-4EBD-481E-B4EB-AF933553671E}" type="presParOf" srcId="{E732E4D0-6D30-41A7-B900-1F2A980126B8}" destId="{60E79C27-C4CC-4CF7-9DE6-39FEA28B0E98}" srcOrd="4" destOrd="0" presId="urn:microsoft.com/office/officeart/2009/3/layout/PhasedProcess"/>
    <dgm:cxn modelId="{8D57D94C-5751-4A27-A6BE-E6C43F22C907}" type="presParOf" srcId="{E732E4D0-6D30-41A7-B900-1F2A980126B8}" destId="{C6B22633-4073-427C-820C-598A9545F5B8}" srcOrd="5" destOrd="0" presId="urn:microsoft.com/office/officeart/2009/3/layout/PhasedProcess"/>
    <dgm:cxn modelId="{26B0C720-DD23-4A10-85FD-2EE273E51AC7}" type="presParOf" srcId="{E732E4D0-6D30-41A7-B900-1F2A980126B8}" destId="{66FB8ACE-679A-4665-B7C0-27C8EB166A8D}" srcOrd="6" destOrd="0" presId="urn:microsoft.com/office/officeart/2009/3/layout/PhasedProcess"/>
    <dgm:cxn modelId="{C2FA69A2-ABC8-4C4E-A7CF-6F9044E42876}" type="presParOf" srcId="{66FB8ACE-679A-4665-B7C0-27C8EB166A8D}" destId="{5A334985-66C7-4777-982A-67F73FAA034F}" srcOrd="0" destOrd="0" presId="urn:microsoft.com/office/officeart/2009/3/layout/PhasedProcess"/>
    <dgm:cxn modelId="{068288DE-85ED-4ADD-A655-B21D3D244F43}" type="presParOf" srcId="{66FB8ACE-679A-4665-B7C0-27C8EB166A8D}" destId="{7173A814-E141-42AD-AF73-A9451B3DD205}" srcOrd="1" destOrd="0" presId="urn:microsoft.com/office/officeart/2009/3/layout/PhasedProcess"/>
    <dgm:cxn modelId="{173477F7-0262-4589-A178-76BFE88B9F8E}" type="presParOf" srcId="{66FB8ACE-679A-4665-B7C0-27C8EB166A8D}" destId="{B8E87D12-3779-41EE-859D-B5FB95D7B91D}" srcOrd="2" destOrd="0" presId="urn:microsoft.com/office/officeart/2009/3/layout/PhasedProcess"/>
    <dgm:cxn modelId="{29173EF9-7317-4900-BE19-BAD4CCE435F6}" type="presParOf" srcId="{66FB8ACE-679A-4665-B7C0-27C8EB166A8D}" destId="{93DAE4EF-EEA4-41CD-AA1E-D99A075409EB}" srcOrd="3" destOrd="0" presId="urn:microsoft.com/office/officeart/2009/3/layout/PhasedProcess"/>
    <dgm:cxn modelId="{CB3F4D90-E8B6-48F5-BD2E-431294403277}" type="presParOf" srcId="{E732E4D0-6D30-41A7-B900-1F2A980126B8}" destId="{71014393-C976-46AA-A0AC-930BE6F256A7}" srcOrd="7" destOrd="0" presId="urn:microsoft.com/office/officeart/2009/3/layout/PhasedProcess"/>
    <dgm:cxn modelId="{048B4D1B-F0B2-4BB7-9E0E-8F790701D492}" type="presParOf" srcId="{71014393-C976-46AA-A0AC-930BE6F256A7}" destId="{F69164E3-0F99-4AEA-B860-17264CC5F6E4}" srcOrd="0" destOrd="0" presId="urn:microsoft.com/office/officeart/2009/3/layout/PhasedProcess"/>
    <dgm:cxn modelId="{53CF037E-A540-49E3-B927-38C476241C5B}" type="presParOf" srcId="{71014393-C976-46AA-A0AC-930BE6F256A7}" destId="{B6E7B993-D442-429E-ADD2-0FF657E21CCC}" srcOrd="1" destOrd="0" presId="urn:microsoft.com/office/officeart/2009/3/layout/PhasedProcess"/>
    <dgm:cxn modelId="{E75042E6-36CF-4BA8-9CD9-B1D88E0282AC}" type="presParOf" srcId="{71014393-C976-46AA-A0AC-930BE6F256A7}" destId="{2BB8793B-A30D-419B-BC8E-2D57622C1AB8}" srcOrd="2" destOrd="0" presId="urn:microsoft.com/office/officeart/2009/3/layout/PhasedProcess"/>
    <dgm:cxn modelId="{466047DF-1F97-4A3F-A32D-588AE852AD1F}" type="presParOf" srcId="{71014393-C976-46AA-A0AC-930BE6F256A7}" destId="{BA3E0DEB-78EE-4CA0-8610-669B1265EF7E}" srcOrd="3" destOrd="0" presId="urn:microsoft.com/office/officeart/2009/3/layout/PhasedProcess"/>
    <dgm:cxn modelId="{C31EF7C2-4D47-4F35-ADBD-F2F8CAAB009F}" type="presParOf" srcId="{71014393-C976-46AA-A0AC-930BE6F256A7}" destId="{AA614B56-CBDD-4057-8408-BB18DEE36953}" srcOrd="4" destOrd="0" presId="urn:microsoft.com/office/officeart/2009/3/layout/PhasedProcess"/>
    <dgm:cxn modelId="{1585478D-A54A-4A2B-B3D6-FA17A8D0D822}" type="presParOf" srcId="{71014393-C976-46AA-A0AC-930BE6F256A7}" destId="{21512BBD-C582-44FC-BF1E-114A8982BB92}" srcOrd="5" destOrd="0" presId="urn:microsoft.com/office/officeart/2009/3/layout/PhasedProcess"/>
    <dgm:cxn modelId="{6E7EE67A-C8CA-40AC-BFEF-608011805E1E}" type="presParOf" srcId="{E732E4D0-6D30-41A7-B900-1F2A980126B8}" destId="{7C04152B-0D27-4E4A-9D8C-9FD6B9605D6E}" srcOrd="8" destOrd="0" presId="urn:microsoft.com/office/officeart/2009/3/layout/PhasedProcess"/>
    <dgm:cxn modelId="{006CAB5F-8325-4317-BDAC-3BC16B50E12F}" type="presParOf" srcId="{E732E4D0-6D30-41A7-B900-1F2A980126B8}" destId="{4948318B-D01A-4A35-B1B4-16170C2B2105}" srcOrd="9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9990B-BEA2-4CF4-9B05-AC6213011A28}">
      <dsp:nvSpPr>
        <dsp:cNvPr id="0" name=""/>
        <dsp:cNvSpPr/>
      </dsp:nvSpPr>
      <dsp:spPr>
        <a:xfrm>
          <a:off x="1221978" y="2645"/>
          <a:ext cx="2706687" cy="1624012"/>
        </a:xfrm>
        <a:prstGeom prst="rect">
          <a:avLst/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Alpha</a:t>
          </a:r>
          <a:endParaRPr lang="zh-CN" altLang="en-US" sz="6500" kern="1200" dirty="0"/>
        </a:p>
      </dsp:txBody>
      <dsp:txXfrm>
        <a:off x="1221978" y="2645"/>
        <a:ext cx="2706687" cy="1624012"/>
      </dsp:txXfrm>
    </dsp:sp>
    <dsp:sp modelId="{B7236049-627C-4477-ABF4-BEA668528838}">
      <dsp:nvSpPr>
        <dsp:cNvPr id="0" name=""/>
        <dsp:cNvSpPr/>
      </dsp:nvSpPr>
      <dsp:spPr>
        <a:xfrm>
          <a:off x="4199334" y="2645"/>
          <a:ext cx="2706687" cy="1624012"/>
        </a:xfrm>
        <a:prstGeom prst="rect">
          <a:avLst/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Beta</a:t>
          </a:r>
          <a:endParaRPr lang="zh-CN" altLang="en-US" sz="6500" kern="1200" dirty="0"/>
        </a:p>
      </dsp:txBody>
      <dsp:txXfrm>
        <a:off x="4199334" y="2645"/>
        <a:ext cx="2706687" cy="1624012"/>
      </dsp:txXfrm>
    </dsp:sp>
    <dsp:sp modelId="{74D24C78-2C6B-4BE0-BEDF-38CDB7E31AC7}">
      <dsp:nvSpPr>
        <dsp:cNvPr id="0" name=""/>
        <dsp:cNvSpPr/>
      </dsp:nvSpPr>
      <dsp:spPr>
        <a:xfrm>
          <a:off x="1221978" y="1897327"/>
          <a:ext cx="2706687" cy="1624012"/>
        </a:xfrm>
        <a:prstGeom prst="rect">
          <a:avLst/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Gamma</a:t>
          </a:r>
          <a:endParaRPr lang="zh-CN" altLang="en-US" sz="6500" kern="1200" dirty="0"/>
        </a:p>
      </dsp:txBody>
      <dsp:txXfrm>
        <a:off x="1221978" y="1897327"/>
        <a:ext cx="2706687" cy="1624012"/>
      </dsp:txXfrm>
    </dsp:sp>
    <dsp:sp modelId="{FB49C1F4-B95B-4421-82CD-D8A5AD542D44}">
      <dsp:nvSpPr>
        <dsp:cNvPr id="0" name=""/>
        <dsp:cNvSpPr/>
      </dsp:nvSpPr>
      <dsp:spPr>
        <a:xfrm>
          <a:off x="4199334" y="1897327"/>
          <a:ext cx="2706687" cy="1624012"/>
        </a:xfrm>
        <a:prstGeom prst="rect">
          <a:avLst/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Delta</a:t>
          </a:r>
          <a:endParaRPr lang="zh-CN" altLang="en-US" sz="6500" kern="1200" dirty="0"/>
        </a:p>
      </dsp:txBody>
      <dsp:txXfrm>
        <a:off x="4199334" y="1897327"/>
        <a:ext cx="2706687" cy="1624012"/>
      </dsp:txXfrm>
    </dsp:sp>
    <dsp:sp modelId="{80F2594F-C487-4749-894D-A827E1E0EDBF}">
      <dsp:nvSpPr>
        <dsp:cNvPr id="0" name=""/>
        <dsp:cNvSpPr/>
      </dsp:nvSpPr>
      <dsp:spPr>
        <a:xfrm>
          <a:off x="2710656" y="3792008"/>
          <a:ext cx="2706687" cy="1624012"/>
        </a:xfrm>
        <a:prstGeom prst="rect">
          <a:avLst/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Epsilon</a:t>
          </a:r>
          <a:endParaRPr lang="zh-CN" altLang="en-US" sz="6500" kern="1200" dirty="0"/>
        </a:p>
      </dsp:txBody>
      <dsp:txXfrm>
        <a:off x="2710656" y="3792008"/>
        <a:ext cx="2706687" cy="1624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26582-4F07-453F-8527-03D0754A3D1A}">
      <dsp:nvSpPr>
        <dsp:cNvPr id="0" name=""/>
        <dsp:cNvSpPr/>
      </dsp:nvSpPr>
      <dsp:spPr>
        <a:xfrm>
          <a:off x="0" y="0"/>
          <a:ext cx="4351338" cy="4351338"/>
        </a:xfrm>
        <a:prstGeom prst="pie">
          <a:avLst>
            <a:gd name="adj1" fmla="val 5400000"/>
            <a:gd name="adj2" fmla="val 16200000"/>
          </a:avLst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246ED379-3449-47B9-A098-64503DD79377}">
      <dsp:nvSpPr>
        <dsp:cNvPr id="0" name=""/>
        <dsp:cNvSpPr/>
      </dsp:nvSpPr>
      <dsp:spPr>
        <a:xfrm>
          <a:off x="2175669" y="0"/>
          <a:ext cx="8339931" cy="4351338"/>
        </a:xfrm>
        <a:prstGeom prst="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D9770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500" kern="1200" dirty="0"/>
            <a:t>Red</a:t>
          </a:r>
          <a:endParaRPr lang="zh-CN" altLang="en-US" sz="5500" kern="1200" dirty="0"/>
        </a:p>
      </dsp:txBody>
      <dsp:txXfrm>
        <a:off x="2175669" y="0"/>
        <a:ext cx="4169965" cy="1305404"/>
      </dsp:txXfrm>
    </dsp:sp>
    <dsp:sp modelId="{A2832E88-E8E4-4BCB-90BA-7804F77A65BA}">
      <dsp:nvSpPr>
        <dsp:cNvPr id="0" name=""/>
        <dsp:cNvSpPr/>
      </dsp:nvSpPr>
      <dsp:spPr>
        <a:xfrm>
          <a:off x="761485" y="1305404"/>
          <a:ext cx="2828366" cy="2828366"/>
        </a:xfrm>
        <a:prstGeom prst="pie">
          <a:avLst>
            <a:gd name="adj1" fmla="val 5400000"/>
            <a:gd name="adj2" fmla="val 16200000"/>
          </a:avLst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8EEE7F01-9842-43CD-8990-2E8ACD7B8B40}">
      <dsp:nvSpPr>
        <dsp:cNvPr id="0" name=""/>
        <dsp:cNvSpPr/>
      </dsp:nvSpPr>
      <dsp:spPr>
        <a:xfrm>
          <a:off x="2175669" y="1305404"/>
          <a:ext cx="8339931" cy="2828366"/>
        </a:xfrm>
        <a:prstGeom prst="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D9770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500" kern="1200" dirty="0"/>
            <a:t>R1</a:t>
          </a:r>
          <a:endParaRPr lang="zh-CN" altLang="en-US" sz="5500" kern="1200" dirty="0"/>
        </a:p>
      </dsp:txBody>
      <dsp:txXfrm>
        <a:off x="2175669" y="1305404"/>
        <a:ext cx="4169965" cy="1305399"/>
      </dsp:txXfrm>
    </dsp:sp>
    <dsp:sp modelId="{E34D8F5A-80D7-4533-869E-5D15CA9EE81F}">
      <dsp:nvSpPr>
        <dsp:cNvPr id="0" name=""/>
        <dsp:cNvSpPr/>
      </dsp:nvSpPr>
      <dsp:spPr>
        <a:xfrm>
          <a:off x="1522968" y="2610804"/>
          <a:ext cx="1305400" cy="1305400"/>
        </a:xfrm>
        <a:prstGeom prst="pie">
          <a:avLst>
            <a:gd name="adj1" fmla="val 5400000"/>
            <a:gd name="adj2" fmla="val 16200000"/>
          </a:avLst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5B52D1E3-AA8C-418D-BC76-9C477965C332}">
      <dsp:nvSpPr>
        <dsp:cNvPr id="0" name=""/>
        <dsp:cNvSpPr/>
      </dsp:nvSpPr>
      <dsp:spPr>
        <a:xfrm>
          <a:off x="2175669" y="2610804"/>
          <a:ext cx="8339931" cy="1305400"/>
        </a:xfrm>
        <a:prstGeom prst="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D97706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500" kern="1200" dirty="0"/>
            <a:t>R2</a:t>
          </a:r>
          <a:endParaRPr lang="zh-CN" altLang="en-US" sz="5500" kern="1200" dirty="0"/>
        </a:p>
      </dsp:txBody>
      <dsp:txXfrm>
        <a:off x="2175669" y="2610804"/>
        <a:ext cx="4169965" cy="1305400"/>
      </dsp:txXfrm>
    </dsp:sp>
    <dsp:sp modelId="{9FC28DCF-8159-4675-93FB-88E45D95E2FB}">
      <dsp:nvSpPr>
        <dsp:cNvPr id="0" name=""/>
        <dsp:cNvSpPr/>
      </dsp:nvSpPr>
      <dsp:spPr>
        <a:xfrm>
          <a:off x="6345634" y="0"/>
          <a:ext cx="4169965" cy="130540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Green</a:t>
          </a:r>
          <a:endParaRPr lang="zh-CN" alt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G1</a:t>
          </a:r>
          <a:endParaRPr lang="zh-CN" altLang="en-US" sz="3100" kern="1200" dirty="0"/>
        </a:p>
      </dsp:txBody>
      <dsp:txXfrm>
        <a:off x="6345634" y="0"/>
        <a:ext cx="4169965" cy="1305404"/>
      </dsp:txXfrm>
    </dsp:sp>
    <dsp:sp modelId="{11DD3DF6-BA75-4605-892F-DBF07F66BECA}">
      <dsp:nvSpPr>
        <dsp:cNvPr id="0" name=""/>
        <dsp:cNvSpPr/>
      </dsp:nvSpPr>
      <dsp:spPr>
        <a:xfrm>
          <a:off x="6345634" y="1305404"/>
          <a:ext cx="4169965" cy="130539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G2</a:t>
          </a:r>
          <a:endParaRPr lang="zh-CN" alt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Blue</a:t>
          </a:r>
          <a:endParaRPr lang="zh-CN" altLang="en-US" sz="3100" kern="1200" dirty="0"/>
        </a:p>
      </dsp:txBody>
      <dsp:txXfrm>
        <a:off x="6345634" y="1305404"/>
        <a:ext cx="4169965" cy="1305399"/>
      </dsp:txXfrm>
    </dsp:sp>
    <dsp:sp modelId="{B87B6DCB-6CEE-49A8-8A0F-A1B4F09DFE44}">
      <dsp:nvSpPr>
        <dsp:cNvPr id="0" name=""/>
        <dsp:cNvSpPr/>
      </dsp:nvSpPr>
      <dsp:spPr>
        <a:xfrm>
          <a:off x="6345634" y="2610804"/>
          <a:ext cx="4169965" cy="13054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B1</a:t>
          </a:r>
          <a:endParaRPr lang="zh-CN" alt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B2</a:t>
          </a:r>
          <a:endParaRPr lang="zh-CN" altLang="en-US" sz="3100" kern="1200" dirty="0"/>
        </a:p>
      </dsp:txBody>
      <dsp:txXfrm>
        <a:off x="6345634" y="2610804"/>
        <a:ext cx="4169965" cy="13054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3C4DB-C444-4CD9-ACFE-5AC4B5EE569D}">
      <dsp:nvSpPr>
        <dsp:cNvPr id="0" name=""/>
        <dsp:cNvSpPr/>
      </dsp:nvSpPr>
      <dsp:spPr>
        <a:xfrm rot="5400000">
          <a:off x="267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C18782D1-AF74-469F-8135-3347E1EA1406}">
      <dsp:nvSpPr>
        <dsp:cNvPr id="0" name=""/>
        <dsp:cNvSpPr/>
      </dsp:nvSpPr>
      <dsp:spPr>
        <a:xfrm rot="16200000">
          <a:off x="3576622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E43D8FA6-E78A-497A-84E7-6A83ABA2D9BA}">
      <dsp:nvSpPr>
        <dsp:cNvPr id="0" name=""/>
        <dsp:cNvSpPr/>
      </dsp:nvSpPr>
      <dsp:spPr>
        <a:xfrm>
          <a:off x="3987515" y="3337301"/>
          <a:ext cx="2638364" cy="69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Phase1</a:t>
          </a:r>
          <a:endParaRPr lang="zh-CN" altLang="en-US" sz="2900" kern="1200" dirty="0"/>
        </a:p>
      </dsp:txBody>
      <dsp:txXfrm>
        <a:off x="3987515" y="3337301"/>
        <a:ext cx="2638364" cy="695197"/>
      </dsp:txXfrm>
    </dsp:sp>
    <dsp:sp modelId="{2D86F0D2-BC10-4235-AB63-252A95C76E50}">
      <dsp:nvSpPr>
        <dsp:cNvPr id="0" name=""/>
        <dsp:cNvSpPr/>
      </dsp:nvSpPr>
      <dsp:spPr>
        <a:xfrm rot="5400000">
          <a:off x="3465157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60E79C27-C4CC-4CF7-9DE6-39FEA28B0E98}">
      <dsp:nvSpPr>
        <dsp:cNvPr id="0" name=""/>
        <dsp:cNvSpPr/>
      </dsp:nvSpPr>
      <dsp:spPr>
        <a:xfrm rot="16200000">
          <a:off x="7040461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C6B22633-4073-427C-820C-598A9545F5B8}">
      <dsp:nvSpPr>
        <dsp:cNvPr id="0" name=""/>
        <dsp:cNvSpPr/>
      </dsp:nvSpPr>
      <dsp:spPr>
        <a:xfrm>
          <a:off x="7197928" y="3337301"/>
          <a:ext cx="2638364" cy="69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P1</a:t>
          </a:r>
          <a:endParaRPr lang="zh-CN" altLang="en-US" sz="2900" kern="1200" dirty="0"/>
        </a:p>
      </dsp:txBody>
      <dsp:txXfrm>
        <a:off x="7197928" y="3337301"/>
        <a:ext cx="2638364" cy="695197"/>
      </dsp:txXfrm>
    </dsp:sp>
    <dsp:sp modelId="{5A334985-66C7-4777-982A-67F73FAA034F}">
      <dsp:nvSpPr>
        <dsp:cNvPr id="0" name=""/>
        <dsp:cNvSpPr/>
      </dsp:nvSpPr>
      <dsp:spPr>
        <a:xfrm>
          <a:off x="3902738" y="1315927"/>
          <a:ext cx="1592103" cy="1592103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P2</a:t>
          </a:r>
          <a:endParaRPr lang="zh-CN" altLang="en-US" sz="2900" kern="1200" dirty="0"/>
        </a:p>
      </dsp:txBody>
      <dsp:txXfrm>
        <a:off x="4125059" y="1503671"/>
        <a:ext cx="917969" cy="1216617"/>
      </dsp:txXfrm>
    </dsp:sp>
    <dsp:sp modelId="{B8E87D12-3779-41EE-859D-B5FB95D7B91D}">
      <dsp:nvSpPr>
        <dsp:cNvPr id="0" name=""/>
        <dsp:cNvSpPr/>
      </dsp:nvSpPr>
      <dsp:spPr>
        <a:xfrm>
          <a:off x="5050201" y="1315927"/>
          <a:ext cx="1592103" cy="1592103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P3</a:t>
          </a:r>
          <a:endParaRPr lang="zh-CN" altLang="en-US" sz="2900" kern="1200" dirty="0"/>
        </a:p>
      </dsp:txBody>
      <dsp:txXfrm>
        <a:off x="5502014" y="1503671"/>
        <a:ext cx="917969" cy="1216617"/>
      </dsp:txXfrm>
    </dsp:sp>
    <dsp:sp modelId="{F69164E3-0F99-4AEA-B860-17264CC5F6E4}">
      <dsp:nvSpPr>
        <dsp:cNvPr id="0" name=""/>
        <dsp:cNvSpPr/>
      </dsp:nvSpPr>
      <dsp:spPr>
        <a:xfrm>
          <a:off x="1002317" y="846346"/>
          <a:ext cx="1101043" cy="1101069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Phase2</a:t>
          </a:r>
          <a:endParaRPr lang="zh-CN" altLang="en-US" sz="2900" kern="1200" dirty="0"/>
        </a:p>
      </dsp:txBody>
      <dsp:txXfrm>
        <a:off x="1163561" y="1007594"/>
        <a:ext cx="778555" cy="778573"/>
      </dsp:txXfrm>
    </dsp:sp>
    <dsp:sp modelId="{B6E7B993-D442-429E-ADD2-0FF657E21CCC}">
      <dsp:nvSpPr>
        <dsp:cNvPr id="0" name=""/>
        <dsp:cNvSpPr/>
      </dsp:nvSpPr>
      <dsp:spPr>
        <a:xfrm>
          <a:off x="596234" y="1766889"/>
          <a:ext cx="540840" cy="540624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2BB8793B-A30D-419B-BC8E-2D57622C1AB8}">
      <dsp:nvSpPr>
        <dsp:cNvPr id="0" name=""/>
        <dsp:cNvSpPr/>
      </dsp:nvSpPr>
      <dsp:spPr>
        <a:xfrm>
          <a:off x="2193716" y="1062930"/>
          <a:ext cx="314694" cy="314489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BA3E0DEB-78EE-4CA0-8610-669B1265EF7E}">
      <dsp:nvSpPr>
        <dsp:cNvPr id="0" name=""/>
        <dsp:cNvSpPr/>
      </dsp:nvSpPr>
      <dsp:spPr>
        <a:xfrm>
          <a:off x="2076770" y="1503979"/>
          <a:ext cx="1101043" cy="1101069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P5</a:t>
          </a:r>
          <a:endParaRPr lang="zh-CN" altLang="en-US" sz="2900" kern="1200" dirty="0"/>
        </a:p>
      </dsp:txBody>
      <dsp:txXfrm>
        <a:off x="2238014" y="1665227"/>
        <a:ext cx="778555" cy="778573"/>
      </dsp:txXfrm>
    </dsp:sp>
    <dsp:sp modelId="{AA614B56-CBDD-4057-8408-BB18DEE36953}">
      <dsp:nvSpPr>
        <dsp:cNvPr id="0" name=""/>
        <dsp:cNvSpPr/>
      </dsp:nvSpPr>
      <dsp:spPr>
        <a:xfrm>
          <a:off x="2191908" y="2672388"/>
          <a:ext cx="314694" cy="314489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</dsp:sp>
    <dsp:sp modelId="{21512BBD-C582-44FC-BF1E-114A8982BB92}">
      <dsp:nvSpPr>
        <dsp:cNvPr id="0" name=""/>
        <dsp:cNvSpPr/>
      </dsp:nvSpPr>
      <dsp:spPr>
        <a:xfrm>
          <a:off x="1021937" y="2133196"/>
          <a:ext cx="1101043" cy="1101069"/>
        </a:xfrm>
        <a:prstGeom prst="ellipse">
          <a:avLst/>
        </a:prstGeom>
        <a:solidFill>
          <a:srgbClr val="D97706">
            <a:alpha val="50000"/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P6</a:t>
          </a:r>
          <a:endParaRPr lang="zh-CN" altLang="en-US" sz="2900" kern="1200" dirty="0"/>
        </a:p>
      </dsp:txBody>
      <dsp:txXfrm>
        <a:off x="1183181" y="2294444"/>
        <a:ext cx="778555" cy="778573"/>
      </dsp:txXfrm>
    </dsp:sp>
    <dsp:sp modelId="{7C04152B-0D27-4E4A-9D8C-9FD6B9605D6E}">
      <dsp:nvSpPr>
        <dsp:cNvPr id="0" name=""/>
        <dsp:cNvSpPr/>
      </dsp:nvSpPr>
      <dsp:spPr>
        <a:xfrm>
          <a:off x="7497622" y="1037060"/>
          <a:ext cx="2029510" cy="2029143"/>
        </a:xfrm>
        <a:prstGeom prst="ellipse">
          <a:avLst/>
        </a:prstGeom>
        <a:solidFill>
          <a:srgbClr val="D97706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rgbClr val="FFFFFF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Phase3</a:t>
          </a:r>
          <a:endParaRPr lang="zh-CN" altLang="en-US" sz="2900" kern="1200" dirty="0"/>
        </a:p>
      </dsp:txBody>
      <dsp:txXfrm>
        <a:off x="7794837" y="1334221"/>
        <a:ext cx="1435080" cy="1434821"/>
      </dsp:txXfrm>
    </dsp:sp>
    <dsp:sp modelId="{4948318B-D01A-4A35-B1B4-16170C2B2105}">
      <dsp:nvSpPr>
        <dsp:cNvPr id="0" name=""/>
        <dsp:cNvSpPr/>
      </dsp:nvSpPr>
      <dsp:spPr>
        <a:xfrm>
          <a:off x="653018" y="3337301"/>
          <a:ext cx="2638364" cy="69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P8</a:t>
          </a:r>
          <a:endParaRPr lang="zh-CN" altLang="en-US" sz="2900" kern="1200" dirty="0"/>
        </a:p>
      </dsp:txBody>
      <dsp:txXfrm>
        <a:off x="653018" y="3337301"/>
        <a:ext cx="2638364" cy="695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diagramData" Target="../diagrams/data1.xml"/>
  <Relationship Id="rId3" Type="http://schemas.openxmlformats.org/officeDocument/2006/relationships/diagramLayout" Target="../diagrams/layout1.xml"/>
  <Relationship Id="rId4" Type="http://schemas.openxmlformats.org/officeDocument/2006/relationships/diagramQuickStyle" Target="../diagrams/quickStyle1.xml"/>
  <Relationship Id="rId5" Type="http://schemas.openxmlformats.org/officeDocument/2006/relationships/diagramColors" Target="../diagrams/colors1.xml"/>
  <Relationship Id="rId6" Type="http://schemas.openxmlformats.org/officeDocument/2006/relationships/diagramDrawing" Target="../diagrams/drawing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diagramData" Target="../diagrams/data2.xml"/>
  <Relationship Id="rId3" Type="http://schemas.openxmlformats.org/officeDocument/2006/relationships/diagramLayout" Target="../diagrams/layout2.xml"/>
  <Relationship Id="rId4" Type="http://schemas.openxmlformats.org/officeDocument/2006/relationships/diagramQuickStyle" Target="../diagrams/quickStyle2.xml"/>
  <Relationship Id="rId5" Type="http://schemas.openxmlformats.org/officeDocument/2006/relationships/diagramColors" Target="../diagrams/colors2.xml"/>
  <Relationship Id="rId6" Type="http://schemas.openxmlformats.org/officeDocument/2006/relationships/diagramDrawing" Target="../diagrams/drawing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diagramData" Target="../diagrams/data3.xml"/>
  <Relationship Id="rId3" Type="http://schemas.openxmlformats.org/officeDocument/2006/relationships/diagramLayout" Target="../diagrams/layout3.xml"/>
  <Relationship Id="rId4" Type="http://schemas.openxmlformats.org/officeDocument/2006/relationships/diagramQuickStyle" Target="../diagrams/quickStyle3.xml"/>
  <Relationship Id="rId5" Type="http://schemas.openxmlformats.org/officeDocument/2006/relationships/diagramColors" Target="../diagrams/colors3.xml"/>
  <Relationship Id="rId6" Type="http://schemas.openxmlformats.org/officeDocument/2006/relationships/diagramDrawing" Target="../diagrams/drawing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D97706"/>
                </a:solidFill>
              </a:rPr>
              <a:t>SmartArt Restyle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D97706"/>
                </a:solidFill>
              </a:rPr>
              <a:t>Restyled SmartArt from art.pptx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1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2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3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