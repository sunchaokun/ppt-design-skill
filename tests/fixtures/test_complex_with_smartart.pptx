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dgm/data1.xml><?xml version="1.0" encoding="utf-8"?>
<dgm:dataModel xmlns:dgm="http://schemas.openxmlformats.org/drawingml/2006/diagram" xmlns:a="http://schemas.openxmlformats.org/drawingml/2006/main">
  <dgm:ptLst>
    <dgm:pt type="node" cxnId="0">
      <dgm:prSet/>
      <a:t>Step 1: Analyze</a:t>
    </dgm:pt>
    <dgm:pt type="node" cxnId="1">
      <dgm:prSet/>
      <a:t>Step 2: Design</a:t>
    </dgm:pt>
    <dgm:pt type="node" cxnId="2">
      <dgm:prSet/>
      <a:t>Step 3: Build</a:t>
    </dgm:pt>
    <dgm:pt type="node" cxnId="3">
      <dgm:prSet/>
      <a:t>Step 4: Deploy</a:t>
    </dgm:pt>
    <dgm:pt type="sibTrans" cxnId="0">
      <dgm:prSet/>
    </dgm:pt>
    <dgm:pt type="sibTrans" cxnId="1">
      <dgm:prSet/>
    </dgm:pt>
    <dgm:pt type="sibTrans" cxnId="2">
      <dgm:prSet/>
    </dgm:pt>
  </dgm:ptLst>
  <dgm:cxnLst>
    <dgm:cxn type="parOf" srcId="0" destId="1" ord="0" sibTransId="4"/>
    <dgm:cxn type="parOf" srcId="0" destId="2" ord="1" sibTransId="5"/>
    <dgm:cxn type="parOf" srcId="0" destId="3" ord="2" sibTransId="6"/>
    <dgm:cxn type="parOf" srcId="1" destId="4" ord="0"/>
    <dgm:cxn type="parOf" srcId="2" destId="5" ord="0"/>
    <dgm:cxn type="parOf" srcId="3" destId="6" ord="0"/>
  </dgm:cxnLst>
</dgm:dataModel>
</file>

<file path=ppt/dgm/layout1.xml><?xml version="1.0" encoding="utf-8"?>
<dgm:layoutDef xmlns:dgm="http://schemas.openxmlformats.org/drawingml/2006/diagram" xmlns:a="http://schemas.openxmlformats.org/drawingml/2006/main" uniqueId="urn:microsoft.com/office/office/2007/9/diagram/processChevron">
  <dgm:catLst>
    <dgm:cat type="process" pri="1000"/>
  </dgm:catLst>
  <dgm:algLst>
    <dgm:alg type="composite">
      <dgm:alg type="lin" rev="1">
        <dgm:param type="sp" val="0"/>
      </dgm:alg>
    </dgm:alg>
  </dgm:algLst>
</dgm:layoutDef>
</file>

<file path=ppt/dgm/style1.xml><?xml version="1.0" encoding="utf-8"?>
<dgm:styleDef xmlns:dgm="http://schemas.openxmlformats.org/drawingml/2006/diagram" xmlns:a="http://schemas.openxmlformats.org/drawingml/2006/main" uniqueId="urn:microsoft.com/office/office/2007/9/diagram/officeDefault">
  <dgm:catLst>
    <dgm:cat type="simple" pri="1000"/>
  </dgm:catLst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Test Slide 1: Normal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Bullet 1</a:t>
            </a:r>
          </a:p>
          <a:p>
            <a:r>
              <a:rPr sz="1800"/>
              <a:t>Bullet 2</a:t>
            </a:r>
          </a:p>
          <a:p>
            <a:r>
              <a:rPr sz="1800"/>
              <a:t>Bullet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Test Slide 2: GroupShape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Step 1: 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Step 2: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Step 3: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Step 4: 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