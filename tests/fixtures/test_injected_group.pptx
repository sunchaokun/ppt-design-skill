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10058400" cy="50292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Background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