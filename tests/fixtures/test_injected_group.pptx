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914400"/>
            <a:ext cx="10058400" cy="5029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Background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