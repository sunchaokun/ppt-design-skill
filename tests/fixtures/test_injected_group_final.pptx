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0058400" cy="502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Background</a:t>
            </a:r>
          </a:p>
        </p:txBody>
      </p:sp>
      <p:grpSp>
        <p:nvGrpSpPr>
          <p:cNvPr id="100" name="MyGroup"/>
          <p:cNvGrpSpPr/>
          <p:nvPr/>
        </p:nvGrpSpPr>
        <p:grpSpPr>
          <a:xfrm>
            <a:off x="914400" y="914400"/>
            <a:ext cx="9144000" cy="4572000"/>
            <a:chOff x="0" y="0"/>
            <a:chExt cx="9144000" cy="4572000"/>
          </a:xfrm>
        </p:grpSpPr>
        <p:sp>
          <p:nvSpPr>
            <p:cNvPr id="101" name="InnerBox1"/>
            <p:cNvSpPr/>
            <p:nvPr/>
          </p:nvSpPr>
          <p:spPr>
            <a:xfrm>
              <a:off x="0" y="0"/>
              <a:ext cx="2743200" cy="1371600"/>
            </a:xfrm>
          </p:spPr>
          <p:txBody>
            <a:bodyPr/>
            <a:p>
              <a:r>
                <a:t>Inner Text A</a:t>
              </a:r>
            </a:p>
          </p:txBody>
        </p:sp>
        <p:sp>
          <p:nvSpPr>
            <p:cNvPr id="102" name="InnerBox2"/>
            <p:cNvSpPr/>
            <p:nvPr/>
          </p:nvSpPr>
          <p:spPr>
            <a:xfrm>
              <a:off x="3200400" y="0"/>
              <a:ext cx="2743200" cy="1371600"/>
            </a:xfrm>
          </p:spPr>
          <p:txBody>
            <a:bodyPr/>
            <a:p>
              <a:r>
                <a:t>Inner Text B</a:t>
              </a:r>
            </a:p>
          </p:txBody>
        </p:sp>
        <p:sp>
          <p:nvSpPr>
            <p:cNvPr id="103" name="InnerArrow"/>
            <p:cNvSpPr/>
            <p:nvPr/>
          </p:nvSpPr>
          <p:spPr>
            <a:xfrm>
              <a:off x="2743200" y="457200"/>
              <a:ext cx="457200" cy="457200"/>
            </a:xfrm>
          </p:spPr>
          <p:txBody>
            <a:bodyPr/>
            <a:p>
              <a:r>
                <a:t>→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