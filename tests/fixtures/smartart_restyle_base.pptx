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97706"/>
                </a:solidFill>
              </a:rPr>
              <a:t>SmartArt Restyle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97706"/>
                </a:solidFill>
              </a:rPr>
              <a:t>Restyled SmartArt from art.pptx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