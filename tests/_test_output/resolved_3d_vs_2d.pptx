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28148" y="909995"/>
            <a:ext cx="11332584" cy="1288928"/>
            <a:chOff x="1772300" y="306306"/>
            <a:chExt cx="5667768" cy="644632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3067816" y="306306"/>
              <a:ext cx="3076741" cy="492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id-ID" sz="6400" b="0" i="0" u="none" strike="noStrike" cap="none" normalizeH="0" baseline="0" smtClean="0">
                  <a:ln>
                    <a:noFill/>
                  </a:ln>
                  <a:effectLst/>
                  <a:latin typeface="Lato Light" charset="0"/>
                  <a:cs typeface="Arial" panose="020B0604020202020204" pitchFamily="34" charset="0"/>
                </a:rPr>
                <a:t>SWOT Analysis</a:t>
              </a:r>
              <a:endParaRPr kumimoji="0" lang="en-US" sz="6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772300" y="751496"/>
              <a:ext cx="5667768" cy="19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Lato Light" charset="0"/>
                </a:rPr>
                <a:t>This is example  for a </a:t>
              </a:r>
              <a:r>
                <a:rPr lang="en-US" sz="2000" dirty="0" smtClean="0">
                  <a:latin typeface="Lato Light" charset="0"/>
                </a:rPr>
                <a:t>subtitle</a:t>
              </a:r>
              <a:endParaRPr lang="en-US" sz="2000" dirty="0"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8181557" y="3657270"/>
            <a:ext cx="8140130" cy="8140130"/>
            <a:chOff x="3386666" y="719666"/>
            <a:chExt cx="5418667" cy="5418667"/>
          </a:xfrm>
        </p:grpSpPr>
        <p:sp>
          <p:nvSpPr>
            <p:cNvPr id="3" name="Comp 3"/>
            <p:cNvSpPr/>
            <p:nvPr/>
          </p:nvSpPr>
          <p:spPr>
            <a:xfrm>
              <a:off x="3386666" y="719666"/>
              <a:ext cx="5418667" cy="5418667"/>
            </a:xfrm>
            <a:prstGeom prst="diamond">
              <a:avLst/>
            </a:prstGeom>
            <a:solidFill>
              <a:srgbClr val="44546A">
                <a:lumMod val="20000"/>
                <a:lumOff val="80000"/>
              </a:srgbClr>
            </a:solidFill>
          </p:spPr>
          <p:style>
            <a:lnRef idx="0">
              <a:srgbClr val="00A39E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tint val="40000"/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tint val="40000"/>
                <a:hueOff val="0"/>
                <a:satOff val="0"/>
                <a:lumOff val="0"/>
                <a:alphaOff val="0"/>
              </a:srgbClr>
            </a:effectRef>
            <a:fontRef idx="minor">
              <a:srgbClr val="5C5C5C">
                <a:hueOff val="0"/>
                <a:satOff val="0"/>
                <a:lumOff val="0"/>
                <a:alphaOff val="0"/>
              </a:srgbClr>
            </a:fontRef>
          </p:style>
        </p:sp>
        <p:sp>
          <p:nvSpPr>
            <p:cNvPr id="4" name="Comp 4"/>
            <p:cNvSpPr/>
            <p:nvPr/>
          </p:nvSpPr>
          <p:spPr>
            <a:xfrm>
              <a:off x="3901439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>
                  <a:latin typeface="+mj-lt"/>
                </a:rPr>
                <a:t>S</a:t>
              </a:r>
            </a:p>
          </p:txBody>
        </p:sp>
        <p:sp>
          <p:nvSpPr>
            <p:cNvPr id="5" name="Comp 5"/>
            <p:cNvSpPr/>
            <p:nvPr/>
          </p:nvSpPr>
          <p:spPr>
            <a:xfrm>
              <a:off x="6177280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V</a:t>
              </a:r>
            </a:p>
          </p:txBody>
        </p:sp>
        <p:sp>
          <p:nvSpPr>
            <p:cNvPr id="6" name="Comp 6"/>
            <p:cNvSpPr/>
            <p:nvPr/>
          </p:nvSpPr>
          <p:spPr>
            <a:xfrm>
              <a:off x="3901439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E23761"/>
            </a:solidFill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R</a:t>
              </a:r>
            </a:p>
          </p:txBody>
        </p:sp>
        <p:sp>
          <p:nvSpPr>
            <p:cNvPr id="7" name="Comp 7"/>
            <p:cNvSpPr/>
            <p:nvPr/>
          </p:nvSpPr>
          <p:spPr>
            <a:xfrm>
              <a:off x="6177280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F39C11"/>
            </a:solidFill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 smtClean="0"/>
                <a:t>O</a:t>
              </a:r>
              <a:endParaRPr lang="en-GB" sz="15995" kern="12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5395006" y="4448566"/>
            <a:ext cx="6564822" cy="1674080"/>
            <a:chOff x="7699508" y="2223969"/>
            <a:chExt cx="3283266" cy="837258"/>
          </a:xfrm>
        </p:grpSpPr>
        <p:sp>
          <p:nvSpPr>
            <p:cNvPr id="3" name="Comp 3"/>
            <p:cNvSpPr/>
            <p:nvPr/>
          </p:nvSpPr>
          <p:spPr>
            <a:xfrm rot="5400000">
              <a:off x="9371697" y="1378195"/>
              <a:ext cx="765300" cy="245685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C3E50"/>
            </a:solidFill>
            <a:ln>
              <a:noFill/>
            </a:ln>
          </p:spPr>
          <p:style>
            <a:lnRef idx="2">
              <a:srgbClr val="3A3838">
                <a:shade val="50000"/>
              </a:srgbClr>
            </a:lnRef>
            <a:fillRef idx="1">
              <a:srgbClr val="3A3838"/>
            </a:fillRef>
            <a:effectRef idx="0">
              <a:srgbClr val="3A383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7699508" y="2223969"/>
              <a:ext cx="826412" cy="765300"/>
              <a:chOff x="7699508" y="2223969"/>
              <a:chExt cx="826412" cy="765300"/>
            </a:xfrm>
          </p:grpSpPr>
          <p:sp>
            <p:nvSpPr>
              <p:cNvPr id="5" name="Comp 5"/>
              <p:cNvSpPr/>
              <p:nvPr/>
            </p:nvSpPr>
            <p:spPr>
              <a:xfrm rot="16200000">
                <a:off x="7730064" y="2193413"/>
                <a:ext cx="765300" cy="82641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>
                  <a:lumMod val="75000"/>
                </a:srgbClr>
              </a:solidFill>
              <a:ln>
                <a:noFill/>
              </a:ln>
            </p:spPr>
            <p:style>
              <a:lnRef idx="2">
                <a:srgbClr val="3A3838">
                  <a:shade val="50000"/>
                </a:srgbClr>
              </a:lnRef>
              <a:fillRef idx="1">
                <a:srgbClr val="3A3838"/>
              </a:fillRef>
              <a:effectRef idx="0">
                <a:srgbClr val="3A383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Comp 6"/>
              <p:cNvSpPr txBox="1"/>
              <p:nvPr/>
            </p:nvSpPr>
            <p:spPr>
              <a:xfrm>
                <a:off x="7831419" y="2413875"/>
                <a:ext cx="673100" cy="456087"/>
              </a:xfrm>
              <a:prstGeom prst="rect">
                <a:avLst/>
              </a:prstGeom>
            </p:spPr>
            <p:txBody>
              <a:bodyPr vert="horz" lIns="0" tIns="0" rIns="182832" bIns="0" rtlCol="0" anchor="ctr">
                <a:noAutofit/>
              </a:bodyPr>
              <a:lstStyle>
                <a:defPPr>
                  <a:defRPr lang="en-US"/>
                </a:defPPr>
                <a:lvl1pPr marL="0" algn="r" defTabSz="914400" rtl="0" eaLnBrk="1" latinLnBrk="0" hangingPunct="1">
                  <a:defRPr sz="1200" kern="1200">
                    <a:solidFill>
                      <a:srgbClr val="000000">
                        <a:tint val="75000"/>
                      </a:srgb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9600" b="1" dirty="0" smtClean="0">
                    <a:solidFill>
                      <a:srgbClr val="FFFFFF"/>
                    </a:solidFill>
                    <a:latin typeface="Lato Black" panose="020F0A02020204030203" pitchFamily="34" charset="0"/>
                    <a:cs typeface="Clear Sans Medium" panose="020B0603030202020304" pitchFamily="34" charset="0"/>
                  </a:rPr>
                  <a:t>W</a:t>
                </a:r>
                <a:endParaRPr lang="en-GB" sz="9600" b="1" dirty="0">
                  <a:solidFill>
                    <a:srgbClr val="FFFFFF"/>
                  </a:solidFill>
                  <a:latin typeface="Lato Black" panose="020F0A02020204030203" pitchFamily="34" charset="0"/>
                  <a:cs typeface="Clear Sans Medium" panose="020B0603030202020304" pitchFamily="34" charset="0"/>
                </a:endParaRPr>
              </a:p>
            </p:txBody>
          </p:sp>
        </p:grpSp>
        <p:sp>
          <p:nvSpPr>
            <p:cNvPr id="7" name="Comp 7"/>
            <p:cNvSpPr txBox="1"/>
            <p:nvPr/>
          </p:nvSpPr>
          <p:spPr>
            <a:xfrm>
              <a:off x="8593885" y="2322530"/>
              <a:ext cx="2266352" cy="738697"/>
            </a:xfrm>
            <a:prstGeom prst="rect">
              <a:avLst/>
            </a:prstGeom>
            <a:solidFill>
              <a:srgbClr val="2C3E5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Porem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ipsum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dolome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,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conetetur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adipiscing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elit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.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Seimpediet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tincidun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velit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laoreet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facilisis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raesent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.</a:t>
              </a:r>
              <a:endParaRPr lang="en-US" sz="2400" dirty="0">
                <a:solidFill>
                  <a:srgbClr val="FFFFFF"/>
                </a:solidFill>
                <a:latin typeface="Lato Light" charset="0"/>
                <a:cs typeface="Clear Sans Light" panose="020B03030302020203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28148" y="909995"/>
            <a:ext cx="11332584" cy="1288928"/>
            <a:chOff x="1772300" y="306306"/>
            <a:chExt cx="5667768" cy="644632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3067816" y="306306"/>
              <a:ext cx="3076741" cy="492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id-ID" sz="6400" b="0" i="0" u="none" strike="noStrike" cap="none" normalizeH="0" baseline="0" smtClean="0">
                  <a:ln>
                    <a:noFill/>
                  </a:ln>
                  <a:effectLst/>
                  <a:latin typeface="Lato Light" charset="0"/>
                  <a:cs typeface="Arial" panose="020B0604020202020204" pitchFamily="34" charset="0"/>
                </a:rPr>
                <a:t>SWOT Analysis</a:t>
              </a:r>
              <a:endParaRPr kumimoji="0" lang="en-US" sz="6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772300" y="751496"/>
              <a:ext cx="5667768" cy="19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Lato Light" charset="0"/>
                </a:rPr>
                <a:t>This is example  for a </a:t>
              </a:r>
              <a:r>
                <a:rPr lang="en-US" sz="2000" dirty="0" smtClean="0">
                  <a:latin typeface="Lato Light" charset="0"/>
                </a:rPr>
                <a:t>subtitle</a:t>
              </a:r>
              <a:endParaRPr lang="en-US" sz="2000" dirty="0"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3095491" y="2264487"/>
            <a:ext cx="10541370" cy="10025050"/>
            <a:chOff x="6549451" y="1131645"/>
            <a:chExt cx="5272058" cy="5013831"/>
          </a:xfrm>
        </p:grpSpPr>
        <p:grpSp>
          <p:nvGrpSpPr>
            <p:cNvPr id="3" name="Comp 3"/>
            <p:cNvGrpSpPr/>
            <p:nvPr/>
          </p:nvGrpSpPr>
          <p:grpSpPr>
            <a:xfrm>
              <a:off x="6549451" y="1131645"/>
              <a:ext cx="5272058" cy="5013831"/>
              <a:chOff x="2862276" y="644943"/>
              <a:chExt cx="3954043" cy="3760374"/>
            </a:xfrm>
          </p:grpSpPr>
          <p:sp>
            <p:nvSpPr>
              <p:cNvPr id="4" name="Comp 4"/>
              <p:cNvSpPr/>
              <p:nvPr/>
            </p:nvSpPr>
            <p:spPr>
              <a:xfrm>
                <a:off x="2990279" y="704277"/>
                <a:ext cx="1345213" cy="1226352"/>
              </a:xfrm>
              <a:prstGeom prst="rect">
                <a:avLst/>
              </a:prstGeom>
              <a:solidFill>
                <a:srgbClr val="1D9A78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5" name="Comp 5"/>
              <p:cNvSpPr/>
              <p:nvPr/>
            </p:nvSpPr>
            <p:spPr>
              <a:xfrm>
                <a:off x="5453069" y="690641"/>
                <a:ext cx="1226352" cy="1250074"/>
              </a:xfrm>
              <a:prstGeom prst="rect">
                <a:avLst/>
              </a:prstGeom>
              <a:solidFill>
                <a:srgbClr val="1D6FA9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6" name="Comp 6"/>
              <p:cNvSpPr/>
              <p:nvPr/>
            </p:nvSpPr>
            <p:spPr>
              <a:xfrm>
                <a:off x="4238627" y="700073"/>
                <a:ext cx="1337506" cy="1232444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8BC145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7" name="Comp 7"/>
              <p:cNvSpPr/>
              <p:nvPr/>
            </p:nvSpPr>
            <p:spPr>
              <a:xfrm rot="16200000">
                <a:off x="2940287" y="1872427"/>
                <a:ext cx="1349417" cy="1247263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ED423A">
                  <a:lumMod val="75000"/>
                </a:srgbClr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8" name="Comp 8"/>
              <p:cNvSpPr/>
              <p:nvPr/>
            </p:nvSpPr>
            <p:spPr>
              <a:xfrm>
                <a:off x="2990279" y="3167067"/>
                <a:ext cx="1251530" cy="1233485"/>
              </a:xfrm>
              <a:prstGeom prst="rect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9" name="Comp 9"/>
              <p:cNvSpPr/>
              <p:nvPr/>
            </p:nvSpPr>
            <p:spPr>
              <a:xfrm>
                <a:off x="5453069" y="3167067"/>
                <a:ext cx="1226352" cy="1238250"/>
              </a:xfrm>
              <a:prstGeom prst="rect">
                <a:avLst/>
              </a:prstGeom>
              <a:solidFill>
                <a:srgbClr val="ED423A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0" name="Comp 10"/>
              <p:cNvSpPr/>
              <p:nvPr/>
            </p:nvSpPr>
            <p:spPr>
              <a:xfrm rot="10800000">
                <a:off x="4119311" y="3162301"/>
                <a:ext cx="1349417" cy="1243015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4B2C50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1" name="Comp 11"/>
              <p:cNvSpPr/>
              <p:nvPr/>
            </p:nvSpPr>
            <p:spPr>
              <a:xfrm rot="5400000">
                <a:off x="5402423" y="2003318"/>
                <a:ext cx="1349417" cy="1216808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F19D19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2" name="Comp 12"/>
              <p:cNvSpPr txBox="1"/>
              <p:nvPr/>
            </p:nvSpPr>
            <p:spPr>
              <a:xfrm>
                <a:off x="3042202" y="1175019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rgbClr val="FFFFFF"/>
                    </a:solidFill>
                  </a:rPr>
                  <a:t>Strength:</a:t>
                </a:r>
              </a:p>
              <a:p>
                <a:pPr algn="ctr" rtl="0"/>
                <a:r>
                  <a:rPr lang="en-US" sz="28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3" name="Comp 13"/>
              <p:cNvSpPr txBox="1"/>
              <p:nvPr/>
            </p:nvSpPr>
            <p:spPr>
              <a:xfrm>
                <a:off x="5471090" y="1165406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rgbClr val="FFFFFF"/>
                    </a:solidFill>
                  </a:rPr>
                  <a:t>Weakness:</a:t>
                </a:r>
              </a:p>
              <a:p>
                <a:pPr algn="ctr" rtl="0"/>
                <a:r>
                  <a:rPr lang="en-US" sz="28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4" name="Comp 14"/>
              <p:cNvSpPr txBox="1"/>
              <p:nvPr/>
            </p:nvSpPr>
            <p:spPr>
              <a:xfrm>
                <a:off x="3021816" y="3698470"/>
                <a:ext cx="1214446" cy="56521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rgbClr val="FFFFFF"/>
                    </a:solidFill>
                  </a:rPr>
                  <a:t>Threads:</a:t>
                </a:r>
              </a:p>
              <a:p>
                <a:pPr algn="ctr" rtl="0"/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5" name="Comp 15"/>
              <p:cNvSpPr txBox="1"/>
              <p:nvPr/>
            </p:nvSpPr>
            <p:spPr>
              <a:xfrm>
                <a:off x="5471090" y="3698470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 err="1">
                    <a:solidFill>
                      <a:srgbClr val="FFFFFF"/>
                    </a:solidFill>
                  </a:rPr>
                  <a:t>Oppurtunities</a:t>
                </a:r>
                <a:r>
                  <a:rPr lang="en-US" sz="3200" b="1" dirty="0">
                    <a:solidFill>
                      <a:srgbClr val="FFFFFF"/>
                    </a:solidFill>
                  </a:rPr>
                  <a:t>:</a:t>
                </a:r>
              </a:p>
              <a:p>
                <a:pPr algn="ctr" rtl="0"/>
                <a:r>
                  <a:rPr lang="en-US" sz="28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6" name="Comp 16"/>
              <p:cNvSpPr txBox="1"/>
              <p:nvPr/>
            </p:nvSpPr>
            <p:spPr>
              <a:xfrm>
                <a:off x="4057847" y="644943"/>
                <a:ext cx="153352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S</a:t>
                </a:r>
              </a:p>
            </p:txBody>
          </p:sp>
          <p:sp>
            <p:nvSpPr>
              <p:cNvPr id="17" name="Comp 17"/>
              <p:cNvSpPr txBox="1"/>
              <p:nvPr/>
            </p:nvSpPr>
            <p:spPr>
              <a:xfrm>
                <a:off x="4252386" y="3120808"/>
                <a:ext cx="131763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O</a:t>
                </a:r>
              </a:p>
            </p:txBody>
          </p:sp>
          <p:sp>
            <p:nvSpPr>
              <p:cNvPr id="18" name="Comp 18"/>
              <p:cNvSpPr txBox="1"/>
              <p:nvPr/>
            </p:nvSpPr>
            <p:spPr>
              <a:xfrm>
                <a:off x="5282795" y="1890252"/>
                <a:ext cx="153352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W</a:t>
                </a:r>
              </a:p>
            </p:txBody>
          </p:sp>
          <p:sp>
            <p:nvSpPr>
              <p:cNvPr id="19" name="Comp 19"/>
              <p:cNvSpPr txBox="1"/>
              <p:nvPr/>
            </p:nvSpPr>
            <p:spPr>
              <a:xfrm>
                <a:off x="2862276" y="1883194"/>
                <a:ext cx="1533524" cy="1265488"/>
              </a:xfrm>
              <a:prstGeom prst="rect">
                <a:avLst/>
              </a:prstGeom>
              <a:solidFill>
                <a:srgbClr val="CB1B13"/>
              </a:solidFill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T</a:t>
                </a:r>
              </a:p>
            </p:txBody>
          </p:sp>
        </p:grpSp>
        <p:sp>
          <p:nvSpPr>
            <p:cNvPr id="20" name="Comp 20"/>
            <p:cNvSpPr/>
            <p:nvPr/>
          </p:nvSpPr>
          <p:spPr>
            <a:xfrm>
              <a:off x="10542273" y="1272421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en-US" sz="5330" dirty="0">
                  <a:latin typeface="Sosa" pitchFamily="2" charset="0"/>
                </a:rPr>
                <a:t>Ĥ</a:t>
              </a:r>
              <a:endParaRPr lang="en-US" sz="533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21" name="Comp 21"/>
            <p:cNvSpPr/>
            <p:nvPr/>
          </p:nvSpPr>
          <p:spPr>
            <a:xfrm>
              <a:off x="7210964" y="1303741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E</a:t>
              </a:r>
              <a:endParaRPr lang="en-US" sz="640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22" name="Comp 22"/>
            <p:cNvSpPr/>
            <p:nvPr/>
          </p:nvSpPr>
          <p:spPr>
            <a:xfrm>
              <a:off x="10488370" y="4633536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7</a:t>
              </a:r>
              <a:endParaRPr lang="en-US" sz="640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23" name="Comp 23"/>
            <p:cNvSpPr/>
            <p:nvPr/>
          </p:nvSpPr>
          <p:spPr>
            <a:xfrm>
              <a:off x="7348255" y="4622426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id-ID" sz="5330">
                  <a:latin typeface="Sosa" pitchFamily="2" charset="0"/>
                </a:rPr>
                <a:t>a</a:t>
              </a:r>
              <a:endParaRPr lang="en-US" sz="533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3495326" y="10133679"/>
            <a:ext cx="7335443" cy="2077387"/>
            <a:chOff x="1088140" y="5575698"/>
            <a:chExt cx="3923649" cy="1111171"/>
          </a:xfrm>
        </p:grpSpPr>
        <p:sp>
          <p:nvSpPr>
            <p:cNvPr id="3" name="Comp 3"/>
            <p:cNvSpPr txBox="1"/>
            <p:nvPr/>
          </p:nvSpPr>
          <p:spPr>
            <a:xfrm>
              <a:off x="3065003" y="5575698"/>
              <a:ext cx="1946786" cy="34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>
                  <a:solidFill>
                    <a:srgbClr val="FF4F11"/>
                  </a:solidFill>
                  <a:latin typeface="Lato Black" panose="020F0A02020204030203" pitchFamily="34" charset="0"/>
                  <a:cs typeface="Clear Sans" panose="020B0503030202020304" pitchFamily="34" charset="0"/>
                </a:rPr>
                <a:t>Threats</a:t>
              </a: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088140" y="5946762"/>
              <a:ext cx="3912911" cy="74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Penime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estebup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manime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lvepa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ante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uka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imare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pimasa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quosm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santLrem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pusamu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.</a:t>
              </a:r>
              <a:endPara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097281" y="1631944"/>
            <a:ext cx="6596046" cy="4368344"/>
            <a:chOff x="1097281" y="1631944"/>
            <a:chExt cx="6596046" cy="4368344"/>
          </a:xfrm>
        </p:grpSpPr>
        <p:pic>
          <p:nvPicPr>
            <p:cNvPr id="3" name="Comp 3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164247" flipV="1">
              <a:off x="5157843" y="4711658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4" name="Comp 4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6641997" y="5786533"/>
              <a:ext cx="830615" cy="93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5" name="Comp 5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152643" flipV="1">
              <a:off x="5840776" y="5848039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6" name="Comp 6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6691763" y="4488530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7" name="Comp 7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5931250" y="3350567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8" name="Comp 8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5246098" y="2233007"/>
              <a:ext cx="837136" cy="94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9" name="Comp 9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8981151" flipV="1">
              <a:off x="4286962" y="2376491"/>
              <a:ext cx="1137762" cy="128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sp>
          <p:nvSpPr>
            <p:cNvPr id="10" name="Comp 10"/>
            <p:cNvSpPr/>
            <p:nvPr/>
          </p:nvSpPr>
          <p:spPr>
            <a:xfrm rot="1200000">
              <a:off x="4582634" y="2204506"/>
              <a:ext cx="1366791" cy="688052"/>
            </a:xfrm>
            <a:prstGeom prst="parallelogram">
              <a:avLst>
                <a:gd name="adj" fmla="val 88523"/>
              </a:avLst>
            </a:prstGeom>
            <a:solidFill>
              <a:srgbClr val="FFFFFF"/>
            </a:solidFill>
            <a:ln>
              <a:noFill/>
            </a:ln>
            <a:effectLst>
              <a:outerShdw blurRad="457200" dist="114300" dir="15660000" sx="65000" sy="65000" rotWithShape="0">
                <a:prstClr val="black">
                  <a:alpha val="51000"/>
                </a:prstClr>
              </a:outerShdw>
            </a:effectLst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Comp 11"/>
            <p:cNvSpPr/>
            <p:nvPr/>
          </p:nvSpPr>
          <p:spPr>
            <a:xfrm rot="16200000">
              <a:off x="4307016" y="2846724"/>
              <a:ext cx="1116277" cy="708941"/>
            </a:xfrm>
            <a:prstGeom prst="parallelogram">
              <a:avLst>
                <a:gd name="adj" fmla="val 36484"/>
              </a:avLst>
            </a:prstGeom>
            <a:gradFill>
              <a:gsLst>
                <a:gs pos="100000">
                  <a:srgbClr val="D7FC88">
                    <a:lumMod val="75000"/>
                  </a:srgbClr>
                </a:gs>
                <a:gs pos="0">
                  <a:srgbClr val="D7FC88"/>
                </a:gs>
              </a:gsLst>
              <a:lin ang="10800000" scaled="0"/>
            </a:gradFill>
            <a:ln>
              <a:noFill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mp 12"/>
            <p:cNvSpPr/>
            <p:nvPr/>
          </p:nvSpPr>
          <p:spPr>
            <a:xfrm rot="9071256">
              <a:off x="4951610" y="2736909"/>
              <a:ext cx="1323835" cy="757953"/>
            </a:xfrm>
            <a:prstGeom prst="parallelogram">
              <a:avLst>
                <a:gd name="adj" fmla="val 55040"/>
              </a:avLst>
            </a:prstGeom>
            <a:solidFill>
              <a:srgbClr val="FFFFFF">
                <a:lumMod val="85000"/>
              </a:srgbClr>
            </a:solidFill>
            <a:ln>
              <a:noFill/>
            </a:ln>
            <a:effectLst>
              <a:innerShdw blurRad="292100" dist="165100" dir="4200000">
                <a:prstClr val="black">
                  <a:alpha val="17000"/>
                </a:prstClr>
              </a:innerShdw>
            </a:effectLst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mp 13"/>
            <p:cNvSpPr/>
            <p:nvPr/>
          </p:nvSpPr>
          <p:spPr>
            <a:xfrm>
              <a:off x="2406318" y="4880591"/>
              <a:ext cx="3521424" cy="856800"/>
            </a:xfrm>
            <a:prstGeom prst="rect">
              <a:avLst/>
            </a:prstGeom>
            <a:gradFill>
              <a:gsLst>
                <a:gs pos="2000">
                  <a:srgbClr val="699802"/>
                </a:gs>
                <a:gs pos="100000">
                  <a:srgbClr val="699802">
                    <a:lumMod val="75000"/>
                  </a:srgb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grpSp>
          <p:nvGrpSpPr>
            <p:cNvPr id="14" name="Comp 14"/>
            <p:cNvGrpSpPr/>
            <p:nvPr/>
          </p:nvGrpSpPr>
          <p:grpSpPr>
            <a:xfrm>
              <a:off x="5219625" y="3318144"/>
              <a:ext cx="1764761" cy="1554827"/>
              <a:chOff x="4379219" y="882048"/>
              <a:chExt cx="1764761" cy="1554827"/>
            </a:xfrm>
            <a:effectLst>
              <a:outerShdw blurRad="228600" dist="127000" dir="5400000" sx="97000" sy="97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Comp 15"/>
              <p:cNvSpPr/>
              <p:nvPr/>
            </p:nvSpPr>
            <p:spPr>
              <a:xfrm rot="1200000">
                <a:off x="4451169" y="882048"/>
                <a:ext cx="1366791" cy="688052"/>
              </a:xfrm>
              <a:prstGeom prst="parallelogram">
                <a:avLst>
                  <a:gd name="adj" fmla="val 8852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457200" dist="114300" dir="15660000" sx="65000" sy="65000" rotWithShape="0">
                  <a:prstClr val="black">
                    <a:alpha val="51000"/>
                  </a:prstClr>
                </a:out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Comp 16"/>
              <p:cNvSpPr/>
              <p:nvPr/>
            </p:nvSpPr>
            <p:spPr>
              <a:xfrm rot="16200000">
                <a:off x="4175551" y="1524266"/>
                <a:ext cx="1116277" cy="708941"/>
              </a:xfrm>
              <a:prstGeom prst="parallelogram">
                <a:avLst>
                  <a:gd name="adj" fmla="val 36484"/>
                </a:avLst>
              </a:prstGeom>
              <a:gradFill>
                <a:gsLst>
                  <a:gs pos="100000">
                    <a:srgbClr val="8CCB04"/>
                  </a:gs>
                  <a:gs pos="0">
                    <a:srgbClr val="8CCB04">
                      <a:lumMod val="75000"/>
                    </a:srgbClr>
                  </a:gs>
                </a:gsLst>
                <a:lin ang="10800000" scaled="0"/>
              </a:gradFill>
              <a:ln>
                <a:noFill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Comp 17"/>
              <p:cNvSpPr/>
              <p:nvPr/>
            </p:nvSpPr>
            <p:spPr>
              <a:xfrm rot="9071256">
                <a:off x="4820145" y="1414451"/>
                <a:ext cx="1323835" cy="757953"/>
              </a:xfrm>
              <a:prstGeom prst="parallelogram">
                <a:avLst>
                  <a:gd name="adj" fmla="val 55040"/>
                </a:avLst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  <a:effectLst>
                <a:innerShdw blurRad="292100" dist="165100" dir="42000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Comp 18"/>
            <p:cNvGrpSpPr/>
            <p:nvPr/>
          </p:nvGrpSpPr>
          <p:grpSpPr>
            <a:xfrm>
              <a:off x="5928566" y="4445461"/>
              <a:ext cx="1764761" cy="1554827"/>
              <a:chOff x="4379219" y="882048"/>
              <a:chExt cx="1764761" cy="1554827"/>
            </a:xfrm>
            <a:effectLst>
              <a:outerShdw blurRad="228600" dist="127000" dir="5400000" sx="97000" sy="97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Comp 19"/>
              <p:cNvSpPr/>
              <p:nvPr/>
            </p:nvSpPr>
            <p:spPr>
              <a:xfrm rot="1200000">
                <a:off x="4451169" y="882048"/>
                <a:ext cx="1366791" cy="688052"/>
              </a:xfrm>
              <a:prstGeom prst="parallelogram">
                <a:avLst>
                  <a:gd name="adj" fmla="val 8852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457200" dist="114300" dir="15660000" sx="65000" sy="65000" rotWithShape="0">
                  <a:prstClr val="black">
                    <a:alpha val="51000"/>
                  </a:prstClr>
                </a:out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Comp 20"/>
              <p:cNvSpPr/>
              <p:nvPr/>
            </p:nvSpPr>
            <p:spPr>
              <a:xfrm rot="16200000">
                <a:off x="4175551" y="1524266"/>
                <a:ext cx="1116277" cy="708941"/>
              </a:xfrm>
              <a:prstGeom prst="parallelogram">
                <a:avLst>
                  <a:gd name="adj" fmla="val 36484"/>
                </a:avLst>
              </a:prstGeom>
              <a:gradFill>
                <a:gsLst>
                  <a:gs pos="66000">
                    <a:srgbClr val="699802">
                      <a:lumMod val="75000"/>
                    </a:srgbClr>
                  </a:gs>
                  <a:gs pos="100000">
                    <a:srgbClr val="699802"/>
                  </a:gs>
                  <a:gs pos="0">
                    <a:srgbClr val="699802"/>
                  </a:gs>
                </a:gsLst>
                <a:lin ang="9000000" scaled="0"/>
              </a:gradFill>
              <a:ln>
                <a:noFill/>
              </a:ln>
              <a:effectLst>
                <a:innerShdw blurRad="241300" dist="50800" dir="8100000">
                  <a:prstClr val="black">
                    <a:alpha val="45000"/>
                  </a:prstClr>
                </a:inn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Comp 21"/>
              <p:cNvSpPr/>
              <p:nvPr/>
            </p:nvSpPr>
            <p:spPr>
              <a:xfrm rot="9071256">
                <a:off x="4820145" y="1414451"/>
                <a:ext cx="1323835" cy="757953"/>
              </a:xfrm>
              <a:prstGeom prst="parallelogram">
                <a:avLst>
                  <a:gd name="adj" fmla="val 55040"/>
                </a:avLst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  <a:effectLst>
                <a:innerShdw blurRad="292100" dist="165100" dir="42000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Comp 22"/>
            <p:cNvSpPr/>
            <p:nvPr/>
          </p:nvSpPr>
          <p:spPr>
            <a:xfrm>
              <a:off x="1742174" y="3754406"/>
              <a:ext cx="3486082" cy="856800"/>
            </a:xfrm>
            <a:prstGeom prst="rect">
              <a:avLst/>
            </a:prstGeom>
            <a:gradFill>
              <a:gsLst>
                <a:gs pos="0">
                  <a:srgbClr val="8CCB04">
                    <a:lumMod val="75000"/>
                  </a:srgbClr>
                </a:gs>
                <a:gs pos="100000">
                  <a:srgbClr val="8CCB0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3" name="Comp 23"/>
            <p:cNvSpPr/>
            <p:nvPr/>
          </p:nvSpPr>
          <p:spPr>
            <a:xfrm>
              <a:off x="1097281" y="2636960"/>
              <a:ext cx="3417473" cy="856800"/>
            </a:xfrm>
            <a:prstGeom prst="rect">
              <a:avLst/>
            </a:prstGeom>
            <a:gradFill>
              <a:gsLst>
                <a:gs pos="0">
                  <a:srgbClr val="D7FC88">
                    <a:lumMod val="75000"/>
                  </a:srgbClr>
                </a:gs>
                <a:gs pos="100000">
                  <a:srgbClr val="D7FC88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4" name="Comp 24"/>
            <p:cNvSpPr txBox="1"/>
            <p:nvPr/>
          </p:nvSpPr>
          <p:spPr>
            <a:xfrm>
              <a:off x="5837170" y="5401199"/>
              <a:ext cx="974947" cy="42575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  <a:sp3d/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4400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01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1600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000" spc="3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5" name="Comp 25"/>
            <p:cNvSpPr txBox="1"/>
            <p:nvPr/>
          </p:nvSpPr>
          <p:spPr>
            <a:xfrm>
              <a:off x="5115719" y="4268488"/>
              <a:ext cx="965329" cy="42575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4400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02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1600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000" spc="3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6" name="Comp 26"/>
            <p:cNvSpPr txBox="1"/>
            <p:nvPr/>
          </p:nvSpPr>
          <p:spPr>
            <a:xfrm>
              <a:off x="4388291" y="3146235"/>
              <a:ext cx="965329" cy="42575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4400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03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1600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000" spc="3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7" name="Comp 27"/>
            <p:cNvSpPr>
              <a:spLocks noEditPoints="1"/>
            </p:cNvSpPr>
            <p:nvPr/>
          </p:nvSpPr>
          <p:spPr bwMode="black">
            <a:xfrm>
              <a:off x="5703719" y="3070803"/>
              <a:ext cx="501492" cy="608256"/>
            </a:xfrm>
            <a:custGeom>
              <a:avLst/>
              <a:gdLst>
                <a:gd name="T0" fmla="*/ 952 w 1833"/>
                <a:gd name="T1" fmla="*/ 1301 h 2225"/>
                <a:gd name="T2" fmla="*/ 882 w 1833"/>
                <a:gd name="T3" fmla="*/ 1413 h 2225"/>
                <a:gd name="T4" fmla="*/ 677 w 1833"/>
                <a:gd name="T5" fmla="*/ 2162 h 2225"/>
                <a:gd name="T6" fmla="*/ 1156 w 1833"/>
                <a:gd name="T7" fmla="*/ 2162 h 2225"/>
                <a:gd name="T8" fmla="*/ 1071 w 1833"/>
                <a:gd name="T9" fmla="*/ 2089 h 2225"/>
                <a:gd name="T10" fmla="*/ 785 w 1833"/>
                <a:gd name="T11" fmla="*/ 2039 h 2225"/>
                <a:gd name="T12" fmla="*/ 1071 w 1833"/>
                <a:gd name="T13" fmla="*/ 2089 h 2225"/>
                <a:gd name="T14" fmla="*/ 760 w 1833"/>
                <a:gd name="T15" fmla="*/ 1949 h 2225"/>
                <a:gd name="T16" fmla="*/ 1096 w 1833"/>
                <a:gd name="T17" fmla="*/ 1949 h 2225"/>
                <a:gd name="T18" fmla="*/ 1026 w 1833"/>
                <a:gd name="T19" fmla="*/ 1801 h 2225"/>
                <a:gd name="T20" fmla="*/ 1061 w 1833"/>
                <a:gd name="T21" fmla="*/ 1836 h 2225"/>
                <a:gd name="T22" fmla="*/ 260 w 1833"/>
                <a:gd name="T23" fmla="*/ 1329 h 2225"/>
                <a:gd name="T24" fmla="*/ 748 w 1833"/>
                <a:gd name="T25" fmla="*/ 1136 h 2225"/>
                <a:gd name="T26" fmla="*/ 190 w 1833"/>
                <a:gd name="T27" fmla="*/ 1329 h 2225"/>
                <a:gd name="T28" fmla="*/ 0 w 1833"/>
                <a:gd name="T29" fmla="*/ 1476 h 2225"/>
                <a:gd name="T30" fmla="*/ 416 w 1833"/>
                <a:gd name="T31" fmla="*/ 2225 h 2225"/>
                <a:gd name="T32" fmla="*/ 416 w 1833"/>
                <a:gd name="T33" fmla="*/ 1413 h 2225"/>
                <a:gd name="T34" fmla="*/ 83 w 1833"/>
                <a:gd name="T35" fmla="*/ 2064 h 2225"/>
                <a:gd name="T36" fmla="*/ 419 w 1833"/>
                <a:gd name="T37" fmla="*/ 2064 h 2225"/>
                <a:gd name="T38" fmla="*/ 108 w 1833"/>
                <a:gd name="T39" fmla="*/ 1974 h 2225"/>
                <a:gd name="T40" fmla="*/ 394 w 1833"/>
                <a:gd name="T41" fmla="*/ 1924 h 2225"/>
                <a:gd name="T42" fmla="*/ 384 w 1833"/>
                <a:gd name="T43" fmla="*/ 1836 h 2225"/>
                <a:gd name="T44" fmla="*/ 419 w 1833"/>
                <a:gd name="T45" fmla="*/ 1801 h 2225"/>
                <a:gd name="T46" fmla="*/ 1643 w 1833"/>
                <a:gd name="T47" fmla="*/ 1413 h 2225"/>
                <a:gd name="T48" fmla="*/ 1082 w 1833"/>
                <a:gd name="T49" fmla="*/ 1101 h 2225"/>
                <a:gd name="T50" fmla="*/ 1415 w 1833"/>
                <a:gd name="T51" fmla="*/ 1171 h 2225"/>
                <a:gd name="T52" fmla="*/ 1417 w 1833"/>
                <a:gd name="T53" fmla="*/ 1413 h 2225"/>
                <a:gd name="T54" fmla="*/ 1417 w 1833"/>
                <a:gd name="T55" fmla="*/ 2225 h 2225"/>
                <a:gd name="T56" fmla="*/ 1833 w 1833"/>
                <a:gd name="T57" fmla="*/ 1476 h 2225"/>
                <a:gd name="T58" fmla="*/ 1462 w 1833"/>
                <a:gd name="T59" fmla="*/ 2089 h 2225"/>
                <a:gd name="T60" fmla="*/ 1748 w 1833"/>
                <a:gd name="T61" fmla="*/ 2039 h 2225"/>
                <a:gd name="T62" fmla="*/ 1748 w 1833"/>
                <a:gd name="T63" fmla="*/ 1974 h 2225"/>
                <a:gd name="T64" fmla="*/ 1462 w 1833"/>
                <a:gd name="T65" fmla="*/ 1924 h 2225"/>
                <a:gd name="T66" fmla="*/ 1748 w 1833"/>
                <a:gd name="T67" fmla="*/ 1974 h 2225"/>
                <a:gd name="T68" fmla="*/ 1738 w 1833"/>
                <a:gd name="T69" fmla="*/ 1766 h 2225"/>
                <a:gd name="T70" fmla="*/ 650 w 1833"/>
                <a:gd name="T71" fmla="*/ 592 h 2225"/>
                <a:gd name="T72" fmla="*/ 1296 w 1833"/>
                <a:gd name="T73" fmla="*/ 113 h 2225"/>
                <a:gd name="T74" fmla="*/ 537 w 1833"/>
                <a:gd name="T75" fmla="*/ 113 h 2225"/>
                <a:gd name="T76" fmla="*/ 603 w 1833"/>
                <a:gd name="T77" fmla="*/ 113 h 2225"/>
                <a:gd name="T78" fmla="*/ 1231 w 1833"/>
                <a:gd name="T79" fmla="*/ 113 h 2225"/>
                <a:gd name="T80" fmla="*/ 650 w 1833"/>
                <a:gd name="T81" fmla="*/ 526 h 2225"/>
                <a:gd name="T82" fmla="*/ 405 w 1833"/>
                <a:gd name="T83" fmla="*/ 902 h 2225"/>
                <a:gd name="T84" fmla="*/ 803 w 1833"/>
                <a:gd name="T85" fmla="*/ 1101 h 2225"/>
                <a:gd name="T86" fmla="*/ 882 w 1833"/>
                <a:gd name="T87" fmla="*/ 1250 h 2225"/>
                <a:gd name="T88" fmla="*/ 1031 w 1833"/>
                <a:gd name="T89" fmla="*/ 1171 h 2225"/>
                <a:gd name="T90" fmla="*/ 952 w 1833"/>
                <a:gd name="T91" fmla="*/ 1021 h 2225"/>
                <a:gd name="T92" fmla="*/ 1457 w 1833"/>
                <a:gd name="T93" fmla="*/ 874 h 2225"/>
                <a:gd name="T94" fmla="*/ 1303 w 1833"/>
                <a:gd name="T95" fmla="*/ 652 h 2225"/>
                <a:gd name="T96" fmla="*/ 530 w 1833"/>
                <a:gd name="T97" fmla="*/ 652 h 2225"/>
                <a:gd name="T98" fmla="*/ 377 w 1833"/>
                <a:gd name="T99" fmla="*/ 874 h 2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3" h="2225">
                  <a:moveTo>
                    <a:pt x="1093" y="1413"/>
                  </a:moveTo>
                  <a:cubicBezTo>
                    <a:pt x="952" y="1413"/>
                    <a:pt x="952" y="1413"/>
                    <a:pt x="952" y="1413"/>
                  </a:cubicBezTo>
                  <a:cubicBezTo>
                    <a:pt x="952" y="1301"/>
                    <a:pt x="952" y="1301"/>
                    <a:pt x="952" y="1301"/>
                  </a:cubicBezTo>
                  <a:cubicBezTo>
                    <a:pt x="940" y="1304"/>
                    <a:pt x="929" y="1305"/>
                    <a:pt x="917" y="1305"/>
                  </a:cubicBezTo>
                  <a:cubicBezTo>
                    <a:pt x="905" y="1305"/>
                    <a:pt x="893" y="1304"/>
                    <a:pt x="882" y="1301"/>
                  </a:cubicBezTo>
                  <a:cubicBezTo>
                    <a:pt x="882" y="1413"/>
                    <a:pt x="882" y="1413"/>
                    <a:pt x="882" y="1413"/>
                  </a:cubicBezTo>
                  <a:cubicBezTo>
                    <a:pt x="740" y="1413"/>
                    <a:pt x="740" y="1413"/>
                    <a:pt x="740" y="1413"/>
                  </a:cubicBezTo>
                  <a:cubicBezTo>
                    <a:pt x="705" y="1413"/>
                    <a:pt x="677" y="1441"/>
                    <a:pt x="677" y="1476"/>
                  </a:cubicBezTo>
                  <a:cubicBezTo>
                    <a:pt x="677" y="2162"/>
                    <a:pt x="677" y="2162"/>
                    <a:pt x="677" y="2162"/>
                  </a:cubicBezTo>
                  <a:cubicBezTo>
                    <a:pt x="677" y="2197"/>
                    <a:pt x="705" y="2225"/>
                    <a:pt x="740" y="2225"/>
                  </a:cubicBezTo>
                  <a:cubicBezTo>
                    <a:pt x="1093" y="2225"/>
                    <a:pt x="1093" y="2225"/>
                    <a:pt x="1093" y="2225"/>
                  </a:cubicBezTo>
                  <a:cubicBezTo>
                    <a:pt x="1128" y="2225"/>
                    <a:pt x="1156" y="2197"/>
                    <a:pt x="1156" y="2162"/>
                  </a:cubicBezTo>
                  <a:cubicBezTo>
                    <a:pt x="1156" y="1476"/>
                    <a:pt x="1156" y="1476"/>
                    <a:pt x="1156" y="1476"/>
                  </a:cubicBezTo>
                  <a:cubicBezTo>
                    <a:pt x="1156" y="1441"/>
                    <a:pt x="1128" y="1413"/>
                    <a:pt x="1093" y="1413"/>
                  </a:cubicBezTo>
                  <a:close/>
                  <a:moveTo>
                    <a:pt x="1071" y="2089"/>
                  </a:moveTo>
                  <a:cubicBezTo>
                    <a:pt x="785" y="2089"/>
                    <a:pt x="785" y="2089"/>
                    <a:pt x="785" y="2089"/>
                  </a:cubicBezTo>
                  <a:cubicBezTo>
                    <a:pt x="771" y="2089"/>
                    <a:pt x="760" y="2078"/>
                    <a:pt x="760" y="2064"/>
                  </a:cubicBezTo>
                  <a:cubicBezTo>
                    <a:pt x="760" y="2050"/>
                    <a:pt x="771" y="2039"/>
                    <a:pt x="785" y="2039"/>
                  </a:cubicBezTo>
                  <a:cubicBezTo>
                    <a:pt x="1071" y="2039"/>
                    <a:pt x="1071" y="2039"/>
                    <a:pt x="1071" y="2039"/>
                  </a:cubicBezTo>
                  <a:cubicBezTo>
                    <a:pt x="1085" y="2039"/>
                    <a:pt x="1096" y="2050"/>
                    <a:pt x="1096" y="2064"/>
                  </a:cubicBezTo>
                  <a:cubicBezTo>
                    <a:pt x="1096" y="2078"/>
                    <a:pt x="1085" y="2089"/>
                    <a:pt x="1071" y="2089"/>
                  </a:cubicBezTo>
                  <a:close/>
                  <a:moveTo>
                    <a:pt x="1071" y="1974"/>
                  </a:moveTo>
                  <a:cubicBezTo>
                    <a:pt x="785" y="1974"/>
                    <a:pt x="785" y="1974"/>
                    <a:pt x="785" y="1974"/>
                  </a:cubicBezTo>
                  <a:cubicBezTo>
                    <a:pt x="771" y="1974"/>
                    <a:pt x="760" y="1963"/>
                    <a:pt x="760" y="1949"/>
                  </a:cubicBezTo>
                  <a:cubicBezTo>
                    <a:pt x="760" y="1935"/>
                    <a:pt x="771" y="1924"/>
                    <a:pt x="785" y="1924"/>
                  </a:cubicBezTo>
                  <a:cubicBezTo>
                    <a:pt x="1071" y="1924"/>
                    <a:pt x="1071" y="1924"/>
                    <a:pt x="1071" y="1924"/>
                  </a:cubicBezTo>
                  <a:cubicBezTo>
                    <a:pt x="1085" y="1924"/>
                    <a:pt x="1096" y="1935"/>
                    <a:pt x="1096" y="1949"/>
                  </a:cubicBezTo>
                  <a:cubicBezTo>
                    <a:pt x="1096" y="1963"/>
                    <a:pt x="1085" y="1974"/>
                    <a:pt x="1071" y="1974"/>
                  </a:cubicBezTo>
                  <a:close/>
                  <a:moveTo>
                    <a:pt x="1061" y="1836"/>
                  </a:moveTo>
                  <a:cubicBezTo>
                    <a:pt x="1042" y="1836"/>
                    <a:pt x="1026" y="1820"/>
                    <a:pt x="1026" y="1801"/>
                  </a:cubicBezTo>
                  <a:cubicBezTo>
                    <a:pt x="1026" y="1782"/>
                    <a:pt x="1042" y="1766"/>
                    <a:pt x="1061" y="1766"/>
                  </a:cubicBezTo>
                  <a:cubicBezTo>
                    <a:pt x="1081" y="1766"/>
                    <a:pt x="1096" y="1782"/>
                    <a:pt x="1096" y="1801"/>
                  </a:cubicBezTo>
                  <a:cubicBezTo>
                    <a:pt x="1096" y="1820"/>
                    <a:pt x="1081" y="1836"/>
                    <a:pt x="1061" y="1836"/>
                  </a:cubicBezTo>
                  <a:close/>
                  <a:moveTo>
                    <a:pt x="416" y="1413"/>
                  </a:moveTo>
                  <a:cubicBezTo>
                    <a:pt x="260" y="1413"/>
                    <a:pt x="260" y="1413"/>
                    <a:pt x="260" y="1413"/>
                  </a:cubicBezTo>
                  <a:cubicBezTo>
                    <a:pt x="260" y="1329"/>
                    <a:pt x="260" y="1329"/>
                    <a:pt x="260" y="1329"/>
                  </a:cubicBezTo>
                  <a:cubicBezTo>
                    <a:pt x="260" y="1242"/>
                    <a:pt x="331" y="1171"/>
                    <a:pt x="418" y="1171"/>
                  </a:cubicBezTo>
                  <a:cubicBezTo>
                    <a:pt x="751" y="1171"/>
                    <a:pt x="751" y="1171"/>
                    <a:pt x="751" y="1171"/>
                  </a:cubicBezTo>
                  <a:cubicBezTo>
                    <a:pt x="749" y="1159"/>
                    <a:pt x="748" y="1148"/>
                    <a:pt x="748" y="1136"/>
                  </a:cubicBezTo>
                  <a:cubicBezTo>
                    <a:pt x="748" y="1124"/>
                    <a:pt x="749" y="1112"/>
                    <a:pt x="751" y="1101"/>
                  </a:cubicBezTo>
                  <a:cubicBezTo>
                    <a:pt x="418" y="1101"/>
                    <a:pt x="418" y="1101"/>
                    <a:pt x="418" y="1101"/>
                  </a:cubicBezTo>
                  <a:cubicBezTo>
                    <a:pt x="293" y="1101"/>
                    <a:pt x="190" y="1203"/>
                    <a:pt x="190" y="1329"/>
                  </a:cubicBezTo>
                  <a:cubicBezTo>
                    <a:pt x="190" y="1413"/>
                    <a:pt x="190" y="1413"/>
                    <a:pt x="190" y="1413"/>
                  </a:cubicBezTo>
                  <a:cubicBezTo>
                    <a:pt x="63" y="1413"/>
                    <a:pt x="63" y="1413"/>
                    <a:pt x="63" y="1413"/>
                  </a:cubicBezTo>
                  <a:cubicBezTo>
                    <a:pt x="28" y="1413"/>
                    <a:pt x="0" y="1441"/>
                    <a:pt x="0" y="1476"/>
                  </a:cubicBezTo>
                  <a:cubicBezTo>
                    <a:pt x="0" y="2162"/>
                    <a:pt x="0" y="2162"/>
                    <a:pt x="0" y="2162"/>
                  </a:cubicBezTo>
                  <a:cubicBezTo>
                    <a:pt x="0" y="2197"/>
                    <a:pt x="28" y="2225"/>
                    <a:pt x="63" y="2225"/>
                  </a:cubicBezTo>
                  <a:cubicBezTo>
                    <a:pt x="416" y="2225"/>
                    <a:pt x="416" y="2225"/>
                    <a:pt x="416" y="2225"/>
                  </a:cubicBezTo>
                  <a:cubicBezTo>
                    <a:pt x="451" y="2225"/>
                    <a:pt x="480" y="2197"/>
                    <a:pt x="480" y="2162"/>
                  </a:cubicBezTo>
                  <a:cubicBezTo>
                    <a:pt x="480" y="1476"/>
                    <a:pt x="480" y="1476"/>
                    <a:pt x="480" y="1476"/>
                  </a:cubicBezTo>
                  <a:cubicBezTo>
                    <a:pt x="480" y="1441"/>
                    <a:pt x="451" y="1413"/>
                    <a:pt x="416" y="1413"/>
                  </a:cubicBezTo>
                  <a:close/>
                  <a:moveTo>
                    <a:pt x="394" y="2089"/>
                  </a:moveTo>
                  <a:cubicBezTo>
                    <a:pt x="108" y="2089"/>
                    <a:pt x="108" y="2089"/>
                    <a:pt x="108" y="2089"/>
                  </a:cubicBezTo>
                  <a:cubicBezTo>
                    <a:pt x="94" y="2089"/>
                    <a:pt x="83" y="2078"/>
                    <a:pt x="83" y="2064"/>
                  </a:cubicBezTo>
                  <a:cubicBezTo>
                    <a:pt x="83" y="2050"/>
                    <a:pt x="94" y="2039"/>
                    <a:pt x="108" y="2039"/>
                  </a:cubicBezTo>
                  <a:cubicBezTo>
                    <a:pt x="394" y="2039"/>
                    <a:pt x="394" y="2039"/>
                    <a:pt x="394" y="2039"/>
                  </a:cubicBezTo>
                  <a:cubicBezTo>
                    <a:pt x="408" y="2039"/>
                    <a:pt x="419" y="2050"/>
                    <a:pt x="419" y="2064"/>
                  </a:cubicBezTo>
                  <a:cubicBezTo>
                    <a:pt x="419" y="2078"/>
                    <a:pt x="408" y="2089"/>
                    <a:pt x="394" y="2089"/>
                  </a:cubicBezTo>
                  <a:close/>
                  <a:moveTo>
                    <a:pt x="394" y="1974"/>
                  </a:moveTo>
                  <a:cubicBezTo>
                    <a:pt x="108" y="1974"/>
                    <a:pt x="108" y="1974"/>
                    <a:pt x="108" y="1974"/>
                  </a:cubicBezTo>
                  <a:cubicBezTo>
                    <a:pt x="94" y="1974"/>
                    <a:pt x="83" y="1963"/>
                    <a:pt x="83" y="1949"/>
                  </a:cubicBezTo>
                  <a:cubicBezTo>
                    <a:pt x="83" y="1935"/>
                    <a:pt x="94" y="1924"/>
                    <a:pt x="108" y="1924"/>
                  </a:cubicBezTo>
                  <a:cubicBezTo>
                    <a:pt x="394" y="1924"/>
                    <a:pt x="394" y="1924"/>
                    <a:pt x="394" y="1924"/>
                  </a:cubicBezTo>
                  <a:cubicBezTo>
                    <a:pt x="408" y="1924"/>
                    <a:pt x="419" y="1935"/>
                    <a:pt x="419" y="1949"/>
                  </a:cubicBezTo>
                  <a:cubicBezTo>
                    <a:pt x="419" y="1963"/>
                    <a:pt x="408" y="1974"/>
                    <a:pt x="394" y="1974"/>
                  </a:cubicBezTo>
                  <a:close/>
                  <a:moveTo>
                    <a:pt x="384" y="1836"/>
                  </a:moveTo>
                  <a:cubicBezTo>
                    <a:pt x="365" y="1836"/>
                    <a:pt x="350" y="1820"/>
                    <a:pt x="350" y="1801"/>
                  </a:cubicBezTo>
                  <a:cubicBezTo>
                    <a:pt x="350" y="1782"/>
                    <a:pt x="365" y="1766"/>
                    <a:pt x="384" y="1766"/>
                  </a:cubicBezTo>
                  <a:cubicBezTo>
                    <a:pt x="404" y="1766"/>
                    <a:pt x="419" y="1782"/>
                    <a:pt x="419" y="1801"/>
                  </a:cubicBezTo>
                  <a:cubicBezTo>
                    <a:pt x="419" y="1820"/>
                    <a:pt x="404" y="1836"/>
                    <a:pt x="384" y="1836"/>
                  </a:cubicBezTo>
                  <a:close/>
                  <a:moveTo>
                    <a:pt x="1770" y="1413"/>
                  </a:moveTo>
                  <a:cubicBezTo>
                    <a:pt x="1643" y="1413"/>
                    <a:pt x="1643" y="1413"/>
                    <a:pt x="1643" y="1413"/>
                  </a:cubicBezTo>
                  <a:cubicBezTo>
                    <a:pt x="1643" y="1329"/>
                    <a:pt x="1643" y="1329"/>
                    <a:pt x="1643" y="1329"/>
                  </a:cubicBezTo>
                  <a:cubicBezTo>
                    <a:pt x="1643" y="1203"/>
                    <a:pt x="1541" y="1101"/>
                    <a:pt x="1415" y="1101"/>
                  </a:cubicBezTo>
                  <a:cubicBezTo>
                    <a:pt x="1082" y="1101"/>
                    <a:pt x="1082" y="1101"/>
                    <a:pt x="1082" y="1101"/>
                  </a:cubicBezTo>
                  <a:cubicBezTo>
                    <a:pt x="1085" y="1112"/>
                    <a:pt x="1086" y="1124"/>
                    <a:pt x="1086" y="1136"/>
                  </a:cubicBezTo>
                  <a:cubicBezTo>
                    <a:pt x="1086" y="1148"/>
                    <a:pt x="1085" y="1159"/>
                    <a:pt x="1082" y="1171"/>
                  </a:cubicBezTo>
                  <a:cubicBezTo>
                    <a:pt x="1415" y="1171"/>
                    <a:pt x="1415" y="1171"/>
                    <a:pt x="1415" y="1171"/>
                  </a:cubicBezTo>
                  <a:cubicBezTo>
                    <a:pt x="1503" y="1171"/>
                    <a:pt x="1574" y="1242"/>
                    <a:pt x="1574" y="1329"/>
                  </a:cubicBezTo>
                  <a:cubicBezTo>
                    <a:pt x="1574" y="1413"/>
                    <a:pt x="1574" y="1413"/>
                    <a:pt x="1574" y="1413"/>
                  </a:cubicBezTo>
                  <a:cubicBezTo>
                    <a:pt x="1417" y="1413"/>
                    <a:pt x="1417" y="1413"/>
                    <a:pt x="1417" y="1413"/>
                  </a:cubicBezTo>
                  <a:cubicBezTo>
                    <a:pt x="1382" y="1413"/>
                    <a:pt x="1354" y="1441"/>
                    <a:pt x="1354" y="1476"/>
                  </a:cubicBezTo>
                  <a:cubicBezTo>
                    <a:pt x="1354" y="2162"/>
                    <a:pt x="1354" y="2162"/>
                    <a:pt x="1354" y="2162"/>
                  </a:cubicBezTo>
                  <a:cubicBezTo>
                    <a:pt x="1354" y="2197"/>
                    <a:pt x="1382" y="2225"/>
                    <a:pt x="1417" y="2225"/>
                  </a:cubicBezTo>
                  <a:cubicBezTo>
                    <a:pt x="1770" y="2225"/>
                    <a:pt x="1770" y="2225"/>
                    <a:pt x="1770" y="2225"/>
                  </a:cubicBezTo>
                  <a:cubicBezTo>
                    <a:pt x="1805" y="2225"/>
                    <a:pt x="1833" y="2197"/>
                    <a:pt x="1833" y="2162"/>
                  </a:cubicBezTo>
                  <a:cubicBezTo>
                    <a:pt x="1833" y="1476"/>
                    <a:pt x="1833" y="1476"/>
                    <a:pt x="1833" y="1476"/>
                  </a:cubicBezTo>
                  <a:cubicBezTo>
                    <a:pt x="1833" y="1441"/>
                    <a:pt x="1805" y="1413"/>
                    <a:pt x="1770" y="1413"/>
                  </a:cubicBezTo>
                  <a:close/>
                  <a:moveTo>
                    <a:pt x="1748" y="2089"/>
                  </a:moveTo>
                  <a:cubicBezTo>
                    <a:pt x="1462" y="2089"/>
                    <a:pt x="1462" y="2089"/>
                    <a:pt x="1462" y="2089"/>
                  </a:cubicBezTo>
                  <a:cubicBezTo>
                    <a:pt x="1448" y="2089"/>
                    <a:pt x="1437" y="2078"/>
                    <a:pt x="1437" y="2064"/>
                  </a:cubicBezTo>
                  <a:cubicBezTo>
                    <a:pt x="1437" y="2050"/>
                    <a:pt x="1448" y="2039"/>
                    <a:pt x="1462" y="2039"/>
                  </a:cubicBezTo>
                  <a:cubicBezTo>
                    <a:pt x="1748" y="2039"/>
                    <a:pt x="1748" y="2039"/>
                    <a:pt x="1748" y="2039"/>
                  </a:cubicBezTo>
                  <a:cubicBezTo>
                    <a:pt x="1762" y="2039"/>
                    <a:pt x="1773" y="2050"/>
                    <a:pt x="1773" y="2064"/>
                  </a:cubicBezTo>
                  <a:cubicBezTo>
                    <a:pt x="1773" y="2078"/>
                    <a:pt x="1762" y="2089"/>
                    <a:pt x="1748" y="2089"/>
                  </a:cubicBezTo>
                  <a:close/>
                  <a:moveTo>
                    <a:pt x="1748" y="1974"/>
                  </a:moveTo>
                  <a:cubicBezTo>
                    <a:pt x="1462" y="1974"/>
                    <a:pt x="1462" y="1974"/>
                    <a:pt x="1462" y="1974"/>
                  </a:cubicBezTo>
                  <a:cubicBezTo>
                    <a:pt x="1448" y="1974"/>
                    <a:pt x="1437" y="1963"/>
                    <a:pt x="1437" y="1949"/>
                  </a:cubicBezTo>
                  <a:cubicBezTo>
                    <a:pt x="1437" y="1935"/>
                    <a:pt x="1448" y="1924"/>
                    <a:pt x="1462" y="1924"/>
                  </a:cubicBezTo>
                  <a:cubicBezTo>
                    <a:pt x="1748" y="1924"/>
                    <a:pt x="1748" y="1924"/>
                    <a:pt x="1748" y="1924"/>
                  </a:cubicBezTo>
                  <a:cubicBezTo>
                    <a:pt x="1762" y="1924"/>
                    <a:pt x="1773" y="1935"/>
                    <a:pt x="1773" y="1949"/>
                  </a:cubicBezTo>
                  <a:cubicBezTo>
                    <a:pt x="1773" y="1963"/>
                    <a:pt x="1762" y="1974"/>
                    <a:pt x="1748" y="1974"/>
                  </a:cubicBezTo>
                  <a:close/>
                  <a:moveTo>
                    <a:pt x="1738" y="1836"/>
                  </a:moveTo>
                  <a:cubicBezTo>
                    <a:pt x="1719" y="1836"/>
                    <a:pt x="1703" y="1820"/>
                    <a:pt x="1703" y="1801"/>
                  </a:cubicBezTo>
                  <a:cubicBezTo>
                    <a:pt x="1703" y="1782"/>
                    <a:pt x="1719" y="1766"/>
                    <a:pt x="1738" y="1766"/>
                  </a:cubicBezTo>
                  <a:cubicBezTo>
                    <a:pt x="1757" y="1766"/>
                    <a:pt x="1773" y="1782"/>
                    <a:pt x="1773" y="1801"/>
                  </a:cubicBezTo>
                  <a:cubicBezTo>
                    <a:pt x="1773" y="1820"/>
                    <a:pt x="1757" y="1836"/>
                    <a:pt x="1738" y="1836"/>
                  </a:cubicBezTo>
                  <a:close/>
                  <a:moveTo>
                    <a:pt x="650" y="592"/>
                  </a:moveTo>
                  <a:cubicBezTo>
                    <a:pt x="1184" y="592"/>
                    <a:pt x="1184" y="592"/>
                    <a:pt x="1184" y="592"/>
                  </a:cubicBezTo>
                  <a:cubicBezTo>
                    <a:pt x="1246" y="592"/>
                    <a:pt x="1296" y="541"/>
                    <a:pt x="1296" y="479"/>
                  </a:cubicBezTo>
                  <a:cubicBezTo>
                    <a:pt x="1296" y="113"/>
                    <a:pt x="1296" y="113"/>
                    <a:pt x="1296" y="113"/>
                  </a:cubicBezTo>
                  <a:cubicBezTo>
                    <a:pt x="1296" y="51"/>
                    <a:pt x="1246" y="0"/>
                    <a:pt x="1184" y="0"/>
                  </a:cubicBezTo>
                  <a:cubicBezTo>
                    <a:pt x="650" y="0"/>
                    <a:pt x="650" y="0"/>
                    <a:pt x="650" y="0"/>
                  </a:cubicBezTo>
                  <a:cubicBezTo>
                    <a:pt x="588" y="0"/>
                    <a:pt x="537" y="51"/>
                    <a:pt x="537" y="113"/>
                  </a:cubicBezTo>
                  <a:cubicBezTo>
                    <a:pt x="537" y="479"/>
                    <a:pt x="537" y="479"/>
                    <a:pt x="537" y="479"/>
                  </a:cubicBezTo>
                  <a:cubicBezTo>
                    <a:pt x="537" y="541"/>
                    <a:pt x="588" y="592"/>
                    <a:pt x="650" y="592"/>
                  </a:cubicBezTo>
                  <a:close/>
                  <a:moveTo>
                    <a:pt x="603" y="113"/>
                  </a:moveTo>
                  <a:cubicBezTo>
                    <a:pt x="603" y="87"/>
                    <a:pt x="624" y="66"/>
                    <a:pt x="650" y="66"/>
                  </a:cubicBezTo>
                  <a:cubicBezTo>
                    <a:pt x="1184" y="66"/>
                    <a:pt x="1184" y="66"/>
                    <a:pt x="1184" y="66"/>
                  </a:cubicBezTo>
                  <a:cubicBezTo>
                    <a:pt x="1210" y="66"/>
                    <a:pt x="1231" y="87"/>
                    <a:pt x="1231" y="113"/>
                  </a:cubicBezTo>
                  <a:cubicBezTo>
                    <a:pt x="1231" y="479"/>
                    <a:pt x="1231" y="479"/>
                    <a:pt x="1231" y="479"/>
                  </a:cubicBezTo>
                  <a:cubicBezTo>
                    <a:pt x="1231" y="505"/>
                    <a:pt x="1210" y="526"/>
                    <a:pt x="1184" y="526"/>
                  </a:cubicBezTo>
                  <a:cubicBezTo>
                    <a:pt x="650" y="526"/>
                    <a:pt x="650" y="526"/>
                    <a:pt x="650" y="526"/>
                  </a:cubicBezTo>
                  <a:cubicBezTo>
                    <a:pt x="624" y="526"/>
                    <a:pt x="603" y="505"/>
                    <a:pt x="603" y="479"/>
                  </a:cubicBezTo>
                  <a:lnTo>
                    <a:pt x="603" y="113"/>
                  </a:lnTo>
                  <a:close/>
                  <a:moveTo>
                    <a:pt x="405" y="902"/>
                  </a:moveTo>
                  <a:cubicBezTo>
                    <a:pt x="882" y="902"/>
                    <a:pt x="882" y="902"/>
                    <a:pt x="882" y="902"/>
                  </a:cubicBezTo>
                  <a:cubicBezTo>
                    <a:pt x="882" y="1021"/>
                    <a:pt x="882" y="1021"/>
                    <a:pt x="882" y="1021"/>
                  </a:cubicBezTo>
                  <a:cubicBezTo>
                    <a:pt x="844" y="1033"/>
                    <a:pt x="814" y="1063"/>
                    <a:pt x="803" y="1101"/>
                  </a:cubicBezTo>
                  <a:cubicBezTo>
                    <a:pt x="799" y="1112"/>
                    <a:pt x="797" y="1124"/>
                    <a:pt x="797" y="1136"/>
                  </a:cubicBezTo>
                  <a:cubicBezTo>
                    <a:pt x="797" y="1148"/>
                    <a:pt x="799" y="1160"/>
                    <a:pt x="803" y="1171"/>
                  </a:cubicBezTo>
                  <a:cubicBezTo>
                    <a:pt x="814" y="1209"/>
                    <a:pt x="844" y="1238"/>
                    <a:pt x="882" y="1250"/>
                  </a:cubicBezTo>
                  <a:cubicBezTo>
                    <a:pt x="893" y="1253"/>
                    <a:pt x="905" y="1255"/>
                    <a:pt x="917" y="1255"/>
                  </a:cubicBezTo>
                  <a:cubicBezTo>
                    <a:pt x="929" y="1255"/>
                    <a:pt x="941" y="1253"/>
                    <a:pt x="952" y="1250"/>
                  </a:cubicBezTo>
                  <a:cubicBezTo>
                    <a:pt x="990" y="1238"/>
                    <a:pt x="1020" y="1209"/>
                    <a:pt x="1031" y="1171"/>
                  </a:cubicBezTo>
                  <a:cubicBezTo>
                    <a:pt x="1034" y="1160"/>
                    <a:pt x="1036" y="1148"/>
                    <a:pt x="1036" y="1136"/>
                  </a:cubicBezTo>
                  <a:cubicBezTo>
                    <a:pt x="1036" y="1124"/>
                    <a:pt x="1034" y="1112"/>
                    <a:pt x="1031" y="1101"/>
                  </a:cubicBezTo>
                  <a:cubicBezTo>
                    <a:pt x="1019" y="1063"/>
                    <a:pt x="990" y="1033"/>
                    <a:pt x="952" y="1021"/>
                  </a:cubicBezTo>
                  <a:cubicBezTo>
                    <a:pt x="952" y="902"/>
                    <a:pt x="952" y="902"/>
                    <a:pt x="952" y="902"/>
                  </a:cubicBezTo>
                  <a:cubicBezTo>
                    <a:pt x="1429" y="902"/>
                    <a:pt x="1429" y="902"/>
                    <a:pt x="1429" y="902"/>
                  </a:cubicBezTo>
                  <a:cubicBezTo>
                    <a:pt x="1444" y="902"/>
                    <a:pt x="1457" y="889"/>
                    <a:pt x="1457" y="874"/>
                  </a:cubicBezTo>
                  <a:cubicBezTo>
                    <a:pt x="1457" y="861"/>
                    <a:pt x="1457" y="861"/>
                    <a:pt x="1457" y="861"/>
                  </a:cubicBezTo>
                  <a:cubicBezTo>
                    <a:pt x="1457" y="845"/>
                    <a:pt x="1449" y="823"/>
                    <a:pt x="1439" y="811"/>
                  </a:cubicBezTo>
                  <a:cubicBezTo>
                    <a:pt x="1303" y="652"/>
                    <a:pt x="1303" y="652"/>
                    <a:pt x="1303" y="652"/>
                  </a:cubicBezTo>
                  <a:cubicBezTo>
                    <a:pt x="1293" y="640"/>
                    <a:pt x="1273" y="631"/>
                    <a:pt x="1257" y="631"/>
                  </a:cubicBezTo>
                  <a:cubicBezTo>
                    <a:pt x="577" y="631"/>
                    <a:pt x="577" y="631"/>
                    <a:pt x="577" y="631"/>
                  </a:cubicBezTo>
                  <a:cubicBezTo>
                    <a:pt x="561" y="631"/>
                    <a:pt x="540" y="640"/>
                    <a:pt x="530" y="652"/>
                  </a:cubicBezTo>
                  <a:cubicBezTo>
                    <a:pt x="395" y="811"/>
                    <a:pt x="395" y="811"/>
                    <a:pt x="395" y="811"/>
                  </a:cubicBezTo>
                  <a:cubicBezTo>
                    <a:pt x="385" y="823"/>
                    <a:pt x="377" y="845"/>
                    <a:pt x="377" y="861"/>
                  </a:cubicBezTo>
                  <a:cubicBezTo>
                    <a:pt x="377" y="874"/>
                    <a:pt x="377" y="874"/>
                    <a:pt x="377" y="874"/>
                  </a:cubicBezTo>
                  <a:cubicBezTo>
                    <a:pt x="377" y="889"/>
                    <a:pt x="389" y="902"/>
                    <a:pt x="405" y="902"/>
                  </a:cubicBezTo>
                  <a:close/>
                </a:path>
              </a:pathLst>
            </a:custGeom>
            <a:solidFill>
              <a:srgbClr val="36485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vert="horz" wrap="square" lIns="82305" tIns="41153" rIns="82305" bIns="41153" numCol="1" anchor="t" anchorCtr="0" compatLnSpc="1"/>
            <a:lstStyle/>
            <a:p>
              <a:pPr defTabSz="913765"/>
              <a:endParaRPr lang="en-US" sz="1200">
                <a:solidFill>
                  <a:srgbClr val="292929"/>
                </a:solidFill>
              </a:endParaRPr>
            </a:p>
          </p:txBody>
        </p:sp>
        <p:pic>
          <p:nvPicPr>
            <p:cNvPr id="28" name="Comp 28" descr="\\MAGNUM\Projects\Microsoft\Cloud Power FY12\Design\ICONS_PNG\Increase.png"/>
            <p:cNvPicPr>
              <a:picLocks noChangeAspect="1" noChangeArrowheads="1"/>
            </p:cNvPicPr>
            <p:nvPr/>
          </p:nvPicPr>
          <p:blipFill rotWithShape="1">
            <a:blip cstate="print">
              <a:duotone>
                <a:prstClr val="black"/>
                <a:srgbClr val="393F59">
                  <a:tint val="45000"/>
                  <a:satMod val="400000"/>
                </a:srgbClr>
              </a:duotone>
            </a:blip>
            <a:srcRect b="16251"/>
            <a:stretch>
              <a:fillRect/>
            </a:stretch>
          </p:blipFill>
          <p:spPr bwMode="auto">
            <a:xfrm>
              <a:off x="4695880" y="1631944"/>
              <a:ext cx="1059851" cy="887383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  <p:sp>
          <p:nvSpPr>
            <p:cNvPr id="29" name="Comp 29"/>
            <p:cNvSpPr>
              <a:spLocks noEditPoints="1"/>
            </p:cNvSpPr>
            <p:nvPr/>
          </p:nvSpPr>
          <p:spPr bwMode="black">
            <a:xfrm>
              <a:off x="6323102" y="4442921"/>
              <a:ext cx="628007" cy="404159"/>
            </a:xfrm>
            <a:custGeom>
              <a:avLst/>
              <a:gdLst>
                <a:gd name="T0" fmla="*/ 350 w 3153"/>
                <a:gd name="T1" fmla="*/ 935 h 2031"/>
                <a:gd name="T2" fmla="*/ 788 w 3153"/>
                <a:gd name="T3" fmla="*/ 0 h 2031"/>
                <a:gd name="T4" fmla="*/ 2918 w 3153"/>
                <a:gd name="T5" fmla="*/ 1882 h 2031"/>
                <a:gd name="T6" fmla="*/ 2403 w 3153"/>
                <a:gd name="T7" fmla="*/ 1493 h 2031"/>
                <a:gd name="T8" fmla="*/ 2244 w 3153"/>
                <a:gd name="T9" fmla="*/ 1424 h 2031"/>
                <a:gd name="T10" fmla="*/ 2391 w 3153"/>
                <a:gd name="T11" fmla="*/ 1458 h 2031"/>
                <a:gd name="T12" fmla="*/ 1437 w 3153"/>
                <a:gd name="T13" fmla="*/ 1486 h 2031"/>
                <a:gd name="T14" fmla="*/ 1460 w 3153"/>
                <a:gd name="T15" fmla="*/ 1427 h 2031"/>
                <a:gd name="T16" fmla="*/ 1588 w 3153"/>
                <a:gd name="T17" fmla="*/ 1440 h 2031"/>
                <a:gd name="T18" fmla="*/ 1563 w 3153"/>
                <a:gd name="T19" fmla="*/ 1636 h 2031"/>
                <a:gd name="T20" fmla="*/ 1421 w 3153"/>
                <a:gd name="T21" fmla="*/ 1612 h 2031"/>
                <a:gd name="T22" fmla="*/ 1170 w 3153"/>
                <a:gd name="T23" fmla="*/ 1604 h 2031"/>
                <a:gd name="T24" fmla="*/ 1340 w 3153"/>
                <a:gd name="T25" fmla="*/ 1589 h 2031"/>
                <a:gd name="T26" fmla="*/ 1175 w 3153"/>
                <a:gd name="T27" fmla="*/ 1631 h 2031"/>
                <a:gd name="T28" fmla="*/ 1228 w 3153"/>
                <a:gd name="T29" fmla="*/ 1433 h 2031"/>
                <a:gd name="T30" fmla="*/ 1366 w 3153"/>
                <a:gd name="T31" fmla="*/ 1441 h 2031"/>
                <a:gd name="T32" fmla="*/ 916 w 3153"/>
                <a:gd name="T33" fmla="*/ 1607 h 2031"/>
                <a:gd name="T34" fmla="*/ 1099 w 3153"/>
                <a:gd name="T35" fmla="*/ 1564 h 2031"/>
                <a:gd name="T36" fmla="*/ 911 w 3153"/>
                <a:gd name="T37" fmla="*/ 1624 h 2031"/>
                <a:gd name="T38" fmla="*/ 832 w 3153"/>
                <a:gd name="T39" fmla="*/ 1503 h 2031"/>
                <a:gd name="T40" fmla="*/ 922 w 3153"/>
                <a:gd name="T41" fmla="*/ 1437 h 2031"/>
                <a:gd name="T42" fmla="*/ 999 w 3153"/>
                <a:gd name="T43" fmla="*/ 1440 h 2031"/>
                <a:gd name="T44" fmla="*/ 1143 w 3153"/>
                <a:gd name="T45" fmla="*/ 1436 h 2031"/>
                <a:gd name="T46" fmla="*/ 1113 w 3153"/>
                <a:gd name="T47" fmla="*/ 1496 h 2031"/>
                <a:gd name="T48" fmla="*/ 692 w 3153"/>
                <a:gd name="T49" fmla="*/ 1804 h 2031"/>
                <a:gd name="T50" fmla="*/ 574 w 3153"/>
                <a:gd name="T51" fmla="*/ 1739 h 2031"/>
                <a:gd name="T52" fmla="*/ 656 w 3153"/>
                <a:gd name="T53" fmla="*/ 1687 h 2031"/>
                <a:gd name="T54" fmla="*/ 823 w 3153"/>
                <a:gd name="T55" fmla="*/ 1619 h 2031"/>
                <a:gd name="T56" fmla="*/ 669 w 3153"/>
                <a:gd name="T57" fmla="*/ 1638 h 2031"/>
                <a:gd name="T58" fmla="*/ 713 w 3153"/>
                <a:gd name="T59" fmla="*/ 1551 h 2031"/>
                <a:gd name="T60" fmla="*/ 828 w 3153"/>
                <a:gd name="T61" fmla="*/ 1613 h 2031"/>
                <a:gd name="T62" fmla="*/ 1570 w 3153"/>
                <a:gd name="T63" fmla="*/ 1798 h 2031"/>
                <a:gd name="T64" fmla="*/ 850 w 3153"/>
                <a:gd name="T65" fmla="*/ 1803 h 2031"/>
                <a:gd name="T66" fmla="*/ 882 w 3153"/>
                <a:gd name="T67" fmla="*/ 1698 h 2031"/>
                <a:gd name="T68" fmla="*/ 1563 w 3153"/>
                <a:gd name="T69" fmla="*/ 1687 h 2031"/>
                <a:gd name="T70" fmla="*/ 1670 w 3153"/>
                <a:gd name="T71" fmla="*/ 1489 h 2031"/>
                <a:gd name="T72" fmla="*/ 1693 w 3153"/>
                <a:gd name="T73" fmla="*/ 1424 h 2031"/>
                <a:gd name="T74" fmla="*/ 1793 w 3153"/>
                <a:gd name="T75" fmla="*/ 1500 h 2031"/>
                <a:gd name="T76" fmla="*/ 1675 w 3153"/>
                <a:gd name="T77" fmla="*/ 1612 h 2031"/>
                <a:gd name="T78" fmla="*/ 1843 w 3153"/>
                <a:gd name="T79" fmla="*/ 1621 h 2031"/>
                <a:gd name="T80" fmla="*/ 1804 w 3153"/>
                <a:gd name="T81" fmla="*/ 1637 h 2031"/>
                <a:gd name="T82" fmla="*/ 1866 w 3153"/>
                <a:gd name="T83" fmla="*/ 1793 h 2031"/>
                <a:gd name="T84" fmla="*/ 1690 w 3153"/>
                <a:gd name="T85" fmla="*/ 1778 h 2031"/>
                <a:gd name="T86" fmla="*/ 1686 w 3153"/>
                <a:gd name="T87" fmla="*/ 1702 h 2031"/>
                <a:gd name="T88" fmla="*/ 1724 w 3153"/>
                <a:gd name="T89" fmla="*/ 1685 h 2031"/>
                <a:gd name="T90" fmla="*/ 1843 w 3153"/>
                <a:gd name="T91" fmla="*/ 1691 h 2031"/>
                <a:gd name="T92" fmla="*/ 2009 w 3153"/>
                <a:gd name="T93" fmla="*/ 1439 h 2031"/>
                <a:gd name="T94" fmla="*/ 2140 w 3153"/>
                <a:gd name="T95" fmla="*/ 1428 h 2031"/>
                <a:gd name="T96" fmla="*/ 2161 w 3153"/>
                <a:gd name="T97" fmla="*/ 1499 h 2031"/>
                <a:gd name="T98" fmla="*/ 2064 w 3153"/>
                <a:gd name="T99" fmla="*/ 1588 h 2031"/>
                <a:gd name="T100" fmla="*/ 2218 w 3153"/>
                <a:gd name="T101" fmla="*/ 1565 h 2031"/>
                <a:gd name="T102" fmla="*/ 2225 w 3153"/>
                <a:gd name="T103" fmla="*/ 1634 h 2031"/>
                <a:gd name="T104" fmla="*/ 2319 w 3153"/>
                <a:gd name="T105" fmla="*/ 1790 h 2031"/>
                <a:gd name="T106" fmla="*/ 2131 w 3153"/>
                <a:gd name="T107" fmla="*/ 1770 h 2031"/>
                <a:gd name="T108" fmla="*/ 2145 w 3153"/>
                <a:gd name="T109" fmla="*/ 1683 h 2031"/>
                <a:gd name="T110" fmla="*/ 2340 w 3153"/>
                <a:gd name="T111" fmla="*/ 1624 h 2031"/>
                <a:gd name="T112" fmla="*/ 2463 w 3153"/>
                <a:gd name="T113" fmla="*/ 1564 h 2031"/>
                <a:gd name="T114" fmla="*/ 2434 w 3153"/>
                <a:gd name="T115" fmla="*/ 1636 h 2031"/>
                <a:gd name="T116" fmla="*/ 2415 w 3153"/>
                <a:gd name="T117" fmla="*/ 1769 h 2031"/>
                <a:gd name="T118" fmla="*/ 2500 w 3153"/>
                <a:gd name="T119" fmla="*/ 1683 h 2031"/>
                <a:gd name="T120" fmla="*/ 2605 w 3153"/>
                <a:gd name="T121" fmla="*/ 1791 h 2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53" h="2031">
                  <a:moveTo>
                    <a:pt x="448" y="830"/>
                  </a:moveTo>
                  <a:cubicBezTo>
                    <a:pt x="368" y="755"/>
                    <a:pt x="368" y="615"/>
                    <a:pt x="448" y="539"/>
                  </a:cubicBezTo>
                  <a:cubicBezTo>
                    <a:pt x="393" y="549"/>
                    <a:pt x="339" y="610"/>
                    <a:pt x="339" y="685"/>
                  </a:cubicBezTo>
                  <a:cubicBezTo>
                    <a:pt x="339" y="759"/>
                    <a:pt x="393" y="820"/>
                    <a:pt x="448" y="830"/>
                  </a:cubicBezTo>
                  <a:close/>
                  <a:moveTo>
                    <a:pt x="2814" y="685"/>
                  </a:moveTo>
                  <a:cubicBezTo>
                    <a:pt x="2815" y="610"/>
                    <a:pt x="2761" y="549"/>
                    <a:pt x="2706" y="539"/>
                  </a:cubicBezTo>
                  <a:cubicBezTo>
                    <a:pt x="2786" y="615"/>
                    <a:pt x="2786" y="755"/>
                    <a:pt x="2706" y="830"/>
                  </a:cubicBezTo>
                  <a:cubicBezTo>
                    <a:pt x="2761" y="820"/>
                    <a:pt x="2815" y="759"/>
                    <a:pt x="2814" y="685"/>
                  </a:cubicBezTo>
                  <a:close/>
                  <a:moveTo>
                    <a:pt x="2804" y="935"/>
                  </a:moveTo>
                  <a:cubicBezTo>
                    <a:pt x="2886" y="904"/>
                    <a:pt x="2970" y="808"/>
                    <a:pt x="2969" y="685"/>
                  </a:cubicBezTo>
                  <a:cubicBezTo>
                    <a:pt x="2970" y="561"/>
                    <a:pt x="2886" y="465"/>
                    <a:pt x="2804" y="434"/>
                  </a:cubicBezTo>
                  <a:cubicBezTo>
                    <a:pt x="2871" y="501"/>
                    <a:pt x="2915" y="591"/>
                    <a:pt x="2914" y="685"/>
                  </a:cubicBezTo>
                  <a:cubicBezTo>
                    <a:pt x="2915" y="778"/>
                    <a:pt x="2871" y="868"/>
                    <a:pt x="2804" y="935"/>
                  </a:cubicBezTo>
                  <a:close/>
                  <a:moveTo>
                    <a:pt x="350" y="935"/>
                  </a:moveTo>
                  <a:cubicBezTo>
                    <a:pt x="282" y="868"/>
                    <a:pt x="239" y="778"/>
                    <a:pt x="239" y="685"/>
                  </a:cubicBezTo>
                  <a:cubicBezTo>
                    <a:pt x="239" y="591"/>
                    <a:pt x="282" y="501"/>
                    <a:pt x="350" y="434"/>
                  </a:cubicBezTo>
                  <a:cubicBezTo>
                    <a:pt x="267" y="465"/>
                    <a:pt x="183" y="561"/>
                    <a:pt x="184" y="685"/>
                  </a:cubicBezTo>
                  <a:cubicBezTo>
                    <a:pt x="183" y="808"/>
                    <a:pt x="267" y="904"/>
                    <a:pt x="350" y="935"/>
                  </a:cubicBezTo>
                  <a:close/>
                  <a:moveTo>
                    <a:pt x="2877" y="1804"/>
                  </a:moveTo>
                  <a:cubicBezTo>
                    <a:pt x="2844" y="1765"/>
                    <a:pt x="2811" y="1726"/>
                    <a:pt x="2778" y="1687"/>
                  </a:cubicBezTo>
                  <a:cubicBezTo>
                    <a:pt x="2705" y="1601"/>
                    <a:pt x="2633" y="1516"/>
                    <a:pt x="2560" y="1430"/>
                  </a:cubicBezTo>
                  <a:cubicBezTo>
                    <a:pt x="2557" y="1426"/>
                    <a:pt x="2553" y="1421"/>
                    <a:pt x="2549" y="1417"/>
                  </a:cubicBezTo>
                  <a:cubicBezTo>
                    <a:pt x="2534" y="1399"/>
                    <a:pt x="2511" y="1389"/>
                    <a:pt x="2489" y="1381"/>
                  </a:cubicBezTo>
                  <a:cubicBezTo>
                    <a:pt x="2466" y="1373"/>
                    <a:pt x="2441" y="1368"/>
                    <a:pt x="2416" y="1367"/>
                  </a:cubicBezTo>
                  <a:cubicBezTo>
                    <a:pt x="2503" y="1344"/>
                    <a:pt x="2567" y="1266"/>
                    <a:pt x="2567" y="1172"/>
                  </a:cubicBezTo>
                  <a:cubicBezTo>
                    <a:pt x="2567" y="202"/>
                    <a:pt x="2567" y="202"/>
                    <a:pt x="2567" y="202"/>
                  </a:cubicBezTo>
                  <a:cubicBezTo>
                    <a:pt x="2567" y="90"/>
                    <a:pt x="2476" y="0"/>
                    <a:pt x="2365" y="0"/>
                  </a:cubicBezTo>
                  <a:cubicBezTo>
                    <a:pt x="788" y="0"/>
                    <a:pt x="788" y="0"/>
                    <a:pt x="788" y="0"/>
                  </a:cubicBezTo>
                  <a:cubicBezTo>
                    <a:pt x="677" y="0"/>
                    <a:pt x="586" y="90"/>
                    <a:pt x="586" y="202"/>
                  </a:cubicBezTo>
                  <a:cubicBezTo>
                    <a:pt x="586" y="1172"/>
                    <a:pt x="586" y="1172"/>
                    <a:pt x="586" y="1172"/>
                  </a:cubicBezTo>
                  <a:cubicBezTo>
                    <a:pt x="586" y="1266"/>
                    <a:pt x="651" y="1345"/>
                    <a:pt x="738" y="1368"/>
                  </a:cubicBezTo>
                  <a:cubicBezTo>
                    <a:pt x="689" y="1370"/>
                    <a:pt x="633" y="1388"/>
                    <a:pt x="600" y="1426"/>
                  </a:cubicBezTo>
                  <a:cubicBezTo>
                    <a:pt x="575" y="1457"/>
                    <a:pt x="549" y="1487"/>
                    <a:pt x="524" y="1518"/>
                  </a:cubicBezTo>
                  <a:cubicBezTo>
                    <a:pt x="446" y="1610"/>
                    <a:pt x="368" y="1703"/>
                    <a:pt x="290" y="1796"/>
                  </a:cubicBezTo>
                  <a:cubicBezTo>
                    <a:pt x="271" y="1819"/>
                    <a:pt x="235" y="1852"/>
                    <a:pt x="235" y="1884"/>
                  </a:cubicBezTo>
                  <a:cubicBezTo>
                    <a:pt x="235" y="1971"/>
                    <a:pt x="235" y="1971"/>
                    <a:pt x="235" y="1971"/>
                  </a:cubicBezTo>
                  <a:cubicBezTo>
                    <a:pt x="236" y="1982"/>
                    <a:pt x="238" y="1993"/>
                    <a:pt x="244" y="2002"/>
                  </a:cubicBezTo>
                  <a:cubicBezTo>
                    <a:pt x="264" y="2030"/>
                    <a:pt x="304" y="2031"/>
                    <a:pt x="336" y="2031"/>
                  </a:cubicBezTo>
                  <a:cubicBezTo>
                    <a:pt x="380" y="2031"/>
                    <a:pt x="2688" y="2031"/>
                    <a:pt x="2758" y="2031"/>
                  </a:cubicBezTo>
                  <a:cubicBezTo>
                    <a:pt x="2792" y="2031"/>
                    <a:pt x="2831" y="2027"/>
                    <a:pt x="2865" y="2020"/>
                  </a:cubicBezTo>
                  <a:cubicBezTo>
                    <a:pt x="2888" y="2016"/>
                    <a:pt x="2915" y="2003"/>
                    <a:pt x="2918" y="1976"/>
                  </a:cubicBezTo>
                  <a:cubicBezTo>
                    <a:pt x="2918" y="1882"/>
                    <a:pt x="2918" y="1882"/>
                    <a:pt x="2918" y="1882"/>
                  </a:cubicBezTo>
                  <a:cubicBezTo>
                    <a:pt x="2921" y="1861"/>
                    <a:pt x="2909" y="1841"/>
                    <a:pt x="2896" y="1826"/>
                  </a:cubicBezTo>
                  <a:cubicBezTo>
                    <a:pt x="2889" y="1818"/>
                    <a:pt x="2883" y="1811"/>
                    <a:pt x="2877" y="1804"/>
                  </a:cubicBezTo>
                  <a:close/>
                  <a:moveTo>
                    <a:pt x="705" y="1159"/>
                  </a:moveTo>
                  <a:cubicBezTo>
                    <a:pt x="705" y="215"/>
                    <a:pt x="705" y="215"/>
                    <a:pt x="705" y="215"/>
                  </a:cubicBezTo>
                  <a:cubicBezTo>
                    <a:pt x="705" y="157"/>
                    <a:pt x="752" y="111"/>
                    <a:pt x="809" y="111"/>
                  </a:cubicBezTo>
                  <a:cubicBezTo>
                    <a:pt x="2344" y="111"/>
                    <a:pt x="2344" y="111"/>
                    <a:pt x="2344" y="111"/>
                  </a:cubicBezTo>
                  <a:cubicBezTo>
                    <a:pt x="2401" y="111"/>
                    <a:pt x="2448" y="157"/>
                    <a:pt x="2448" y="215"/>
                  </a:cubicBezTo>
                  <a:cubicBezTo>
                    <a:pt x="2448" y="1159"/>
                    <a:pt x="2448" y="1159"/>
                    <a:pt x="2448" y="1159"/>
                  </a:cubicBezTo>
                  <a:cubicBezTo>
                    <a:pt x="2448" y="1216"/>
                    <a:pt x="2401" y="1263"/>
                    <a:pt x="2344" y="1263"/>
                  </a:cubicBezTo>
                  <a:cubicBezTo>
                    <a:pt x="809" y="1263"/>
                    <a:pt x="809" y="1263"/>
                    <a:pt x="809" y="1263"/>
                  </a:cubicBezTo>
                  <a:cubicBezTo>
                    <a:pt x="752" y="1263"/>
                    <a:pt x="705" y="1216"/>
                    <a:pt x="705" y="1159"/>
                  </a:cubicBezTo>
                  <a:close/>
                  <a:moveTo>
                    <a:pt x="2407" y="1487"/>
                  </a:moveTo>
                  <a:cubicBezTo>
                    <a:pt x="2407" y="1489"/>
                    <a:pt x="2406" y="1491"/>
                    <a:pt x="2404" y="1493"/>
                  </a:cubicBezTo>
                  <a:cubicBezTo>
                    <a:pt x="2404" y="1493"/>
                    <a:pt x="2403" y="1493"/>
                    <a:pt x="2403" y="1493"/>
                  </a:cubicBezTo>
                  <a:cubicBezTo>
                    <a:pt x="2403" y="1493"/>
                    <a:pt x="2403" y="1493"/>
                    <a:pt x="2403" y="1493"/>
                  </a:cubicBezTo>
                  <a:cubicBezTo>
                    <a:pt x="2403" y="1494"/>
                    <a:pt x="2403" y="1494"/>
                    <a:pt x="2402" y="1494"/>
                  </a:cubicBezTo>
                  <a:cubicBezTo>
                    <a:pt x="2402" y="1494"/>
                    <a:pt x="2402" y="1494"/>
                    <a:pt x="2401" y="1495"/>
                  </a:cubicBezTo>
                  <a:cubicBezTo>
                    <a:pt x="2401" y="1495"/>
                    <a:pt x="2400" y="1495"/>
                    <a:pt x="2400" y="1496"/>
                  </a:cubicBezTo>
                  <a:cubicBezTo>
                    <a:pt x="2399" y="1496"/>
                    <a:pt x="2399" y="1496"/>
                    <a:pt x="2398" y="1496"/>
                  </a:cubicBezTo>
                  <a:cubicBezTo>
                    <a:pt x="2388" y="1501"/>
                    <a:pt x="2374" y="1500"/>
                    <a:pt x="2362" y="1500"/>
                  </a:cubicBezTo>
                  <a:cubicBezTo>
                    <a:pt x="2304" y="1500"/>
                    <a:pt x="2304" y="1500"/>
                    <a:pt x="2304" y="1500"/>
                  </a:cubicBezTo>
                  <a:cubicBezTo>
                    <a:pt x="2293" y="1500"/>
                    <a:pt x="2281" y="1498"/>
                    <a:pt x="2271" y="1493"/>
                  </a:cubicBezTo>
                  <a:cubicBezTo>
                    <a:pt x="2267" y="1491"/>
                    <a:pt x="2263" y="1489"/>
                    <a:pt x="2260" y="1487"/>
                  </a:cubicBezTo>
                  <a:cubicBezTo>
                    <a:pt x="2257" y="1484"/>
                    <a:pt x="2254" y="1482"/>
                    <a:pt x="2252" y="1479"/>
                  </a:cubicBezTo>
                  <a:cubicBezTo>
                    <a:pt x="2250" y="1474"/>
                    <a:pt x="2250" y="1474"/>
                    <a:pt x="2250" y="1474"/>
                  </a:cubicBezTo>
                  <a:cubicBezTo>
                    <a:pt x="2244" y="1463"/>
                    <a:pt x="2236" y="1453"/>
                    <a:pt x="2231" y="1441"/>
                  </a:cubicBezTo>
                  <a:cubicBezTo>
                    <a:pt x="2227" y="1433"/>
                    <a:pt x="2231" y="1429"/>
                    <a:pt x="2238" y="1426"/>
                  </a:cubicBezTo>
                  <a:cubicBezTo>
                    <a:pt x="2240" y="1425"/>
                    <a:pt x="2242" y="1424"/>
                    <a:pt x="2244" y="1424"/>
                  </a:cubicBezTo>
                  <a:cubicBezTo>
                    <a:pt x="2248" y="1423"/>
                    <a:pt x="2253" y="1422"/>
                    <a:pt x="2258" y="1422"/>
                  </a:cubicBezTo>
                  <a:cubicBezTo>
                    <a:pt x="2266" y="1422"/>
                    <a:pt x="2266" y="1422"/>
                    <a:pt x="2266" y="1422"/>
                  </a:cubicBezTo>
                  <a:cubicBezTo>
                    <a:pt x="2266" y="1422"/>
                    <a:pt x="2266" y="1422"/>
                    <a:pt x="2266" y="1422"/>
                  </a:cubicBezTo>
                  <a:cubicBezTo>
                    <a:pt x="2282" y="1422"/>
                    <a:pt x="2297" y="1422"/>
                    <a:pt x="2312" y="1422"/>
                  </a:cubicBezTo>
                  <a:cubicBezTo>
                    <a:pt x="2313" y="1422"/>
                    <a:pt x="2313" y="1422"/>
                    <a:pt x="2313" y="1422"/>
                  </a:cubicBezTo>
                  <a:cubicBezTo>
                    <a:pt x="2328" y="1422"/>
                    <a:pt x="2328" y="1422"/>
                    <a:pt x="2328" y="1422"/>
                  </a:cubicBezTo>
                  <a:cubicBezTo>
                    <a:pt x="2333" y="1422"/>
                    <a:pt x="2339" y="1422"/>
                    <a:pt x="2344" y="1423"/>
                  </a:cubicBezTo>
                  <a:cubicBezTo>
                    <a:pt x="2347" y="1424"/>
                    <a:pt x="2351" y="1425"/>
                    <a:pt x="2354" y="1426"/>
                  </a:cubicBezTo>
                  <a:cubicBezTo>
                    <a:pt x="2355" y="1426"/>
                    <a:pt x="2355" y="1426"/>
                    <a:pt x="2356" y="1426"/>
                  </a:cubicBezTo>
                  <a:cubicBezTo>
                    <a:pt x="2356" y="1427"/>
                    <a:pt x="2356" y="1427"/>
                    <a:pt x="2357" y="1427"/>
                  </a:cubicBezTo>
                  <a:cubicBezTo>
                    <a:pt x="2357" y="1427"/>
                    <a:pt x="2358" y="1427"/>
                    <a:pt x="2358" y="1427"/>
                  </a:cubicBezTo>
                  <a:cubicBezTo>
                    <a:pt x="2363" y="1429"/>
                    <a:pt x="2367" y="1431"/>
                    <a:pt x="2371" y="1433"/>
                  </a:cubicBezTo>
                  <a:cubicBezTo>
                    <a:pt x="2374" y="1436"/>
                    <a:pt x="2377" y="1438"/>
                    <a:pt x="2379" y="1441"/>
                  </a:cubicBezTo>
                  <a:cubicBezTo>
                    <a:pt x="2391" y="1458"/>
                    <a:pt x="2391" y="1458"/>
                    <a:pt x="2391" y="1458"/>
                  </a:cubicBezTo>
                  <a:cubicBezTo>
                    <a:pt x="2394" y="1463"/>
                    <a:pt x="2401" y="1471"/>
                    <a:pt x="2404" y="1478"/>
                  </a:cubicBezTo>
                  <a:cubicBezTo>
                    <a:pt x="2404" y="1478"/>
                    <a:pt x="2404" y="1478"/>
                    <a:pt x="2404" y="1478"/>
                  </a:cubicBezTo>
                  <a:cubicBezTo>
                    <a:pt x="2406" y="1481"/>
                    <a:pt x="2407" y="1484"/>
                    <a:pt x="2407" y="1487"/>
                  </a:cubicBezTo>
                  <a:close/>
                  <a:moveTo>
                    <a:pt x="1589" y="1480"/>
                  </a:moveTo>
                  <a:cubicBezTo>
                    <a:pt x="1589" y="1483"/>
                    <a:pt x="1588" y="1485"/>
                    <a:pt x="1587" y="1487"/>
                  </a:cubicBezTo>
                  <a:cubicBezTo>
                    <a:pt x="1576" y="1507"/>
                    <a:pt x="1525" y="1502"/>
                    <a:pt x="1507" y="1502"/>
                  </a:cubicBezTo>
                  <a:cubicBezTo>
                    <a:pt x="1496" y="1502"/>
                    <a:pt x="1485" y="1502"/>
                    <a:pt x="1474" y="1502"/>
                  </a:cubicBezTo>
                  <a:cubicBezTo>
                    <a:pt x="1464" y="1502"/>
                    <a:pt x="1451" y="1500"/>
                    <a:pt x="1442" y="1493"/>
                  </a:cubicBezTo>
                  <a:cubicBezTo>
                    <a:pt x="1442" y="1493"/>
                    <a:pt x="1441" y="1492"/>
                    <a:pt x="1441" y="1492"/>
                  </a:cubicBezTo>
                  <a:cubicBezTo>
                    <a:pt x="1441" y="1492"/>
                    <a:pt x="1440" y="1491"/>
                    <a:pt x="1440" y="1491"/>
                  </a:cubicBezTo>
                  <a:cubicBezTo>
                    <a:pt x="1439" y="1490"/>
                    <a:pt x="1439" y="1490"/>
                    <a:pt x="1439" y="1489"/>
                  </a:cubicBezTo>
                  <a:cubicBezTo>
                    <a:pt x="1439" y="1489"/>
                    <a:pt x="1439" y="1489"/>
                    <a:pt x="1438" y="1489"/>
                  </a:cubicBezTo>
                  <a:cubicBezTo>
                    <a:pt x="1438" y="1489"/>
                    <a:pt x="1438" y="1489"/>
                    <a:pt x="1438" y="1489"/>
                  </a:cubicBezTo>
                  <a:cubicBezTo>
                    <a:pt x="1438" y="1488"/>
                    <a:pt x="1437" y="1487"/>
                    <a:pt x="1437" y="1486"/>
                  </a:cubicBezTo>
                  <a:cubicBezTo>
                    <a:pt x="1436" y="1484"/>
                    <a:pt x="1436" y="1483"/>
                    <a:pt x="1436" y="1481"/>
                  </a:cubicBezTo>
                  <a:cubicBezTo>
                    <a:pt x="1436" y="1479"/>
                    <a:pt x="1436" y="1479"/>
                    <a:pt x="1436" y="1479"/>
                  </a:cubicBezTo>
                  <a:cubicBezTo>
                    <a:pt x="1437" y="1477"/>
                    <a:pt x="1437" y="1474"/>
                    <a:pt x="1437" y="1472"/>
                  </a:cubicBezTo>
                  <a:cubicBezTo>
                    <a:pt x="1437" y="1471"/>
                    <a:pt x="1437" y="1471"/>
                    <a:pt x="1437" y="1471"/>
                  </a:cubicBezTo>
                  <a:cubicBezTo>
                    <a:pt x="1438" y="1463"/>
                    <a:pt x="1438" y="1454"/>
                    <a:pt x="1440" y="1446"/>
                  </a:cubicBezTo>
                  <a:cubicBezTo>
                    <a:pt x="1440" y="1443"/>
                    <a:pt x="1440" y="1443"/>
                    <a:pt x="1440" y="1443"/>
                  </a:cubicBezTo>
                  <a:cubicBezTo>
                    <a:pt x="1441" y="1441"/>
                    <a:pt x="1442" y="1438"/>
                    <a:pt x="1444" y="1436"/>
                  </a:cubicBezTo>
                  <a:cubicBezTo>
                    <a:pt x="1446" y="1434"/>
                    <a:pt x="1448" y="1433"/>
                    <a:pt x="1450" y="1431"/>
                  </a:cubicBezTo>
                  <a:cubicBezTo>
                    <a:pt x="1450" y="1431"/>
                    <a:pt x="1450" y="1431"/>
                    <a:pt x="1450" y="1431"/>
                  </a:cubicBezTo>
                  <a:cubicBezTo>
                    <a:pt x="1451" y="1431"/>
                    <a:pt x="1451" y="1430"/>
                    <a:pt x="1452" y="1430"/>
                  </a:cubicBezTo>
                  <a:cubicBezTo>
                    <a:pt x="1452" y="1430"/>
                    <a:pt x="1453" y="1430"/>
                    <a:pt x="1453" y="1429"/>
                  </a:cubicBezTo>
                  <a:cubicBezTo>
                    <a:pt x="1453" y="1429"/>
                    <a:pt x="1454" y="1429"/>
                    <a:pt x="1454" y="1429"/>
                  </a:cubicBezTo>
                  <a:cubicBezTo>
                    <a:pt x="1455" y="1428"/>
                    <a:pt x="1457" y="1428"/>
                    <a:pt x="1458" y="1427"/>
                  </a:cubicBezTo>
                  <a:cubicBezTo>
                    <a:pt x="1459" y="1427"/>
                    <a:pt x="1459" y="1427"/>
                    <a:pt x="1460" y="1427"/>
                  </a:cubicBezTo>
                  <a:cubicBezTo>
                    <a:pt x="1461" y="1426"/>
                    <a:pt x="1463" y="1426"/>
                    <a:pt x="1464" y="1426"/>
                  </a:cubicBezTo>
                  <a:cubicBezTo>
                    <a:pt x="1465" y="1426"/>
                    <a:pt x="1465" y="1425"/>
                    <a:pt x="1466" y="1425"/>
                  </a:cubicBezTo>
                  <a:cubicBezTo>
                    <a:pt x="1466" y="1425"/>
                    <a:pt x="1466" y="1425"/>
                    <a:pt x="1466" y="1425"/>
                  </a:cubicBezTo>
                  <a:cubicBezTo>
                    <a:pt x="1467" y="1425"/>
                    <a:pt x="1468" y="1425"/>
                    <a:pt x="1468" y="1425"/>
                  </a:cubicBezTo>
                  <a:cubicBezTo>
                    <a:pt x="1472" y="1424"/>
                    <a:pt x="1476" y="1424"/>
                    <a:pt x="1480" y="1424"/>
                  </a:cubicBezTo>
                  <a:cubicBezTo>
                    <a:pt x="1483" y="1424"/>
                    <a:pt x="1483" y="1424"/>
                    <a:pt x="1483" y="1424"/>
                  </a:cubicBezTo>
                  <a:cubicBezTo>
                    <a:pt x="1487" y="1424"/>
                    <a:pt x="1492" y="1424"/>
                    <a:pt x="1496" y="1424"/>
                  </a:cubicBezTo>
                  <a:cubicBezTo>
                    <a:pt x="1550" y="1424"/>
                    <a:pt x="1550" y="1424"/>
                    <a:pt x="1550" y="1424"/>
                  </a:cubicBezTo>
                  <a:cubicBezTo>
                    <a:pt x="1551" y="1424"/>
                    <a:pt x="1552" y="1424"/>
                    <a:pt x="1554" y="1424"/>
                  </a:cubicBezTo>
                  <a:cubicBezTo>
                    <a:pt x="1554" y="1424"/>
                    <a:pt x="1555" y="1424"/>
                    <a:pt x="1555" y="1424"/>
                  </a:cubicBezTo>
                  <a:cubicBezTo>
                    <a:pt x="1556" y="1424"/>
                    <a:pt x="1558" y="1424"/>
                    <a:pt x="1559" y="1424"/>
                  </a:cubicBezTo>
                  <a:cubicBezTo>
                    <a:pt x="1570" y="1425"/>
                    <a:pt x="1582" y="1428"/>
                    <a:pt x="1586" y="1438"/>
                  </a:cubicBezTo>
                  <a:cubicBezTo>
                    <a:pt x="1587" y="1438"/>
                    <a:pt x="1587" y="1439"/>
                    <a:pt x="1587" y="1440"/>
                  </a:cubicBezTo>
                  <a:cubicBezTo>
                    <a:pt x="1588" y="1440"/>
                    <a:pt x="1588" y="1440"/>
                    <a:pt x="1588" y="1440"/>
                  </a:cubicBezTo>
                  <a:cubicBezTo>
                    <a:pt x="1591" y="1452"/>
                    <a:pt x="1588" y="1466"/>
                    <a:pt x="1589" y="1478"/>
                  </a:cubicBezTo>
                  <a:lnTo>
                    <a:pt x="1589" y="1480"/>
                  </a:lnTo>
                  <a:close/>
                  <a:moveTo>
                    <a:pt x="1511" y="1543"/>
                  </a:moveTo>
                  <a:cubicBezTo>
                    <a:pt x="1531" y="1543"/>
                    <a:pt x="1577" y="1537"/>
                    <a:pt x="1588" y="1559"/>
                  </a:cubicBezTo>
                  <a:cubicBezTo>
                    <a:pt x="1589" y="1561"/>
                    <a:pt x="1590" y="1563"/>
                    <a:pt x="1590" y="1566"/>
                  </a:cubicBezTo>
                  <a:cubicBezTo>
                    <a:pt x="1590" y="1589"/>
                    <a:pt x="1590" y="1589"/>
                    <a:pt x="1590" y="1589"/>
                  </a:cubicBezTo>
                  <a:cubicBezTo>
                    <a:pt x="1590" y="1595"/>
                    <a:pt x="1590" y="1602"/>
                    <a:pt x="1590" y="1609"/>
                  </a:cubicBezTo>
                  <a:cubicBezTo>
                    <a:pt x="1590" y="1609"/>
                    <a:pt x="1590" y="1609"/>
                    <a:pt x="1590" y="1609"/>
                  </a:cubicBezTo>
                  <a:cubicBezTo>
                    <a:pt x="1590" y="1612"/>
                    <a:pt x="1590" y="1612"/>
                    <a:pt x="1590" y="1612"/>
                  </a:cubicBezTo>
                  <a:cubicBezTo>
                    <a:pt x="1590" y="1615"/>
                    <a:pt x="1589" y="1619"/>
                    <a:pt x="1587" y="1622"/>
                  </a:cubicBezTo>
                  <a:cubicBezTo>
                    <a:pt x="1587" y="1622"/>
                    <a:pt x="1586" y="1623"/>
                    <a:pt x="1586" y="1623"/>
                  </a:cubicBezTo>
                  <a:cubicBezTo>
                    <a:pt x="1585" y="1624"/>
                    <a:pt x="1584" y="1625"/>
                    <a:pt x="1583" y="1626"/>
                  </a:cubicBezTo>
                  <a:cubicBezTo>
                    <a:pt x="1583" y="1626"/>
                    <a:pt x="1583" y="1626"/>
                    <a:pt x="1583" y="1626"/>
                  </a:cubicBezTo>
                  <a:cubicBezTo>
                    <a:pt x="1578" y="1631"/>
                    <a:pt x="1571" y="1634"/>
                    <a:pt x="1563" y="1636"/>
                  </a:cubicBezTo>
                  <a:cubicBezTo>
                    <a:pt x="1563" y="1636"/>
                    <a:pt x="1563" y="1636"/>
                    <a:pt x="1563" y="1636"/>
                  </a:cubicBezTo>
                  <a:cubicBezTo>
                    <a:pt x="1563" y="1636"/>
                    <a:pt x="1563" y="1636"/>
                    <a:pt x="1563" y="1636"/>
                  </a:cubicBezTo>
                  <a:cubicBezTo>
                    <a:pt x="1560" y="1637"/>
                    <a:pt x="1558" y="1637"/>
                    <a:pt x="1556" y="1637"/>
                  </a:cubicBezTo>
                  <a:cubicBezTo>
                    <a:pt x="1555" y="1637"/>
                    <a:pt x="1554" y="1637"/>
                    <a:pt x="1554" y="1638"/>
                  </a:cubicBezTo>
                  <a:cubicBezTo>
                    <a:pt x="1551" y="1638"/>
                    <a:pt x="1548" y="1638"/>
                    <a:pt x="1546" y="1638"/>
                  </a:cubicBezTo>
                  <a:cubicBezTo>
                    <a:pt x="1546" y="1638"/>
                    <a:pt x="1546" y="1638"/>
                    <a:pt x="1546" y="1638"/>
                  </a:cubicBezTo>
                  <a:cubicBezTo>
                    <a:pt x="1463" y="1638"/>
                    <a:pt x="1463" y="1638"/>
                    <a:pt x="1463" y="1638"/>
                  </a:cubicBezTo>
                  <a:cubicBezTo>
                    <a:pt x="1453" y="1638"/>
                    <a:pt x="1441" y="1636"/>
                    <a:pt x="1432" y="1631"/>
                  </a:cubicBezTo>
                  <a:cubicBezTo>
                    <a:pt x="1432" y="1631"/>
                    <a:pt x="1432" y="1631"/>
                    <a:pt x="1432" y="1631"/>
                  </a:cubicBezTo>
                  <a:cubicBezTo>
                    <a:pt x="1432" y="1631"/>
                    <a:pt x="1432" y="1630"/>
                    <a:pt x="1432" y="1630"/>
                  </a:cubicBezTo>
                  <a:cubicBezTo>
                    <a:pt x="1431" y="1629"/>
                    <a:pt x="1429" y="1628"/>
                    <a:pt x="1427" y="1627"/>
                  </a:cubicBezTo>
                  <a:cubicBezTo>
                    <a:pt x="1426" y="1626"/>
                    <a:pt x="1425" y="1624"/>
                    <a:pt x="1424" y="1623"/>
                  </a:cubicBezTo>
                  <a:cubicBezTo>
                    <a:pt x="1424" y="1623"/>
                    <a:pt x="1424" y="1623"/>
                    <a:pt x="1424" y="1622"/>
                  </a:cubicBezTo>
                  <a:cubicBezTo>
                    <a:pt x="1422" y="1619"/>
                    <a:pt x="1421" y="1616"/>
                    <a:pt x="1421" y="1612"/>
                  </a:cubicBezTo>
                  <a:cubicBezTo>
                    <a:pt x="1422" y="1606"/>
                    <a:pt x="1422" y="1606"/>
                    <a:pt x="1422" y="1606"/>
                  </a:cubicBezTo>
                  <a:cubicBezTo>
                    <a:pt x="1422" y="1606"/>
                    <a:pt x="1422" y="1606"/>
                    <a:pt x="1422" y="1606"/>
                  </a:cubicBezTo>
                  <a:cubicBezTo>
                    <a:pt x="1424" y="1593"/>
                    <a:pt x="1425" y="1580"/>
                    <a:pt x="1427" y="1567"/>
                  </a:cubicBezTo>
                  <a:cubicBezTo>
                    <a:pt x="1427" y="1566"/>
                    <a:pt x="1427" y="1566"/>
                    <a:pt x="1427" y="1566"/>
                  </a:cubicBezTo>
                  <a:cubicBezTo>
                    <a:pt x="1427" y="1566"/>
                    <a:pt x="1427" y="1566"/>
                    <a:pt x="1427" y="1565"/>
                  </a:cubicBezTo>
                  <a:cubicBezTo>
                    <a:pt x="1432" y="1536"/>
                    <a:pt x="1490" y="1543"/>
                    <a:pt x="1511" y="1543"/>
                  </a:cubicBezTo>
                  <a:close/>
                  <a:moveTo>
                    <a:pt x="1175" y="1631"/>
                  </a:moveTo>
                  <a:cubicBezTo>
                    <a:pt x="1173" y="1630"/>
                    <a:pt x="1172" y="1629"/>
                    <a:pt x="1170" y="1627"/>
                  </a:cubicBezTo>
                  <a:cubicBezTo>
                    <a:pt x="1169" y="1626"/>
                    <a:pt x="1169" y="1625"/>
                    <a:pt x="1168" y="1624"/>
                  </a:cubicBezTo>
                  <a:cubicBezTo>
                    <a:pt x="1168" y="1623"/>
                    <a:pt x="1168" y="1623"/>
                    <a:pt x="1168" y="1623"/>
                  </a:cubicBezTo>
                  <a:cubicBezTo>
                    <a:pt x="1166" y="1620"/>
                    <a:pt x="1166" y="1616"/>
                    <a:pt x="1167" y="1613"/>
                  </a:cubicBezTo>
                  <a:cubicBezTo>
                    <a:pt x="1169" y="1607"/>
                    <a:pt x="1169" y="1607"/>
                    <a:pt x="1169" y="1607"/>
                  </a:cubicBezTo>
                  <a:cubicBezTo>
                    <a:pt x="1169" y="1607"/>
                    <a:pt x="1169" y="1607"/>
                    <a:pt x="1169" y="1607"/>
                  </a:cubicBezTo>
                  <a:cubicBezTo>
                    <a:pt x="1169" y="1606"/>
                    <a:pt x="1169" y="1605"/>
                    <a:pt x="1170" y="1604"/>
                  </a:cubicBezTo>
                  <a:cubicBezTo>
                    <a:pt x="1181" y="1567"/>
                    <a:pt x="1181" y="1567"/>
                    <a:pt x="1181" y="1567"/>
                  </a:cubicBezTo>
                  <a:cubicBezTo>
                    <a:pt x="1181" y="1566"/>
                    <a:pt x="1181" y="1566"/>
                    <a:pt x="1182" y="1565"/>
                  </a:cubicBezTo>
                  <a:cubicBezTo>
                    <a:pt x="1193" y="1537"/>
                    <a:pt x="1244" y="1543"/>
                    <a:pt x="1268" y="1543"/>
                  </a:cubicBezTo>
                  <a:cubicBezTo>
                    <a:pt x="1278" y="1543"/>
                    <a:pt x="1297" y="1542"/>
                    <a:pt x="1314" y="1543"/>
                  </a:cubicBezTo>
                  <a:cubicBezTo>
                    <a:pt x="1317" y="1544"/>
                    <a:pt x="1320" y="1544"/>
                    <a:pt x="1323" y="1545"/>
                  </a:cubicBezTo>
                  <a:cubicBezTo>
                    <a:pt x="1323" y="1545"/>
                    <a:pt x="1323" y="1545"/>
                    <a:pt x="1324" y="1545"/>
                  </a:cubicBezTo>
                  <a:cubicBezTo>
                    <a:pt x="1332" y="1547"/>
                    <a:pt x="1339" y="1551"/>
                    <a:pt x="1342" y="1556"/>
                  </a:cubicBezTo>
                  <a:cubicBezTo>
                    <a:pt x="1342" y="1557"/>
                    <a:pt x="1342" y="1557"/>
                    <a:pt x="1343" y="1557"/>
                  </a:cubicBezTo>
                  <a:cubicBezTo>
                    <a:pt x="1343" y="1558"/>
                    <a:pt x="1343" y="1558"/>
                    <a:pt x="1343" y="1558"/>
                  </a:cubicBezTo>
                  <a:cubicBezTo>
                    <a:pt x="1343" y="1558"/>
                    <a:pt x="1343" y="1559"/>
                    <a:pt x="1343" y="1559"/>
                  </a:cubicBezTo>
                  <a:cubicBezTo>
                    <a:pt x="1344" y="1561"/>
                    <a:pt x="1345" y="1564"/>
                    <a:pt x="1344" y="1567"/>
                  </a:cubicBezTo>
                  <a:cubicBezTo>
                    <a:pt x="1344" y="1569"/>
                    <a:pt x="1344" y="1569"/>
                    <a:pt x="1344" y="1569"/>
                  </a:cubicBezTo>
                  <a:cubicBezTo>
                    <a:pt x="1344" y="1569"/>
                    <a:pt x="1344" y="1569"/>
                    <a:pt x="1344" y="1569"/>
                  </a:cubicBezTo>
                  <a:cubicBezTo>
                    <a:pt x="1343" y="1576"/>
                    <a:pt x="1341" y="1583"/>
                    <a:pt x="1340" y="1589"/>
                  </a:cubicBezTo>
                  <a:cubicBezTo>
                    <a:pt x="1336" y="1612"/>
                    <a:pt x="1336" y="1612"/>
                    <a:pt x="1336" y="1612"/>
                  </a:cubicBezTo>
                  <a:cubicBezTo>
                    <a:pt x="1336" y="1616"/>
                    <a:pt x="1334" y="1619"/>
                    <a:pt x="1331" y="1622"/>
                  </a:cubicBezTo>
                  <a:cubicBezTo>
                    <a:pt x="1331" y="1623"/>
                    <a:pt x="1330" y="1623"/>
                    <a:pt x="1330" y="1623"/>
                  </a:cubicBezTo>
                  <a:cubicBezTo>
                    <a:pt x="1330" y="1624"/>
                    <a:pt x="1329" y="1624"/>
                    <a:pt x="1329" y="1624"/>
                  </a:cubicBezTo>
                  <a:cubicBezTo>
                    <a:pt x="1328" y="1625"/>
                    <a:pt x="1327" y="1626"/>
                    <a:pt x="1326" y="1627"/>
                  </a:cubicBezTo>
                  <a:cubicBezTo>
                    <a:pt x="1320" y="1632"/>
                    <a:pt x="1312" y="1635"/>
                    <a:pt x="1305" y="1636"/>
                  </a:cubicBezTo>
                  <a:cubicBezTo>
                    <a:pt x="1305" y="1637"/>
                    <a:pt x="1305" y="1637"/>
                    <a:pt x="1305" y="1637"/>
                  </a:cubicBezTo>
                  <a:cubicBezTo>
                    <a:pt x="1304" y="1637"/>
                    <a:pt x="1304" y="1637"/>
                    <a:pt x="1304" y="1637"/>
                  </a:cubicBezTo>
                  <a:cubicBezTo>
                    <a:pt x="1302" y="1637"/>
                    <a:pt x="1300" y="1638"/>
                    <a:pt x="1297" y="1638"/>
                  </a:cubicBezTo>
                  <a:cubicBezTo>
                    <a:pt x="1297" y="1638"/>
                    <a:pt x="1296" y="1638"/>
                    <a:pt x="1295" y="1638"/>
                  </a:cubicBezTo>
                  <a:cubicBezTo>
                    <a:pt x="1292" y="1638"/>
                    <a:pt x="1290" y="1639"/>
                    <a:pt x="1287" y="1639"/>
                  </a:cubicBezTo>
                  <a:cubicBezTo>
                    <a:pt x="1287" y="1639"/>
                    <a:pt x="1287" y="1639"/>
                    <a:pt x="1287" y="1639"/>
                  </a:cubicBezTo>
                  <a:cubicBezTo>
                    <a:pt x="1204" y="1639"/>
                    <a:pt x="1204" y="1639"/>
                    <a:pt x="1204" y="1639"/>
                  </a:cubicBezTo>
                  <a:cubicBezTo>
                    <a:pt x="1194" y="1639"/>
                    <a:pt x="1183" y="1637"/>
                    <a:pt x="1175" y="1631"/>
                  </a:cubicBezTo>
                  <a:cubicBezTo>
                    <a:pt x="1175" y="1631"/>
                    <a:pt x="1175" y="1631"/>
                    <a:pt x="1175" y="1631"/>
                  </a:cubicBezTo>
                  <a:close/>
                  <a:moveTo>
                    <a:pt x="1278" y="1502"/>
                  </a:moveTo>
                  <a:cubicBezTo>
                    <a:pt x="1266" y="1502"/>
                    <a:pt x="1253" y="1502"/>
                    <a:pt x="1241" y="1502"/>
                  </a:cubicBezTo>
                  <a:cubicBezTo>
                    <a:pt x="1230" y="1502"/>
                    <a:pt x="1213" y="1500"/>
                    <a:pt x="1207" y="1489"/>
                  </a:cubicBezTo>
                  <a:cubicBezTo>
                    <a:pt x="1207" y="1488"/>
                    <a:pt x="1207" y="1487"/>
                    <a:pt x="1207" y="1486"/>
                  </a:cubicBezTo>
                  <a:cubicBezTo>
                    <a:pt x="1206" y="1486"/>
                    <a:pt x="1206" y="1485"/>
                    <a:pt x="1206" y="1484"/>
                  </a:cubicBezTo>
                  <a:cubicBezTo>
                    <a:pt x="1206" y="1483"/>
                    <a:pt x="1207" y="1482"/>
                    <a:pt x="1207" y="1481"/>
                  </a:cubicBezTo>
                  <a:cubicBezTo>
                    <a:pt x="1207" y="1481"/>
                    <a:pt x="1207" y="1481"/>
                    <a:pt x="1207" y="1481"/>
                  </a:cubicBezTo>
                  <a:cubicBezTo>
                    <a:pt x="1207" y="1481"/>
                    <a:pt x="1207" y="1481"/>
                    <a:pt x="1207" y="1481"/>
                  </a:cubicBezTo>
                  <a:cubicBezTo>
                    <a:pt x="1207" y="1478"/>
                    <a:pt x="1209" y="1474"/>
                    <a:pt x="1210" y="1472"/>
                  </a:cubicBezTo>
                  <a:cubicBezTo>
                    <a:pt x="1212" y="1463"/>
                    <a:pt x="1214" y="1453"/>
                    <a:pt x="1218" y="1445"/>
                  </a:cubicBezTo>
                  <a:cubicBezTo>
                    <a:pt x="1218" y="1444"/>
                    <a:pt x="1218" y="1444"/>
                    <a:pt x="1218" y="1444"/>
                  </a:cubicBezTo>
                  <a:cubicBezTo>
                    <a:pt x="1219" y="1441"/>
                    <a:pt x="1221" y="1438"/>
                    <a:pt x="1223" y="1436"/>
                  </a:cubicBezTo>
                  <a:cubicBezTo>
                    <a:pt x="1225" y="1435"/>
                    <a:pt x="1226" y="1434"/>
                    <a:pt x="1228" y="1433"/>
                  </a:cubicBezTo>
                  <a:cubicBezTo>
                    <a:pt x="1233" y="1429"/>
                    <a:pt x="1239" y="1427"/>
                    <a:pt x="1245" y="1426"/>
                  </a:cubicBezTo>
                  <a:cubicBezTo>
                    <a:pt x="1246" y="1426"/>
                    <a:pt x="1246" y="1426"/>
                    <a:pt x="1247" y="1426"/>
                  </a:cubicBezTo>
                  <a:cubicBezTo>
                    <a:pt x="1251" y="1425"/>
                    <a:pt x="1257" y="1424"/>
                    <a:pt x="1262" y="1424"/>
                  </a:cubicBezTo>
                  <a:cubicBezTo>
                    <a:pt x="1269" y="1424"/>
                    <a:pt x="1269" y="1424"/>
                    <a:pt x="1269" y="1424"/>
                  </a:cubicBezTo>
                  <a:cubicBezTo>
                    <a:pt x="1271" y="1424"/>
                    <a:pt x="1274" y="1424"/>
                    <a:pt x="1276" y="1424"/>
                  </a:cubicBezTo>
                  <a:cubicBezTo>
                    <a:pt x="1291" y="1424"/>
                    <a:pt x="1307" y="1424"/>
                    <a:pt x="1322" y="1424"/>
                  </a:cubicBezTo>
                  <a:cubicBezTo>
                    <a:pt x="1324" y="1424"/>
                    <a:pt x="1326" y="1424"/>
                    <a:pt x="1329" y="1424"/>
                  </a:cubicBezTo>
                  <a:cubicBezTo>
                    <a:pt x="1331" y="1424"/>
                    <a:pt x="1331" y="1424"/>
                    <a:pt x="1331" y="1424"/>
                  </a:cubicBezTo>
                  <a:cubicBezTo>
                    <a:pt x="1332" y="1424"/>
                    <a:pt x="1332" y="1424"/>
                    <a:pt x="1333" y="1424"/>
                  </a:cubicBezTo>
                  <a:cubicBezTo>
                    <a:pt x="1335" y="1424"/>
                    <a:pt x="1337" y="1424"/>
                    <a:pt x="1339" y="1425"/>
                  </a:cubicBezTo>
                  <a:cubicBezTo>
                    <a:pt x="1339" y="1425"/>
                    <a:pt x="1339" y="1425"/>
                    <a:pt x="1339" y="1425"/>
                  </a:cubicBezTo>
                  <a:cubicBezTo>
                    <a:pt x="1351" y="1426"/>
                    <a:pt x="1364" y="1429"/>
                    <a:pt x="1366" y="1439"/>
                  </a:cubicBezTo>
                  <a:cubicBezTo>
                    <a:pt x="1366" y="1439"/>
                    <a:pt x="1366" y="1440"/>
                    <a:pt x="1366" y="1440"/>
                  </a:cubicBezTo>
                  <a:cubicBezTo>
                    <a:pt x="1366" y="1440"/>
                    <a:pt x="1366" y="1440"/>
                    <a:pt x="1366" y="1441"/>
                  </a:cubicBezTo>
                  <a:cubicBezTo>
                    <a:pt x="1367" y="1452"/>
                    <a:pt x="1362" y="1467"/>
                    <a:pt x="1360" y="1478"/>
                  </a:cubicBezTo>
                  <a:cubicBezTo>
                    <a:pt x="1360" y="1478"/>
                    <a:pt x="1360" y="1478"/>
                    <a:pt x="1360" y="1478"/>
                  </a:cubicBezTo>
                  <a:cubicBezTo>
                    <a:pt x="1359" y="1481"/>
                    <a:pt x="1359" y="1481"/>
                    <a:pt x="1359" y="1481"/>
                  </a:cubicBezTo>
                  <a:cubicBezTo>
                    <a:pt x="1359" y="1483"/>
                    <a:pt x="1358" y="1485"/>
                    <a:pt x="1356" y="1487"/>
                  </a:cubicBezTo>
                  <a:cubicBezTo>
                    <a:pt x="1356" y="1488"/>
                    <a:pt x="1355" y="1488"/>
                    <a:pt x="1355" y="1489"/>
                  </a:cubicBezTo>
                  <a:cubicBezTo>
                    <a:pt x="1355" y="1489"/>
                    <a:pt x="1355" y="1489"/>
                    <a:pt x="1355" y="1489"/>
                  </a:cubicBezTo>
                  <a:cubicBezTo>
                    <a:pt x="1355" y="1489"/>
                    <a:pt x="1355" y="1489"/>
                    <a:pt x="1354" y="1489"/>
                  </a:cubicBezTo>
                  <a:cubicBezTo>
                    <a:pt x="1339" y="1507"/>
                    <a:pt x="1298" y="1502"/>
                    <a:pt x="1278" y="1502"/>
                  </a:cubicBezTo>
                  <a:close/>
                  <a:moveTo>
                    <a:pt x="911" y="1620"/>
                  </a:moveTo>
                  <a:cubicBezTo>
                    <a:pt x="911" y="1619"/>
                    <a:pt x="911" y="1618"/>
                    <a:pt x="911" y="1618"/>
                  </a:cubicBezTo>
                  <a:cubicBezTo>
                    <a:pt x="912" y="1616"/>
                    <a:pt x="912" y="1615"/>
                    <a:pt x="913" y="1614"/>
                  </a:cubicBezTo>
                  <a:cubicBezTo>
                    <a:pt x="913" y="1614"/>
                    <a:pt x="913" y="1614"/>
                    <a:pt x="913" y="1613"/>
                  </a:cubicBezTo>
                  <a:cubicBezTo>
                    <a:pt x="913" y="1612"/>
                    <a:pt x="913" y="1612"/>
                    <a:pt x="913" y="1612"/>
                  </a:cubicBezTo>
                  <a:cubicBezTo>
                    <a:pt x="914" y="1611"/>
                    <a:pt x="915" y="1609"/>
                    <a:pt x="916" y="1607"/>
                  </a:cubicBezTo>
                  <a:cubicBezTo>
                    <a:pt x="922" y="1594"/>
                    <a:pt x="928" y="1582"/>
                    <a:pt x="935" y="1569"/>
                  </a:cubicBezTo>
                  <a:cubicBezTo>
                    <a:pt x="935" y="1569"/>
                    <a:pt x="935" y="1569"/>
                    <a:pt x="935" y="1569"/>
                  </a:cubicBezTo>
                  <a:cubicBezTo>
                    <a:pt x="935" y="1568"/>
                    <a:pt x="935" y="1568"/>
                    <a:pt x="935" y="1568"/>
                  </a:cubicBezTo>
                  <a:cubicBezTo>
                    <a:pt x="936" y="1567"/>
                    <a:pt x="936" y="1566"/>
                    <a:pt x="937" y="1566"/>
                  </a:cubicBezTo>
                  <a:cubicBezTo>
                    <a:pt x="937" y="1565"/>
                    <a:pt x="938" y="1564"/>
                    <a:pt x="938" y="1563"/>
                  </a:cubicBezTo>
                  <a:cubicBezTo>
                    <a:pt x="938" y="1563"/>
                    <a:pt x="938" y="1563"/>
                    <a:pt x="939" y="1563"/>
                  </a:cubicBezTo>
                  <a:cubicBezTo>
                    <a:pt x="956" y="1539"/>
                    <a:pt x="997" y="1544"/>
                    <a:pt x="1023" y="1544"/>
                  </a:cubicBezTo>
                  <a:cubicBezTo>
                    <a:pt x="1023" y="1544"/>
                    <a:pt x="1023" y="1544"/>
                    <a:pt x="1023" y="1544"/>
                  </a:cubicBezTo>
                  <a:cubicBezTo>
                    <a:pt x="1030" y="1544"/>
                    <a:pt x="1049" y="1542"/>
                    <a:pt x="1066" y="1544"/>
                  </a:cubicBezTo>
                  <a:cubicBezTo>
                    <a:pt x="1071" y="1544"/>
                    <a:pt x="1077" y="1544"/>
                    <a:pt x="1081" y="1545"/>
                  </a:cubicBezTo>
                  <a:cubicBezTo>
                    <a:pt x="1084" y="1546"/>
                    <a:pt x="1087" y="1547"/>
                    <a:pt x="1089" y="1548"/>
                  </a:cubicBezTo>
                  <a:cubicBezTo>
                    <a:pt x="1095" y="1551"/>
                    <a:pt x="1099" y="1556"/>
                    <a:pt x="1099" y="1562"/>
                  </a:cubicBezTo>
                  <a:cubicBezTo>
                    <a:pt x="1099" y="1562"/>
                    <a:pt x="1099" y="1562"/>
                    <a:pt x="1099" y="1562"/>
                  </a:cubicBezTo>
                  <a:cubicBezTo>
                    <a:pt x="1099" y="1563"/>
                    <a:pt x="1099" y="1563"/>
                    <a:pt x="1099" y="1564"/>
                  </a:cubicBezTo>
                  <a:cubicBezTo>
                    <a:pt x="1099" y="1565"/>
                    <a:pt x="1099" y="1566"/>
                    <a:pt x="1099" y="1567"/>
                  </a:cubicBezTo>
                  <a:cubicBezTo>
                    <a:pt x="1082" y="1613"/>
                    <a:pt x="1082" y="1613"/>
                    <a:pt x="1082" y="1613"/>
                  </a:cubicBezTo>
                  <a:cubicBezTo>
                    <a:pt x="1081" y="1617"/>
                    <a:pt x="1078" y="1620"/>
                    <a:pt x="1075" y="1623"/>
                  </a:cubicBezTo>
                  <a:cubicBezTo>
                    <a:pt x="1071" y="1626"/>
                    <a:pt x="1067" y="1629"/>
                    <a:pt x="1062" y="1631"/>
                  </a:cubicBezTo>
                  <a:cubicBezTo>
                    <a:pt x="1062" y="1632"/>
                    <a:pt x="1061" y="1632"/>
                    <a:pt x="1061" y="1632"/>
                  </a:cubicBezTo>
                  <a:cubicBezTo>
                    <a:pt x="1054" y="1635"/>
                    <a:pt x="1047" y="1637"/>
                    <a:pt x="1039" y="1639"/>
                  </a:cubicBezTo>
                  <a:cubicBezTo>
                    <a:pt x="1038" y="1639"/>
                    <a:pt x="1038" y="1639"/>
                    <a:pt x="1038" y="1639"/>
                  </a:cubicBezTo>
                  <a:cubicBezTo>
                    <a:pt x="1036" y="1639"/>
                    <a:pt x="1035" y="1639"/>
                    <a:pt x="1034" y="1639"/>
                  </a:cubicBezTo>
                  <a:cubicBezTo>
                    <a:pt x="1020" y="1640"/>
                    <a:pt x="1005" y="1639"/>
                    <a:pt x="990" y="1639"/>
                  </a:cubicBezTo>
                  <a:cubicBezTo>
                    <a:pt x="975" y="1639"/>
                    <a:pt x="960" y="1640"/>
                    <a:pt x="945" y="1640"/>
                  </a:cubicBezTo>
                  <a:cubicBezTo>
                    <a:pt x="935" y="1640"/>
                    <a:pt x="920" y="1638"/>
                    <a:pt x="914" y="1628"/>
                  </a:cubicBezTo>
                  <a:cubicBezTo>
                    <a:pt x="913" y="1628"/>
                    <a:pt x="913" y="1628"/>
                    <a:pt x="913" y="1627"/>
                  </a:cubicBezTo>
                  <a:cubicBezTo>
                    <a:pt x="913" y="1627"/>
                    <a:pt x="912" y="1626"/>
                    <a:pt x="912" y="1626"/>
                  </a:cubicBezTo>
                  <a:cubicBezTo>
                    <a:pt x="912" y="1625"/>
                    <a:pt x="912" y="1624"/>
                    <a:pt x="911" y="1624"/>
                  </a:cubicBezTo>
                  <a:cubicBezTo>
                    <a:pt x="911" y="1624"/>
                    <a:pt x="911" y="1624"/>
                    <a:pt x="911" y="1624"/>
                  </a:cubicBezTo>
                  <a:cubicBezTo>
                    <a:pt x="911" y="1623"/>
                    <a:pt x="911" y="1623"/>
                    <a:pt x="911" y="1623"/>
                  </a:cubicBezTo>
                  <a:cubicBezTo>
                    <a:pt x="911" y="1622"/>
                    <a:pt x="911" y="1621"/>
                    <a:pt x="911" y="1620"/>
                  </a:cubicBezTo>
                  <a:close/>
                  <a:moveTo>
                    <a:pt x="910" y="1465"/>
                  </a:moveTo>
                  <a:cubicBezTo>
                    <a:pt x="910" y="1465"/>
                    <a:pt x="910" y="1465"/>
                    <a:pt x="910" y="1465"/>
                  </a:cubicBezTo>
                  <a:cubicBezTo>
                    <a:pt x="900" y="1482"/>
                    <a:pt x="900" y="1482"/>
                    <a:pt x="900" y="1482"/>
                  </a:cubicBezTo>
                  <a:cubicBezTo>
                    <a:pt x="899" y="1485"/>
                    <a:pt x="896" y="1488"/>
                    <a:pt x="893" y="1490"/>
                  </a:cubicBezTo>
                  <a:cubicBezTo>
                    <a:pt x="889" y="1493"/>
                    <a:pt x="885" y="1495"/>
                    <a:pt x="880" y="1497"/>
                  </a:cubicBezTo>
                  <a:cubicBezTo>
                    <a:pt x="879" y="1497"/>
                    <a:pt x="878" y="1498"/>
                    <a:pt x="876" y="1498"/>
                  </a:cubicBezTo>
                  <a:cubicBezTo>
                    <a:pt x="876" y="1499"/>
                    <a:pt x="875" y="1499"/>
                    <a:pt x="874" y="1499"/>
                  </a:cubicBezTo>
                  <a:cubicBezTo>
                    <a:pt x="874" y="1499"/>
                    <a:pt x="874" y="1499"/>
                    <a:pt x="874" y="1499"/>
                  </a:cubicBezTo>
                  <a:cubicBezTo>
                    <a:pt x="871" y="1500"/>
                    <a:pt x="868" y="1501"/>
                    <a:pt x="865" y="1502"/>
                  </a:cubicBezTo>
                  <a:cubicBezTo>
                    <a:pt x="859" y="1503"/>
                    <a:pt x="854" y="1503"/>
                    <a:pt x="848" y="1503"/>
                  </a:cubicBezTo>
                  <a:cubicBezTo>
                    <a:pt x="832" y="1503"/>
                    <a:pt x="832" y="1503"/>
                    <a:pt x="832" y="1503"/>
                  </a:cubicBezTo>
                  <a:cubicBezTo>
                    <a:pt x="832" y="1503"/>
                    <a:pt x="832" y="1503"/>
                    <a:pt x="832" y="1503"/>
                  </a:cubicBezTo>
                  <a:cubicBezTo>
                    <a:pt x="812" y="1503"/>
                    <a:pt x="793" y="1504"/>
                    <a:pt x="774" y="1504"/>
                  </a:cubicBezTo>
                  <a:cubicBezTo>
                    <a:pt x="765" y="1504"/>
                    <a:pt x="747" y="1502"/>
                    <a:pt x="745" y="1491"/>
                  </a:cubicBezTo>
                  <a:cubicBezTo>
                    <a:pt x="745" y="1489"/>
                    <a:pt x="745" y="1488"/>
                    <a:pt x="746" y="1486"/>
                  </a:cubicBezTo>
                  <a:cubicBezTo>
                    <a:pt x="747" y="1482"/>
                    <a:pt x="751" y="1478"/>
                    <a:pt x="753" y="1475"/>
                  </a:cubicBezTo>
                  <a:cubicBezTo>
                    <a:pt x="760" y="1464"/>
                    <a:pt x="766" y="1452"/>
                    <a:pt x="775" y="1443"/>
                  </a:cubicBezTo>
                  <a:cubicBezTo>
                    <a:pt x="775" y="1442"/>
                    <a:pt x="776" y="1442"/>
                    <a:pt x="776" y="1441"/>
                  </a:cubicBezTo>
                  <a:cubicBezTo>
                    <a:pt x="776" y="1441"/>
                    <a:pt x="777" y="1441"/>
                    <a:pt x="777" y="1441"/>
                  </a:cubicBezTo>
                  <a:cubicBezTo>
                    <a:pt x="799" y="1419"/>
                    <a:pt x="845" y="1425"/>
                    <a:pt x="873" y="1425"/>
                  </a:cubicBezTo>
                  <a:cubicBezTo>
                    <a:pt x="886" y="1425"/>
                    <a:pt x="901" y="1423"/>
                    <a:pt x="913" y="1428"/>
                  </a:cubicBezTo>
                  <a:cubicBezTo>
                    <a:pt x="913" y="1428"/>
                    <a:pt x="913" y="1428"/>
                    <a:pt x="913" y="1428"/>
                  </a:cubicBezTo>
                  <a:cubicBezTo>
                    <a:pt x="915" y="1429"/>
                    <a:pt x="916" y="1430"/>
                    <a:pt x="917" y="1430"/>
                  </a:cubicBezTo>
                  <a:cubicBezTo>
                    <a:pt x="917" y="1430"/>
                    <a:pt x="917" y="1431"/>
                    <a:pt x="918" y="1431"/>
                  </a:cubicBezTo>
                  <a:cubicBezTo>
                    <a:pt x="920" y="1432"/>
                    <a:pt x="922" y="1435"/>
                    <a:pt x="922" y="1437"/>
                  </a:cubicBezTo>
                  <a:cubicBezTo>
                    <a:pt x="923" y="1439"/>
                    <a:pt x="923" y="1442"/>
                    <a:pt x="921" y="1444"/>
                  </a:cubicBezTo>
                  <a:cubicBezTo>
                    <a:pt x="920" y="1446"/>
                    <a:pt x="920" y="1446"/>
                    <a:pt x="920" y="1446"/>
                  </a:cubicBezTo>
                  <a:cubicBezTo>
                    <a:pt x="918" y="1452"/>
                    <a:pt x="913" y="1460"/>
                    <a:pt x="910" y="1465"/>
                  </a:cubicBezTo>
                  <a:close/>
                  <a:moveTo>
                    <a:pt x="1095" y="1502"/>
                  </a:moveTo>
                  <a:cubicBezTo>
                    <a:pt x="1093" y="1502"/>
                    <a:pt x="1091" y="1502"/>
                    <a:pt x="1089" y="1502"/>
                  </a:cubicBezTo>
                  <a:cubicBezTo>
                    <a:pt x="1089" y="1502"/>
                    <a:pt x="1089" y="1503"/>
                    <a:pt x="1088" y="1503"/>
                  </a:cubicBezTo>
                  <a:cubicBezTo>
                    <a:pt x="1077" y="1504"/>
                    <a:pt x="1066" y="1503"/>
                    <a:pt x="1054" y="1503"/>
                  </a:cubicBezTo>
                  <a:cubicBezTo>
                    <a:pt x="1007" y="1503"/>
                    <a:pt x="1007" y="1503"/>
                    <a:pt x="1007" y="1503"/>
                  </a:cubicBezTo>
                  <a:cubicBezTo>
                    <a:pt x="997" y="1503"/>
                    <a:pt x="980" y="1501"/>
                    <a:pt x="976" y="1490"/>
                  </a:cubicBezTo>
                  <a:cubicBezTo>
                    <a:pt x="976" y="1489"/>
                    <a:pt x="976" y="1488"/>
                    <a:pt x="976" y="1487"/>
                  </a:cubicBezTo>
                  <a:cubicBezTo>
                    <a:pt x="976" y="1486"/>
                    <a:pt x="976" y="1486"/>
                    <a:pt x="976" y="1485"/>
                  </a:cubicBezTo>
                  <a:cubicBezTo>
                    <a:pt x="977" y="1481"/>
                    <a:pt x="980" y="1477"/>
                    <a:pt x="982" y="1473"/>
                  </a:cubicBezTo>
                  <a:cubicBezTo>
                    <a:pt x="986" y="1463"/>
                    <a:pt x="990" y="1449"/>
                    <a:pt x="998" y="1441"/>
                  </a:cubicBezTo>
                  <a:cubicBezTo>
                    <a:pt x="998" y="1440"/>
                    <a:pt x="999" y="1440"/>
                    <a:pt x="999" y="1440"/>
                  </a:cubicBezTo>
                  <a:cubicBezTo>
                    <a:pt x="1000" y="1439"/>
                    <a:pt x="1000" y="1439"/>
                    <a:pt x="1000" y="1438"/>
                  </a:cubicBezTo>
                  <a:cubicBezTo>
                    <a:pt x="1001" y="1438"/>
                    <a:pt x="1001" y="1438"/>
                    <a:pt x="1001" y="1438"/>
                  </a:cubicBezTo>
                  <a:cubicBezTo>
                    <a:pt x="1002" y="1437"/>
                    <a:pt x="1002" y="1437"/>
                    <a:pt x="1002" y="1437"/>
                  </a:cubicBezTo>
                  <a:cubicBezTo>
                    <a:pt x="1003" y="1436"/>
                    <a:pt x="1003" y="1436"/>
                    <a:pt x="1003" y="1436"/>
                  </a:cubicBezTo>
                  <a:cubicBezTo>
                    <a:pt x="1010" y="1431"/>
                    <a:pt x="1018" y="1428"/>
                    <a:pt x="1027" y="1427"/>
                  </a:cubicBezTo>
                  <a:cubicBezTo>
                    <a:pt x="1027" y="1427"/>
                    <a:pt x="1027" y="1426"/>
                    <a:pt x="1028" y="1426"/>
                  </a:cubicBezTo>
                  <a:cubicBezTo>
                    <a:pt x="1033" y="1425"/>
                    <a:pt x="1038" y="1425"/>
                    <a:pt x="1043" y="1425"/>
                  </a:cubicBezTo>
                  <a:cubicBezTo>
                    <a:pt x="1072" y="1425"/>
                    <a:pt x="1072" y="1425"/>
                    <a:pt x="1072" y="1425"/>
                  </a:cubicBezTo>
                  <a:cubicBezTo>
                    <a:pt x="1081" y="1425"/>
                    <a:pt x="1090" y="1425"/>
                    <a:pt x="1099" y="1425"/>
                  </a:cubicBezTo>
                  <a:cubicBezTo>
                    <a:pt x="1112" y="1425"/>
                    <a:pt x="1130" y="1423"/>
                    <a:pt x="1140" y="1432"/>
                  </a:cubicBezTo>
                  <a:cubicBezTo>
                    <a:pt x="1140" y="1433"/>
                    <a:pt x="1141" y="1433"/>
                    <a:pt x="1141" y="1434"/>
                  </a:cubicBezTo>
                  <a:cubicBezTo>
                    <a:pt x="1142" y="1434"/>
                    <a:pt x="1142" y="1434"/>
                    <a:pt x="1142" y="1434"/>
                  </a:cubicBezTo>
                  <a:cubicBezTo>
                    <a:pt x="1142" y="1434"/>
                    <a:pt x="1142" y="1435"/>
                    <a:pt x="1142" y="1435"/>
                  </a:cubicBezTo>
                  <a:cubicBezTo>
                    <a:pt x="1143" y="1435"/>
                    <a:pt x="1143" y="1436"/>
                    <a:pt x="1143" y="1436"/>
                  </a:cubicBezTo>
                  <a:cubicBezTo>
                    <a:pt x="1144" y="1438"/>
                    <a:pt x="1144" y="1440"/>
                    <a:pt x="1144" y="1442"/>
                  </a:cubicBezTo>
                  <a:cubicBezTo>
                    <a:pt x="1143" y="1452"/>
                    <a:pt x="1135" y="1467"/>
                    <a:pt x="1133" y="1473"/>
                  </a:cubicBezTo>
                  <a:cubicBezTo>
                    <a:pt x="1133" y="1474"/>
                    <a:pt x="1133" y="1474"/>
                    <a:pt x="1133" y="1474"/>
                  </a:cubicBezTo>
                  <a:cubicBezTo>
                    <a:pt x="1132" y="1476"/>
                    <a:pt x="1131" y="1478"/>
                    <a:pt x="1130" y="1480"/>
                  </a:cubicBezTo>
                  <a:cubicBezTo>
                    <a:pt x="1130" y="1481"/>
                    <a:pt x="1130" y="1481"/>
                    <a:pt x="1130" y="1481"/>
                  </a:cubicBezTo>
                  <a:cubicBezTo>
                    <a:pt x="1130" y="1482"/>
                    <a:pt x="1129" y="1483"/>
                    <a:pt x="1129" y="1483"/>
                  </a:cubicBezTo>
                  <a:cubicBezTo>
                    <a:pt x="1129" y="1484"/>
                    <a:pt x="1128" y="1484"/>
                    <a:pt x="1128" y="1485"/>
                  </a:cubicBezTo>
                  <a:cubicBezTo>
                    <a:pt x="1128" y="1485"/>
                    <a:pt x="1127" y="1486"/>
                    <a:pt x="1127" y="1487"/>
                  </a:cubicBezTo>
                  <a:cubicBezTo>
                    <a:pt x="1126" y="1487"/>
                    <a:pt x="1126" y="1487"/>
                    <a:pt x="1126" y="1488"/>
                  </a:cubicBezTo>
                  <a:cubicBezTo>
                    <a:pt x="1125" y="1488"/>
                    <a:pt x="1125" y="1488"/>
                    <a:pt x="1125" y="1488"/>
                  </a:cubicBezTo>
                  <a:cubicBezTo>
                    <a:pt x="1124" y="1489"/>
                    <a:pt x="1124" y="1489"/>
                    <a:pt x="1124" y="1490"/>
                  </a:cubicBezTo>
                  <a:cubicBezTo>
                    <a:pt x="1122" y="1491"/>
                    <a:pt x="1121" y="1492"/>
                    <a:pt x="1119" y="1493"/>
                  </a:cubicBezTo>
                  <a:cubicBezTo>
                    <a:pt x="1117" y="1494"/>
                    <a:pt x="1115" y="1495"/>
                    <a:pt x="1114" y="1496"/>
                  </a:cubicBezTo>
                  <a:cubicBezTo>
                    <a:pt x="1113" y="1496"/>
                    <a:pt x="1113" y="1496"/>
                    <a:pt x="1113" y="1496"/>
                  </a:cubicBezTo>
                  <a:cubicBezTo>
                    <a:pt x="1112" y="1497"/>
                    <a:pt x="1112" y="1497"/>
                    <a:pt x="1112" y="1497"/>
                  </a:cubicBezTo>
                  <a:cubicBezTo>
                    <a:pt x="1106" y="1499"/>
                    <a:pt x="1100" y="1501"/>
                    <a:pt x="1095" y="1502"/>
                  </a:cubicBezTo>
                  <a:close/>
                  <a:moveTo>
                    <a:pt x="773" y="1710"/>
                  </a:moveTo>
                  <a:cubicBezTo>
                    <a:pt x="773" y="1710"/>
                    <a:pt x="773" y="1710"/>
                    <a:pt x="773" y="1710"/>
                  </a:cubicBezTo>
                  <a:cubicBezTo>
                    <a:pt x="771" y="1721"/>
                    <a:pt x="762" y="1732"/>
                    <a:pt x="756" y="1742"/>
                  </a:cubicBezTo>
                  <a:cubicBezTo>
                    <a:pt x="756" y="1742"/>
                    <a:pt x="756" y="1742"/>
                    <a:pt x="756" y="1742"/>
                  </a:cubicBezTo>
                  <a:cubicBezTo>
                    <a:pt x="750" y="1753"/>
                    <a:pt x="744" y="1767"/>
                    <a:pt x="736" y="1777"/>
                  </a:cubicBezTo>
                  <a:cubicBezTo>
                    <a:pt x="735" y="1778"/>
                    <a:pt x="735" y="1779"/>
                    <a:pt x="734" y="1781"/>
                  </a:cubicBezTo>
                  <a:cubicBezTo>
                    <a:pt x="734" y="1781"/>
                    <a:pt x="733" y="1781"/>
                    <a:pt x="733" y="1781"/>
                  </a:cubicBezTo>
                  <a:cubicBezTo>
                    <a:pt x="732" y="1782"/>
                    <a:pt x="731" y="1783"/>
                    <a:pt x="730" y="1784"/>
                  </a:cubicBezTo>
                  <a:cubicBezTo>
                    <a:pt x="729" y="1785"/>
                    <a:pt x="729" y="1785"/>
                    <a:pt x="728" y="1786"/>
                  </a:cubicBezTo>
                  <a:cubicBezTo>
                    <a:pt x="728" y="1786"/>
                    <a:pt x="728" y="1786"/>
                    <a:pt x="728" y="1786"/>
                  </a:cubicBezTo>
                  <a:cubicBezTo>
                    <a:pt x="719" y="1794"/>
                    <a:pt x="708" y="1799"/>
                    <a:pt x="696" y="1802"/>
                  </a:cubicBezTo>
                  <a:cubicBezTo>
                    <a:pt x="695" y="1803"/>
                    <a:pt x="693" y="1803"/>
                    <a:pt x="692" y="1804"/>
                  </a:cubicBezTo>
                  <a:cubicBezTo>
                    <a:pt x="685" y="1805"/>
                    <a:pt x="678" y="1806"/>
                    <a:pt x="671" y="1806"/>
                  </a:cubicBezTo>
                  <a:cubicBezTo>
                    <a:pt x="665" y="1806"/>
                    <a:pt x="665" y="1806"/>
                    <a:pt x="665" y="1806"/>
                  </a:cubicBezTo>
                  <a:cubicBezTo>
                    <a:pt x="665" y="1806"/>
                    <a:pt x="665" y="1806"/>
                    <a:pt x="665" y="1806"/>
                  </a:cubicBezTo>
                  <a:cubicBezTo>
                    <a:pt x="636" y="1806"/>
                    <a:pt x="607" y="1807"/>
                    <a:pt x="578" y="1807"/>
                  </a:cubicBezTo>
                  <a:cubicBezTo>
                    <a:pt x="575" y="1807"/>
                    <a:pt x="573" y="1806"/>
                    <a:pt x="571" y="1806"/>
                  </a:cubicBezTo>
                  <a:cubicBezTo>
                    <a:pt x="567" y="1806"/>
                    <a:pt x="563" y="1805"/>
                    <a:pt x="560" y="1804"/>
                  </a:cubicBezTo>
                  <a:cubicBezTo>
                    <a:pt x="555" y="1802"/>
                    <a:pt x="551" y="1800"/>
                    <a:pt x="549" y="1797"/>
                  </a:cubicBezTo>
                  <a:cubicBezTo>
                    <a:pt x="546" y="1794"/>
                    <a:pt x="545" y="1790"/>
                    <a:pt x="545" y="1786"/>
                  </a:cubicBezTo>
                  <a:cubicBezTo>
                    <a:pt x="545" y="1783"/>
                    <a:pt x="546" y="1780"/>
                    <a:pt x="548" y="1777"/>
                  </a:cubicBezTo>
                  <a:cubicBezTo>
                    <a:pt x="548" y="1776"/>
                    <a:pt x="549" y="1776"/>
                    <a:pt x="549" y="1776"/>
                  </a:cubicBezTo>
                  <a:cubicBezTo>
                    <a:pt x="549" y="1775"/>
                    <a:pt x="549" y="1774"/>
                    <a:pt x="550" y="1774"/>
                  </a:cubicBezTo>
                  <a:cubicBezTo>
                    <a:pt x="551" y="1772"/>
                    <a:pt x="551" y="1772"/>
                    <a:pt x="551" y="1772"/>
                  </a:cubicBezTo>
                  <a:cubicBezTo>
                    <a:pt x="551" y="1772"/>
                    <a:pt x="551" y="1772"/>
                    <a:pt x="551" y="1772"/>
                  </a:cubicBezTo>
                  <a:cubicBezTo>
                    <a:pt x="558" y="1761"/>
                    <a:pt x="566" y="1750"/>
                    <a:pt x="574" y="1739"/>
                  </a:cubicBezTo>
                  <a:cubicBezTo>
                    <a:pt x="579" y="1730"/>
                    <a:pt x="585" y="1720"/>
                    <a:pt x="592" y="1713"/>
                  </a:cubicBezTo>
                  <a:cubicBezTo>
                    <a:pt x="593" y="1712"/>
                    <a:pt x="593" y="1711"/>
                    <a:pt x="594" y="1710"/>
                  </a:cubicBezTo>
                  <a:cubicBezTo>
                    <a:pt x="594" y="1710"/>
                    <a:pt x="595" y="1710"/>
                    <a:pt x="595" y="1710"/>
                  </a:cubicBezTo>
                  <a:cubicBezTo>
                    <a:pt x="596" y="1708"/>
                    <a:pt x="598" y="1707"/>
                    <a:pt x="600" y="1705"/>
                  </a:cubicBezTo>
                  <a:cubicBezTo>
                    <a:pt x="600" y="1705"/>
                    <a:pt x="600" y="1705"/>
                    <a:pt x="600" y="1705"/>
                  </a:cubicBezTo>
                  <a:cubicBezTo>
                    <a:pt x="600" y="1705"/>
                    <a:pt x="600" y="1705"/>
                    <a:pt x="600" y="1705"/>
                  </a:cubicBezTo>
                  <a:cubicBezTo>
                    <a:pt x="610" y="1697"/>
                    <a:pt x="622" y="1692"/>
                    <a:pt x="635" y="1690"/>
                  </a:cubicBezTo>
                  <a:cubicBezTo>
                    <a:pt x="635" y="1690"/>
                    <a:pt x="635" y="1690"/>
                    <a:pt x="635" y="1690"/>
                  </a:cubicBezTo>
                  <a:cubicBezTo>
                    <a:pt x="636" y="1690"/>
                    <a:pt x="636" y="1690"/>
                    <a:pt x="636" y="1690"/>
                  </a:cubicBezTo>
                  <a:cubicBezTo>
                    <a:pt x="638" y="1689"/>
                    <a:pt x="640" y="1689"/>
                    <a:pt x="643" y="1688"/>
                  </a:cubicBezTo>
                  <a:cubicBezTo>
                    <a:pt x="644" y="1688"/>
                    <a:pt x="646" y="1688"/>
                    <a:pt x="647" y="1688"/>
                  </a:cubicBezTo>
                  <a:cubicBezTo>
                    <a:pt x="649" y="1688"/>
                    <a:pt x="650" y="1688"/>
                    <a:pt x="652" y="1688"/>
                  </a:cubicBezTo>
                  <a:cubicBezTo>
                    <a:pt x="653" y="1687"/>
                    <a:pt x="654" y="1687"/>
                    <a:pt x="655" y="1687"/>
                  </a:cubicBezTo>
                  <a:cubicBezTo>
                    <a:pt x="656" y="1687"/>
                    <a:pt x="656" y="1687"/>
                    <a:pt x="656" y="1687"/>
                  </a:cubicBezTo>
                  <a:cubicBezTo>
                    <a:pt x="656" y="1687"/>
                    <a:pt x="656" y="1687"/>
                    <a:pt x="656" y="1687"/>
                  </a:cubicBezTo>
                  <a:cubicBezTo>
                    <a:pt x="683" y="1687"/>
                    <a:pt x="709" y="1687"/>
                    <a:pt x="736" y="1687"/>
                  </a:cubicBezTo>
                  <a:cubicBezTo>
                    <a:pt x="736" y="1687"/>
                    <a:pt x="736" y="1687"/>
                    <a:pt x="736" y="1687"/>
                  </a:cubicBezTo>
                  <a:cubicBezTo>
                    <a:pt x="740" y="1687"/>
                    <a:pt x="740" y="1687"/>
                    <a:pt x="740" y="1687"/>
                  </a:cubicBezTo>
                  <a:cubicBezTo>
                    <a:pt x="747" y="1687"/>
                    <a:pt x="753" y="1688"/>
                    <a:pt x="757" y="1689"/>
                  </a:cubicBezTo>
                  <a:cubicBezTo>
                    <a:pt x="759" y="1690"/>
                    <a:pt x="760" y="1690"/>
                    <a:pt x="761" y="1691"/>
                  </a:cubicBezTo>
                  <a:cubicBezTo>
                    <a:pt x="761" y="1691"/>
                    <a:pt x="762" y="1691"/>
                    <a:pt x="763" y="1691"/>
                  </a:cubicBezTo>
                  <a:cubicBezTo>
                    <a:pt x="763" y="1692"/>
                    <a:pt x="763" y="1692"/>
                    <a:pt x="764" y="1692"/>
                  </a:cubicBezTo>
                  <a:cubicBezTo>
                    <a:pt x="771" y="1695"/>
                    <a:pt x="775" y="1701"/>
                    <a:pt x="773" y="1710"/>
                  </a:cubicBezTo>
                  <a:close/>
                  <a:moveTo>
                    <a:pt x="828" y="1613"/>
                  </a:moveTo>
                  <a:cubicBezTo>
                    <a:pt x="827" y="1614"/>
                    <a:pt x="827" y="1614"/>
                    <a:pt x="827" y="1614"/>
                  </a:cubicBezTo>
                  <a:cubicBezTo>
                    <a:pt x="827" y="1614"/>
                    <a:pt x="827" y="1614"/>
                    <a:pt x="827" y="1614"/>
                  </a:cubicBezTo>
                  <a:cubicBezTo>
                    <a:pt x="826" y="1616"/>
                    <a:pt x="825" y="1617"/>
                    <a:pt x="824" y="1619"/>
                  </a:cubicBezTo>
                  <a:cubicBezTo>
                    <a:pt x="824" y="1619"/>
                    <a:pt x="824" y="1619"/>
                    <a:pt x="823" y="1619"/>
                  </a:cubicBezTo>
                  <a:cubicBezTo>
                    <a:pt x="817" y="1627"/>
                    <a:pt x="807" y="1632"/>
                    <a:pt x="797" y="1635"/>
                  </a:cubicBezTo>
                  <a:cubicBezTo>
                    <a:pt x="797" y="1635"/>
                    <a:pt x="797" y="1635"/>
                    <a:pt x="797" y="1635"/>
                  </a:cubicBezTo>
                  <a:cubicBezTo>
                    <a:pt x="795" y="1636"/>
                    <a:pt x="794" y="1636"/>
                    <a:pt x="792" y="1636"/>
                  </a:cubicBezTo>
                  <a:cubicBezTo>
                    <a:pt x="791" y="1637"/>
                    <a:pt x="790" y="1637"/>
                    <a:pt x="789" y="1637"/>
                  </a:cubicBezTo>
                  <a:cubicBezTo>
                    <a:pt x="788" y="1637"/>
                    <a:pt x="788" y="1638"/>
                    <a:pt x="787" y="1638"/>
                  </a:cubicBezTo>
                  <a:cubicBezTo>
                    <a:pt x="781" y="1639"/>
                    <a:pt x="774" y="1640"/>
                    <a:pt x="768" y="1640"/>
                  </a:cubicBezTo>
                  <a:cubicBezTo>
                    <a:pt x="767" y="1640"/>
                    <a:pt x="767" y="1640"/>
                    <a:pt x="767" y="1640"/>
                  </a:cubicBezTo>
                  <a:cubicBezTo>
                    <a:pt x="756" y="1641"/>
                    <a:pt x="745" y="1640"/>
                    <a:pt x="735" y="1640"/>
                  </a:cubicBezTo>
                  <a:cubicBezTo>
                    <a:pt x="718" y="1640"/>
                    <a:pt x="702" y="1640"/>
                    <a:pt x="685" y="1640"/>
                  </a:cubicBezTo>
                  <a:cubicBezTo>
                    <a:pt x="683" y="1640"/>
                    <a:pt x="680" y="1640"/>
                    <a:pt x="677" y="1640"/>
                  </a:cubicBezTo>
                  <a:cubicBezTo>
                    <a:pt x="677" y="1640"/>
                    <a:pt x="677" y="1640"/>
                    <a:pt x="676" y="1640"/>
                  </a:cubicBezTo>
                  <a:cubicBezTo>
                    <a:pt x="674" y="1639"/>
                    <a:pt x="672" y="1639"/>
                    <a:pt x="669" y="1638"/>
                  </a:cubicBezTo>
                  <a:cubicBezTo>
                    <a:pt x="669" y="1638"/>
                    <a:pt x="669" y="1638"/>
                    <a:pt x="669" y="1638"/>
                  </a:cubicBezTo>
                  <a:cubicBezTo>
                    <a:pt x="669" y="1638"/>
                    <a:pt x="669" y="1638"/>
                    <a:pt x="669" y="1638"/>
                  </a:cubicBezTo>
                  <a:cubicBezTo>
                    <a:pt x="662" y="1636"/>
                    <a:pt x="655" y="1632"/>
                    <a:pt x="655" y="1624"/>
                  </a:cubicBezTo>
                  <a:cubicBezTo>
                    <a:pt x="655" y="1623"/>
                    <a:pt x="655" y="1621"/>
                    <a:pt x="656" y="1620"/>
                  </a:cubicBezTo>
                  <a:cubicBezTo>
                    <a:pt x="656" y="1619"/>
                    <a:pt x="656" y="1619"/>
                    <a:pt x="656" y="1618"/>
                  </a:cubicBezTo>
                  <a:cubicBezTo>
                    <a:pt x="657" y="1617"/>
                    <a:pt x="657" y="1616"/>
                    <a:pt x="658" y="1614"/>
                  </a:cubicBezTo>
                  <a:cubicBezTo>
                    <a:pt x="658" y="1614"/>
                    <a:pt x="658" y="1614"/>
                    <a:pt x="658" y="1614"/>
                  </a:cubicBezTo>
                  <a:cubicBezTo>
                    <a:pt x="659" y="1613"/>
                    <a:pt x="659" y="1613"/>
                    <a:pt x="659" y="1613"/>
                  </a:cubicBezTo>
                  <a:cubicBezTo>
                    <a:pt x="660" y="1612"/>
                    <a:pt x="661" y="1610"/>
                    <a:pt x="662" y="1609"/>
                  </a:cubicBezTo>
                  <a:cubicBezTo>
                    <a:pt x="670" y="1597"/>
                    <a:pt x="678" y="1585"/>
                    <a:pt x="686" y="1572"/>
                  </a:cubicBezTo>
                  <a:cubicBezTo>
                    <a:pt x="687" y="1572"/>
                    <a:pt x="687" y="1572"/>
                    <a:pt x="687" y="1572"/>
                  </a:cubicBezTo>
                  <a:cubicBezTo>
                    <a:pt x="689" y="1568"/>
                    <a:pt x="689" y="1568"/>
                    <a:pt x="689" y="1568"/>
                  </a:cubicBezTo>
                  <a:cubicBezTo>
                    <a:pt x="692" y="1565"/>
                    <a:pt x="695" y="1562"/>
                    <a:pt x="699" y="1559"/>
                  </a:cubicBezTo>
                  <a:cubicBezTo>
                    <a:pt x="702" y="1557"/>
                    <a:pt x="705" y="1555"/>
                    <a:pt x="708" y="1554"/>
                  </a:cubicBezTo>
                  <a:cubicBezTo>
                    <a:pt x="709" y="1553"/>
                    <a:pt x="710" y="1553"/>
                    <a:pt x="711" y="1552"/>
                  </a:cubicBezTo>
                  <a:cubicBezTo>
                    <a:pt x="712" y="1552"/>
                    <a:pt x="712" y="1552"/>
                    <a:pt x="713" y="1551"/>
                  </a:cubicBezTo>
                  <a:cubicBezTo>
                    <a:pt x="713" y="1551"/>
                    <a:pt x="714" y="1551"/>
                    <a:pt x="714" y="1551"/>
                  </a:cubicBezTo>
                  <a:cubicBezTo>
                    <a:pt x="715" y="1551"/>
                    <a:pt x="715" y="1551"/>
                    <a:pt x="716" y="1550"/>
                  </a:cubicBezTo>
                  <a:cubicBezTo>
                    <a:pt x="720" y="1549"/>
                    <a:pt x="725" y="1547"/>
                    <a:pt x="730" y="1546"/>
                  </a:cubicBezTo>
                  <a:cubicBezTo>
                    <a:pt x="735" y="1545"/>
                    <a:pt x="741" y="1544"/>
                    <a:pt x="747" y="1544"/>
                  </a:cubicBezTo>
                  <a:cubicBezTo>
                    <a:pt x="763" y="1544"/>
                    <a:pt x="763" y="1544"/>
                    <a:pt x="763" y="1544"/>
                  </a:cubicBezTo>
                  <a:cubicBezTo>
                    <a:pt x="767" y="1544"/>
                    <a:pt x="770" y="1544"/>
                    <a:pt x="774" y="1544"/>
                  </a:cubicBezTo>
                  <a:cubicBezTo>
                    <a:pt x="789" y="1544"/>
                    <a:pt x="803" y="1544"/>
                    <a:pt x="818" y="1544"/>
                  </a:cubicBezTo>
                  <a:cubicBezTo>
                    <a:pt x="818" y="1544"/>
                    <a:pt x="818" y="1544"/>
                    <a:pt x="818" y="1544"/>
                  </a:cubicBezTo>
                  <a:cubicBezTo>
                    <a:pt x="824" y="1544"/>
                    <a:pt x="824" y="1544"/>
                    <a:pt x="824" y="1544"/>
                  </a:cubicBezTo>
                  <a:cubicBezTo>
                    <a:pt x="830" y="1544"/>
                    <a:pt x="835" y="1545"/>
                    <a:pt x="839" y="1546"/>
                  </a:cubicBezTo>
                  <a:cubicBezTo>
                    <a:pt x="843" y="1547"/>
                    <a:pt x="845" y="1548"/>
                    <a:pt x="847" y="1549"/>
                  </a:cubicBezTo>
                  <a:cubicBezTo>
                    <a:pt x="854" y="1553"/>
                    <a:pt x="858" y="1559"/>
                    <a:pt x="853" y="1568"/>
                  </a:cubicBezTo>
                  <a:cubicBezTo>
                    <a:pt x="848" y="1579"/>
                    <a:pt x="841" y="1590"/>
                    <a:pt x="835" y="1600"/>
                  </a:cubicBezTo>
                  <a:cubicBezTo>
                    <a:pt x="828" y="1613"/>
                    <a:pt x="828" y="1613"/>
                    <a:pt x="828" y="1613"/>
                  </a:cubicBezTo>
                  <a:cubicBezTo>
                    <a:pt x="828" y="1613"/>
                    <a:pt x="828" y="1613"/>
                    <a:pt x="828" y="1613"/>
                  </a:cubicBezTo>
                  <a:close/>
                  <a:moveTo>
                    <a:pt x="1592" y="1771"/>
                  </a:moveTo>
                  <a:cubicBezTo>
                    <a:pt x="1592" y="1773"/>
                    <a:pt x="1592" y="1775"/>
                    <a:pt x="1591" y="1777"/>
                  </a:cubicBezTo>
                  <a:cubicBezTo>
                    <a:pt x="1591" y="1778"/>
                    <a:pt x="1591" y="1778"/>
                    <a:pt x="1591" y="1778"/>
                  </a:cubicBezTo>
                  <a:cubicBezTo>
                    <a:pt x="1590" y="1780"/>
                    <a:pt x="1590" y="1782"/>
                    <a:pt x="1589" y="1783"/>
                  </a:cubicBezTo>
                  <a:cubicBezTo>
                    <a:pt x="1589" y="1783"/>
                    <a:pt x="1589" y="1783"/>
                    <a:pt x="1589" y="1784"/>
                  </a:cubicBezTo>
                  <a:cubicBezTo>
                    <a:pt x="1588" y="1784"/>
                    <a:pt x="1588" y="1784"/>
                    <a:pt x="1588" y="1784"/>
                  </a:cubicBezTo>
                  <a:cubicBezTo>
                    <a:pt x="1587" y="1786"/>
                    <a:pt x="1586" y="1788"/>
                    <a:pt x="1584" y="1789"/>
                  </a:cubicBezTo>
                  <a:cubicBezTo>
                    <a:pt x="1584" y="1789"/>
                    <a:pt x="1584" y="1789"/>
                    <a:pt x="1584" y="1789"/>
                  </a:cubicBezTo>
                  <a:cubicBezTo>
                    <a:pt x="1582" y="1791"/>
                    <a:pt x="1581" y="1792"/>
                    <a:pt x="1579" y="1794"/>
                  </a:cubicBezTo>
                  <a:cubicBezTo>
                    <a:pt x="1578" y="1794"/>
                    <a:pt x="1578" y="1794"/>
                    <a:pt x="1578" y="1794"/>
                  </a:cubicBezTo>
                  <a:cubicBezTo>
                    <a:pt x="1578" y="1794"/>
                    <a:pt x="1577" y="1795"/>
                    <a:pt x="1577" y="1795"/>
                  </a:cubicBezTo>
                  <a:cubicBezTo>
                    <a:pt x="1575" y="1796"/>
                    <a:pt x="1573" y="1797"/>
                    <a:pt x="1571" y="1798"/>
                  </a:cubicBezTo>
                  <a:cubicBezTo>
                    <a:pt x="1571" y="1798"/>
                    <a:pt x="1571" y="1798"/>
                    <a:pt x="1570" y="1798"/>
                  </a:cubicBezTo>
                  <a:cubicBezTo>
                    <a:pt x="1569" y="1799"/>
                    <a:pt x="1567" y="1800"/>
                    <a:pt x="1566" y="1800"/>
                  </a:cubicBezTo>
                  <a:cubicBezTo>
                    <a:pt x="1565" y="1800"/>
                    <a:pt x="1564" y="1801"/>
                    <a:pt x="1563" y="1801"/>
                  </a:cubicBezTo>
                  <a:cubicBezTo>
                    <a:pt x="1563" y="1801"/>
                    <a:pt x="1563" y="1801"/>
                    <a:pt x="1562" y="1801"/>
                  </a:cubicBezTo>
                  <a:cubicBezTo>
                    <a:pt x="1562" y="1801"/>
                    <a:pt x="1561" y="1801"/>
                    <a:pt x="1561" y="1802"/>
                  </a:cubicBezTo>
                  <a:cubicBezTo>
                    <a:pt x="1559" y="1802"/>
                    <a:pt x="1557" y="1802"/>
                    <a:pt x="1555" y="1803"/>
                  </a:cubicBezTo>
                  <a:cubicBezTo>
                    <a:pt x="1553" y="1803"/>
                    <a:pt x="1551" y="1803"/>
                    <a:pt x="1550" y="1803"/>
                  </a:cubicBezTo>
                  <a:cubicBezTo>
                    <a:pt x="1548" y="1804"/>
                    <a:pt x="1546" y="1804"/>
                    <a:pt x="1544" y="1804"/>
                  </a:cubicBezTo>
                  <a:cubicBezTo>
                    <a:pt x="1544" y="1804"/>
                    <a:pt x="1543" y="1804"/>
                    <a:pt x="1542" y="1804"/>
                  </a:cubicBezTo>
                  <a:cubicBezTo>
                    <a:pt x="1540" y="1804"/>
                    <a:pt x="1540" y="1804"/>
                    <a:pt x="1540" y="1804"/>
                  </a:cubicBezTo>
                  <a:cubicBezTo>
                    <a:pt x="1540" y="1804"/>
                    <a:pt x="1540" y="1804"/>
                    <a:pt x="1540" y="1804"/>
                  </a:cubicBezTo>
                  <a:cubicBezTo>
                    <a:pt x="1530" y="1804"/>
                    <a:pt x="1519" y="1804"/>
                    <a:pt x="1509" y="1804"/>
                  </a:cubicBezTo>
                  <a:cubicBezTo>
                    <a:pt x="1461" y="1804"/>
                    <a:pt x="908" y="1806"/>
                    <a:pt x="869" y="1806"/>
                  </a:cubicBezTo>
                  <a:cubicBezTo>
                    <a:pt x="866" y="1806"/>
                    <a:pt x="863" y="1806"/>
                    <a:pt x="861" y="1805"/>
                  </a:cubicBezTo>
                  <a:cubicBezTo>
                    <a:pt x="857" y="1805"/>
                    <a:pt x="853" y="1804"/>
                    <a:pt x="850" y="1803"/>
                  </a:cubicBezTo>
                  <a:cubicBezTo>
                    <a:pt x="845" y="1802"/>
                    <a:pt x="841" y="1799"/>
                    <a:pt x="838" y="1796"/>
                  </a:cubicBezTo>
                  <a:cubicBezTo>
                    <a:pt x="835" y="1793"/>
                    <a:pt x="833" y="1790"/>
                    <a:pt x="832" y="1786"/>
                  </a:cubicBezTo>
                  <a:cubicBezTo>
                    <a:pt x="832" y="1782"/>
                    <a:pt x="832" y="1778"/>
                    <a:pt x="834" y="1773"/>
                  </a:cubicBezTo>
                  <a:cubicBezTo>
                    <a:pt x="836" y="1771"/>
                    <a:pt x="836" y="1771"/>
                    <a:pt x="836" y="1771"/>
                  </a:cubicBezTo>
                  <a:cubicBezTo>
                    <a:pt x="836" y="1771"/>
                    <a:pt x="836" y="1771"/>
                    <a:pt x="836" y="1771"/>
                  </a:cubicBezTo>
                  <a:cubicBezTo>
                    <a:pt x="842" y="1758"/>
                    <a:pt x="848" y="1745"/>
                    <a:pt x="854" y="1732"/>
                  </a:cubicBezTo>
                  <a:cubicBezTo>
                    <a:pt x="856" y="1730"/>
                    <a:pt x="857" y="1728"/>
                    <a:pt x="858" y="1726"/>
                  </a:cubicBezTo>
                  <a:cubicBezTo>
                    <a:pt x="862" y="1716"/>
                    <a:pt x="862" y="1716"/>
                    <a:pt x="862" y="1716"/>
                  </a:cubicBezTo>
                  <a:cubicBezTo>
                    <a:pt x="864" y="1712"/>
                    <a:pt x="868" y="1708"/>
                    <a:pt x="872" y="1704"/>
                  </a:cubicBezTo>
                  <a:cubicBezTo>
                    <a:pt x="873" y="1704"/>
                    <a:pt x="874" y="1703"/>
                    <a:pt x="875" y="1702"/>
                  </a:cubicBezTo>
                  <a:cubicBezTo>
                    <a:pt x="875" y="1702"/>
                    <a:pt x="876" y="1701"/>
                    <a:pt x="877" y="1701"/>
                  </a:cubicBezTo>
                  <a:cubicBezTo>
                    <a:pt x="878" y="1700"/>
                    <a:pt x="878" y="1700"/>
                    <a:pt x="879" y="1699"/>
                  </a:cubicBezTo>
                  <a:cubicBezTo>
                    <a:pt x="880" y="1699"/>
                    <a:pt x="880" y="1699"/>
                    <a:pt x="880" y="1699"/>
                  </a:cubicBezTo>
                  <a:cubicBezTo>
                    <a:pt x="881" y="1698"/>
                    <a:pt x="881" y="1698"/>
                    <a:pt x="882" y="1698"/>
                  </a:cubicBezTo>
                  <a:cubicBezTo>
                    <a:pt x="883" y="1697"/>
                    <a:pt x="885" y="1696"/>
                    <a:pt x="886" y="1695"/>
                  </a:cubicBezTo>
                  <a:cubicBezTo>
                    <a:pt x="887" y="1695"/>
                    <a:pt x="888" y="1695"/>
                    <a:pt x="889" y="1694"/>
                  </a:cubicBezTo>
                  <a:cubicBezTo>
                    <a:pt x="890" y="1694"/>
                    <a:pt x="891" y="1693"/>
                    <a:pt x="893" y="1693"/>
                  </a:cubicBezTo>
                  <a:cubicBezTo>
                    <a:pt x="895" y="1692"/>
                    <a:pt x="897" y="1691"/>
                    <a:pt x="899" y="1690"/>
                  </a:cubicBezTo>
                  <a:cubicBezTo>
                    <a:pt x="900" y="1690"/>
                    <a:pt x="901" y="1690"/>
                    <a:pt x="903" y="1689"/>
                  </a:cubicBezTo>
                  <a:cubicBezTo>
                    <a:pt x="903" y="1689"/>
                    <a:pt x="904" y="1689"/>
                    <a:pt x="904" y="1689"/>
                  </a:cubicBezTo>
                  <a:cubicBezTo>
                    <a:pt x="910" y="1687"/>
                    <a:pt x="917" y="1687"/>
                    <a:pt x="923" y="1687"/>
                  </a:cubicBezTo>
                  <a:cubicBezTo>
                    <a:pt x="923" y="1687"/>
                    <a:pt x="1503" y="1685"/>
                    <a:pt x="1525" y="1685"/>
                  </a:cubicBezTo>
                  <a:cubicBezTo>
                    <a:pt x="1531" y="1685"/>
                    <a:pt x="1538" y="1685"/>
                    <a:pt x="1545" y="1685"/>
                  </a:cubicBezTo>
                  <a:cubicBezTo>
                    <a:pt x="1548" y="1685"/>
                    <a:pt x="1551" y="1685"/>
                    <a:pt x="1554" y="1686"/>
                  </a:cubicBezTo>
                  <a:cubicBezTo>
                    <a:pt x="1554" y="1686"/>
                    <a:pt x="1555" y="1686"/>
                    <a:pt x="1555" y="1686"/>
                  </a:cubicBezTo>
                  <a:cubicBezTo>
                    <a:pt x="1557" y="1686"/>
                    <a:pt x="1560" y="1686"/>
                    <a:pt x="1562" y="1687"/>
                  </a:cubicBezTo>
                  <a:cubicBezTo>
                    <a:pt x="1562" y="1687"/>
                    <a:pt x="1563" y="1687"/>
                    <a:pt x="1563" y="1687"/>
                  </a:cubicBezTo>
                  <a:cubicBezTo>
                    <a:pt x="1563" y="1687"/>
                    <a:pt x="1563" y="1687"/>
                    <a:pt x="1563" y="1687"/>
                  </a:cubicBezTo>
                  <a:cubicBezTo>
                    <a:pt x="1566" y="1688"/>
                    <a:pt x="1568" y="1689"/>
                    <a:pt x="1570" y="1690"/>
                  </a:cubicBezTo>
                  <a:cubicBezTo>
                    <a:pt x="1570" y="1690"/>
                    <a:pt x="1571" y="1690"/>
                    <a:pt x="1571" y="1690"/>
                  </a:cubicBezTo>
                  <a:cubicBezTo>
                    <a:pt x="1573" y="1691"/>
                    <a:pt x="1575" y="1692"/>
                    <a:pt x="1577" y="1693"/>
                  </a:cubicBezTo>
                  <a:cubicBezTo>
                    <a:pt x="1577" y="1693"/>
                    <a:pt x="1577" y="1693"/>
                    <a:pt x="1578" y="1693"/>
                  </a:cubicBezTo>
                  <a:cubicBezTo>
                    <a:pt x="1578" y="1694"/>
                    <a:pt x="1578" y="1694"/>
                    <a:pt x="1578" y="1694"/>
                  </a:cubicBezTo>
                  <a:cubicBezTo>
                    <a:pt x="1580" y="1695"/>
                    <a:pt x="1581" y="1696"/>
                    <a:pt x="1582" y="1697"/>
                  </a:cubicBezTo>
                  <a:cubicBezTo>
                    <a:pt x="1584" y="1698"/>
                    <a:pt x="1586" y="1700"/>
                    <a:pt x="1588" y="1703"/>
                  </a:cubicBezTo>
                  <a:cubicBezTo>
                    <a:pt x="1590" y="1706"/>
                    <a:pt x="1592" y="1710"/>
                    <a:pt x="1592" y="1714"/>
                  </a:cubicBezTo>
                  <a:cubicBezTo>
                    <a:pt x="1592" y="1717"/>
                    <a:pt x="1592" y="1717"/>
                    <a:pt x="1592" y="1717"/>
                  </a:cubicBezTo>
                  <a:cubicBezTo>
                    <a:pt x="1592" y="1717"/>
                    <a:pt x="1592" y="1717"/>
                    <a:pt x="1592" y="1717"/>
                  </a:cubicBezTo>
                  <a:cubicBezTo>
                    <a:pt x="1592" y="1731"/>
                    <a:pt x="1592" y="1746"/>
                    <a:pt x="1592" y="1760"/>
                  </a:cubicBezTo>
                  <a:cubicBezTo>
                    <a:pt x="1592" y="1764"/>
                    <a:pt x="1593" y="1767"/>
                    <a:pt x="1592" y="1771"/>
                  </a:cubicBezTo>
                  <a:close/>
                  <a:moveTo>
                    <a:pt x="1671" y="1490"/>
                  </a:moveTo>
                  <a:cubicBezTo>
                    <a:pt x="1671" y="1490"/>
                    <a:pt x="1670" y="1489"/>
                    <a:pt x="1670" y="1489"/>
                  </a:cubicBezTo>
                  <a:cubicBezTo>
                    <a:pt x="1670" y="1489"/>
                    <a:pt x="1669" y="1489"/>
                    <a:pt x="1669" y="1488"/>
                  </a:cubicBezTo>
                  <a:cubicBezTo>
                    <a:pt x="1667" y="1486"/>
                    <a:pt x="1666" y="1483"/>
                    <a:pt x="1665" y="1480"/>
                  </a:cubicBezTo>
                  <a:cubicBezTo>
                    <a:pt x="1665" y="1477"/>
                    <a:pt x="1665" y="1477"/>
                    <a:pt x="1665" y="1477"/>
                  </a:cubicBezTo>
                  <a:cubicBezTo>
                    <a:pt x="1665" y="1475"/>
                    <a:pt x="1665" y="1473"/>
                    <a:pt x="1665" y="1471"/>
                  </a:cubicBezTo>
                  <a:cubicBezTo>
                    <a:pt x="1665" y="1471"/>
                    <a:pt x="1665" y="1471"/>
                    <a:pt x="1665" y="1471"/>
                  </a:cubicBezTo>
                  <a:cubicBezTo>
                    <a:pt x="1664" y="1463"/>
                    <a:pt x="1662" y="1454"/>
                    <a:pt x="1663" y="1445"/>
                  </a:cubicBezTo>
                  <a:cubicBezTo>
                    <a:pt x="1663" y="1443"/>
                    <a:pt x="1663" y="1443"/>
                    <a:pt x="1663" y="1443"/>
                  </a:cubicBezTo>
                  <a:cubicBezTo>
                    <a:pt x="1662" y="1440"/>
                    <a:pt x="1663" y="1437"/>
                    <a:pt x="1665" y="1435"/>
                  </a:cubicBezTo>
                  <a:cubicBezTo>
                    <a:pt x="1667" y="1433"/>
                    <a:pt x="1669" y="1431"/>
                    <a:pt x="1673" y="1429"/>
                  </a:cubicBezTo>
                  <a:cubicBezTo>
                    <a:pt x="1676" y="1427"/>
                    <a:pt x="1680" y="1426"/>
                    <a:pt x="1684" y="1425"/>
                  </a:cubicBezTo>
                  <a:cubicBezTo>
                    <a:pt x="1684" y="1425"/>
                    <a:pt x="1684" y="1425"/>
                    <a:pt x="1684" y="1425"/>
                  </a:cubicBezTo>
                  <a:cubicBezTo>
                    <a:pt x="1685" y="1425"/>
                    <a:pt x="1685" y="1425"/>
                    <a:pt x="1685" y="1425"/>
                  </a:cubicBezTo>
                  <a:cubicBezTo>
                    <a:pt x="1687" y="1424"/>
                    <a:pt x="1689" y="1424"/>
                    <a:pt x="1690" y="1424"/>
                  </a:cubicBezTo>
                  <a:cubicBezTo>
                    <a:pt x="1691" y="1424"/>
                    <a:pt x="1692" y="1424"/>
                    <a:pt x="1693" y="1424"/>
                  </a:cubicBezTo>
                  <a:cubicBezTo>
                    <a:pt x="1700" y="1423"/>
                    <a:pt x="1708" y="1423"/>
                    <a:pt x="1716" y="1423"/>
                  </a:cubicBezTo>
                  <a:cubicBezTo>
                    <a:pt x="1769" y="1423"/>
                    <a:pt x="1769" y="1423"/>
                    <a:pt x="1769" y="1423"/>
                  </a:cubicBezTo>
                  <a:cubicBezTo>
                    <a:pt x="1772" y="1423"/>
                    <a:pt x="1775" y="1423"/>
                    <a:pt x="1778" y="1424"/>
                  </a:cubicBezTo>
                  <a:cubicBezTo>
                    <a:pt x="1792" y="1425"/>
                    <a:pt x="1808" y="1429"/>
                    <a:pt x="1810" y="1442"/>
                  </a:cubicBezTo>
                  <a:cubicBezTo>
                    <a:pt x="1814" y="1454"/>
                    <a:pt x="1815" y="1466"/>
                    <a:pt x="1817" y="1478"/>
                  </a:cubicBezTo>
                  <a:cubicBezTo>
                    <a:pt x="1818" y="1480"/>
                    <a:pt x="1818" y="1480"/>
                    <a:pt x="1818" y="1480"/>
                  </a:cubicBezTo>
                  <a:cubicBezTo>
                    <a:pt x="1818" y="1482"/>
                    <a:pt x="1818" y="1485"/>
                    <a:pt x="1817" y="1487"/>
                  </a:cubicBezTo>
                  <a:cubicBezTo>
                    <a:pt x="1817" y="1487"/>
                    <a:pt x="1817" y="1488"/>
                    <a:pt x="1816" y="1488"/>
                  </a:cubicBezTo>
                  <a:cubicBezTo>
                    <a:pt x="1816" y="1488"/>
                    <a:pt x="1816" y="1488"/>
                    <a:pt x="1816" y="1488"/>
                  </a:cubicBezTo>
                  <a:cubicBezTo>
                    <a:pt x="1816" y="1488"/>
                    <a:pt x="1816" y="1488"/>
                    <a:pt x="1816" y="1488"/>
                  </a:cubicBezTo>
                  <a:cubicBezTo>
                    <a:pt x="1813" y="1494"/>
                    <a:pt x="1807" y="1497"/>
                    <a:pt x="1799" y="1499"/>
                  </a:cubicBezTo>
                  <a:cubicBezTo>
                    <a:pt x="1798" y="1499"/>
                    <a:pt x="1798" y="1499"/>
                    <a:pt x="1797" y="1499"/>
                  </a:cubicBezTo>
                  <a:cubicBezTo>
                    <a:pt x="1796" y="1500"/>
                    <a:pt x="1796" y="1500"/>
                    <a:pt x="1795" y="1500"/>
                  </a:cubicBezTo>
                  <a:cubicBezTo>
                    <a:pt x="1794" y="1500"/>
                    <a:pt x="1794" y="1500"/>
                    <a:pt x="1793" y="1500"/>
                  </a:cubicBezTo>
                  <a:cubicBezTo>
                    <a:pt x="1792" y="1500"/>
                    <a:pt x="1790" y="1501"/>
                    <a:pt x="1789" y="1501"/>
                  </a:cubicBezTo>
                  <a:cubicBezTo>
                    <a:pt x="1771" y="1503"/>
                    <a:pt x="1750" y="1501"/>
                    <a:pt x="1741" y="1501"/>
                  </a:cubicBezTo>
                  <a:cubicBezTo>
                    <a:pt x="1707" y="1501"/>
                    <a:pt x="1707" y="1501"/>
                    <a:pt x="1707" y="1501"/>
                  </a:cubicBezTo>
                  <a:cubicBezTo>
                    <a:pt x="1704" y="1501"/>
                    <a:pt x="1702" y="1501"/>
                    <a:pt x="1699" y="1501"/>
                  </a:cubicBezTo>
                  <a:cubicBezTo>
                    <a:pt x="1697" y="1501"/>
                    <a:pt x="1695" y="1500"/>
                    <a:pt x="1693" y="1500"/>
                  </a:cubicBezTo>
                  <a:cubicBezTo>
                    <a:pt x="1693" y="1500"/>
                    <a:pt x="1692" y="1500"/>
                    <a:pt x="1692" y="1500"/>
                  </a:cubicBezTo>
                  <a:cubicBezTo>
                    <a:pt x="1691" y="1500"/>
                    <a:pt x="1691" y="1500"/>
                    <a:pt x="1691" y="1500"/>
                  </a:cubicBezTo>
                  <a:cubicBezTo>
                    <a:pt x="1689" y="1499"/>
                    <a:pt x="1687" y="1499"/>
                    <a:pt x="1685" y="1498"/>
                  </a:cubicBezTo>
                  <a:cubicBezTo>
                    <a:pt x="1684" y="1498"/>
                    <a:pt x="1684" y="1497"/>
                    <a:pt x="1683" y="1497"/>
                  </a:cubicBezTo>
                  <a:cubicBezTo>
                    <a:pt x="1681" y="1496"/>
                    <a:pt x="1680" y="1496"/>
                    <a:pt x="1678" y="1495"/>
                  </a:cubicBezTo>
                  <a:cubicBezTo>
                    <a:pt x="1676" y="1494"/>
                    <a:pt x="1674" y="1492"/>
                    <a:pt x="1672" y="1491"/>
                  </a:cubicBezTo>
                  <a:cubicBezTo>
                    <a:pt x="1672" y="1491"/>
                    <a:pt x="1671" y="1490"/>
                    <a:pt x="1671" y="1490"/>
                  </a:cubicBezTo>
                  <a:close/>
                  <a:moveTo>
                    <a:pt x="1680" y="1622"/>
                  </a:moveTo>
                  <a:cubicBezTo>
                    <a:pt x="1677" y="1618"/>
                    <a:pt x="1676" y="1615"/>
                    <a:pt x="1675" y="1612"/>
                  </a:cubicBezTo>
                  <a:cubicBezTo>
                    <a:pt x="1675" y="1607"/>
                    <a:pt x="1675" y="1607"/>
                    <a:pt x="1675" y="1607"/>
                  </a:cubicBezTo>
                  <a:cubicBezTo>
                    <a:pt x="1675" y="1607"/>
                    <a:pt x="1675" y="1607"/>
                    <a:pt x="1675" y="1607"/>
                  </a:cubicBezTo>
                  <a:cubicBezTo>
                    <a:pt x="1674" y="1593"/>
                    <a:pt x="1673" y="1580"/>
                    <a:pt x="1672" y="1567"/>
                  </a:cubicBezTo>
                  <a:cubicBezTo>
                    <a:pt x="1672" y="1567"/>
                    <a:pt x="1672" y="1567"/>
                    <a:pt x="1672" y="1567"/>
                  </a:cubicBezTo>
                  <a:cubicBezTo>
                    <a:pt x="1672" y="1566"/>
                    <a:pt x="1672" y="1566"/>
                    <a:pt x="1672" y="1566"/>
                  </a:cubicBezTo>
                  <a:cubicBezTo>
                    <a:pt x="1672" y="1565"/>
                    <a:pt x="1672" y="1564"/>
                    <a:pt x="1672" y="1563"/>
                  </a:cubicBezTo>
                  <a:cubicBezTo>
                    <a:pt x="1675" y="1535"/>
                    <a:pt x="1735" y="1542"/>
                    <a:pt x="1754" y="1542"/>
                  </a:cubicBezTo>
                  <a:cubicBezTo>
                    <a:pt x="1776" y="1542"/>
                    <a:pt x="1819" y="1537"/>
                    <a:pt x="1832" y="1559"/>
                  </a:cubicBezTo>
                  <a:cubicBezTo>
                    <a:pt x="1833" y="1561"/>
                    <a:pt x="1835" y="1563"/>
                    <a:pt x="1835" y="1565"/>
                  </a:cubicBezTo>
                  <a:cubicBezTo>
                    <a:pt x="1836" y="1568"/>
                    <a:pt x="1836" y="1568"/>
                    <a:pt x="1836" y="1568"/>
                  </a:cubicBezTo>
                  <a:cubicBezTo>
                    <a:pt x="1836" y="1568"/>
                    <a:pt x="1836" y="1568"/>
                    <a:pt x="1836" y="1568"/>
                  </a:cubicBezTo>
                  <a:cubicBezTo>
                    <a:pt x="1837" y="1575"/>
                    <a:pt x="1838" y="1581"/>
                    <a:pt x="1840" y="1588"/>
                  </a:cubicBezTo>
                  <a:cubicBezTo>
                    <a:pt x="1844" y="1611"/>
                    <a:pt x="1844" y="1611"/>
                    <a:pt x="1844" y="1611"/>
                  </a:cubicBezTo>
                  <a:cubicBezTo>
                    <a:pt x="1845" y="1615"/>
                    <a:pt x="1844" y="1618"/>
                    <a:pt x="1843" y="1621"/>
                  </a:cubicBezTo>
                  <a:cubicBezTo>
                    <a:pt x="1842" y="1623"/>
                    <a:pt x="1840" y="1625"/>
                    <a:pt x="1838" y="1627"/>
                  </a:cubicBezTo>
                  <a:cubicBezTo>
                    <a:pt x="1838" y="1627"/>
                    <a:pt x="1837" y="1628"/>
                    <a:pt x="1836" y="1629"/>
                  </a:cubicBezTo>
                  <a:cubicBezTo>
                    <a:pt x="1836" y="1629"/>
                    <a:pt x="1835" y="1629"/>
                    <a:pt x="1835" y="1630"/>
                  </a:cubicBezTo>
                  <a:cubicBezTo>
                    <a:pt x="1835" y="1630"/>
                    <a:pt x="1834" y="1630"/>
                    <a:pt x="1834" y="1630"/>
                  </a:cubicBezTo>
                  <a:cubicBezTo>
                    <a:pt x="1833" y="1631"/>
                    <a:pt x="1832" y="1631"/>
                    <a:pt x="1830" y="1632"/>
                  </a:cubicBezTo>
                  <a:cubicBezTo>
                    <a:pt x="1829" y="1633"/>
                    <a:pt x="1828" y="1633"/>
                    <a:pt x="1827" y="1634"/>
                  </a:cubicBezTo>
                  <a:cubicBezTo>
                    <a:pt x="1826" y="1634"/>
                    <a:pt x="1825" y="1634"/>
                    <a:pt x="1825" y="1634"/>
                  </a:cubicBezTo>
                  <a:cubicBezTo>
                    <a:pt x="1824" y="1635"/>
                    <a:pt x="1823" y="1635"/>
                    <a:pt x="1822" y="1635"/>
                  </a:cubicBezTo>
                  <a:cubicBezTo>
                    <a:pt x="1821" y="1635"/>
                    <a:pt x="1820" y="1636"/>
                    <a:pt x="1819" y="1636"/>
                  </a:cubicBezTo>
                  <a:cubicBezTo>
                    <a:pt x="1818" y="1636"/>
                    <a:pt x="1818" y="1636"/>
                    <a:pt x="1818" y="1636"/>
                  </a:cubicBezTo>
                  <a:cubicBezTo>
                    <a:pt x="1816" y="1636"/>
                    <a:pt x="1814" y="1637"/>
                    <a:pt x="1812" y="1637"/>
                  </a:cubicBezTo>
                  <a:cubicBezTo>
                    <a:pt x="1809" y="1637"/>
                    <a:pt x="1807" y="1637"/>
                    <a:pt x="1805" y="1637"/>
                  </a:cubicBezTo>
                  <a:cubicBezTo>
                    <a:pt x="1805" y="1637"/>
                    <a:pt x="1805" y="1637"/>
                    <a:pt x="1805" y="1637"/>
                  </a:cubicBezTo>
                  <a:cubicBezTo>
                    <a:pt x="1804" y="1637"/>
                    <a:pt x="1804" y="1637"/>
                    <a:pt x="1804" y="1637"/>
                  </a:cubicBezTo>
                  <a:cubicBezTo>
                    <a:pt x="1804" y="1637"/>
                    <a:pt x="1804" y="1637"/>
                    <a:pt x="1804" y="1637"/>
                  </a:cubicBezTo>
                  <a:cubicBezTo>
                    <a:pt x="1777" y="1637"/>
                    <a:pt x="1750" y="1637"/>
                    <a:pt x="1722" y="1638"/>
                  </a:cubicBezTo>
                  <a:cubicBezTo>
                    <a:pt x="1719" y="1638"/>
                    <a:pt x="1716" y="1637"/>
                    <a:pt x="1714" y="1637"/>
                  </a:cubicBezTo>
                  <a:cubicBezTo>
                    <a:pt x="1713" y="1637"/>
                    <a:pt x="1712" y="1637"/>
                    <a:pt x="1712" y="1637"/>
                  </a:cubicBezTo>
                  <a:cubicBezTo>
                    <a:pt x="1709" y="1636"/>
                    <a:pt x="1707" y="1636"/>
                    <a:pt x="1705" y="1636"/>
                  </a:cubicBezTo>
                  <a:cubicBezTo>
                    <a:pt x="1705" y="1636"/>
                    <a:pt x="1705" y="1636"/>
                    <a:pt x="1705" y="1636"/>
                  </a:cubicBezTo>
                  <a:cubicBezTo>
                    <a:pt x="1704" y="1635"/>
                    <a:pt x="1704" y="1635"/>
                    <a:pt x="1704" y="1635"/>
                  </a:cubicBezTo>
                  <a:cubicBezTo>
                    <a:pt x="1701" y="1635"/>
                    <a:pt x="1699" y="1634"/>
                    <a:pt x="1697" y="1633"/>
                  </a:cubicBezTo>
                  <a:cubicBezTo>
                    <a:pt x="1696" y="1633"/>
                    <a:pt x="1695" y="1632"/>
                    <a:pt x="1695" y="1632"/>
                  </a:cubicBezTo>
                  <a:cubicBezTo>
                    <a:pt x="1693" y="1632"/>
                    <a:pt x="1692" y="1631"/>
                    <a:pt x="1691" y="1630"/>
                  </a:cubicBezTo>
                  <a:cubicBezTo>
                    <a:pt x="1691" y="1630"/>
                    <a:pt x="1690" y="1630"/>
                    <a:pt x="1690" y="1630"/>
                  </a:cubicBezTo>
                  <a:cubicBezTo>
                    <a:pt x="1686" y="1628"/>
                    <a:pt x="1682" y="1625"/>
                    <a:pt x="1680" y="1622"/>
                  </a:cubicBezTo>
                  <a:close/>
                  <a:moveTo>
                    <a:pt x="1875" y="1783"/>
                  </a:moveTo>
                  <a:cubicBezTo>
                    <a:pt x="1873" y="1787"/>
                    <a:pt x="1870" y="1790"/>
                    <a:pt x="1866" y="1793"/>
                  </a:cubicBezTo>
                  <a:cubicBezTo>
                    <a:pt x="1862" y="1796"/>
                    <a:pt x="1858" y="1799"/>
                    <a:pt x="1852" y="1800"/>
                  </a:cubicBezTo>
                  <a:cubicBezTo>
                    <a:pt x="1846" y="1802"/>
                    <a:pt x="1840" y="1803"/>
                    <a:pt x="1833" y="1803"/>
                  </a:cubicBezTo>
                  <a:cubicBezTo>
                    <a:pt x="1815" y="1803"/>
                    <a:pt x="1815" y="1803"/>
                    <a:pt x="1815" y="1803"/>
                  </a:cubicBezTo>
                  <a:cubicBezTo>
                    <a:pt x="1814" y="1803"/>
                    <a:pt x="1814" y="1803"/>
                    <a:pt x="1814" y="1803"/>
                  </a:cubicBezTo>
                  <a:cubicBezTo>
                    <a:pt x="1789" y="1803"/>
                    <a:pt x="1765" y="1803"/>
                    <a:pt x="1740" y="1803"/>
                  </a:cubicBezTo>
                  <a:cubicBezTo>
                    <a:pt x="1737" y="1803"/>
                    <a:pt x="1734" y="1803"/>
                    <a:pt x="1731" y="1803"/>
                  </a:cubicBezTo>
                  <a:cubicBezTo>
                    <a:pt x="1730" y="1803"/>
                    <a:pt x="1730" y="1803"/>
                    <a:pt x="1729" y="1803"/>
                  </a:cubicBezTo>
                  <a:cubicBezTo>
                    <a:pt x="1726" y="1802"/>
                    <a:pt x="1724" y="1802"/>
                    <a:pt x="1721" y="1801"/>
                  </a:cubicBezTo>
                  <a:cubicBezTo>
                    <a:pt x="1721" y="1801"/>
                    <a:pt x="1721" y="1801"/>
                    <a:pt x="1720" y="1801"/>
                  </a:cubicBezTo>
                  <a:cubicBezTo>
                    <a:pt x="1720" y="1801"/>
                    <a:pt x="1720" y="1801"/>
                    <a:pt x="1720" y="1801"/>
                  </a:cubicBezTo>
                  <a:cubicBezTo>
                    <a:pt x="1709" y="1798"/>
                    <a:pt x="1698" y="1792"/>
                    <a:pt x="1692" y="1783"/>
                  </a:cubicBezTo>
                  <a:cubicBezTo>
                    <a:pt x="1692" y="1783"/>
                    <a:pt x="1692" y="1783"/>
                    <a:pt x="1692" y="1783"/>
                  </a:cubicBezTo>
                  <a:cubicBezTo>
                    <a:pt x="1692" y="1783"/>
                    <a:pt x="1692" y="1783"/>
                    <a:pt x="1692" y="1783"/>
                  </a:cubicBezTo>
                  <a:cubicBezTo>
                    <a:pt x="1691" y="1782"/>
                    <a:pt x="1690" y="1780"/>
                    <a:pt x="1690" y="1778"/>
                  </a:cubicBezTo>
                  <a:cubicBezTo>
                    <a:pt x="1689" y="1777"/>
                    <a:pt x="1689" y="1776"/>
                    <a:pt x="1689" y="1775"/>
                  </a:cubicBezTo>
                  <a:cubicBezTo>
                    <a:pt x="1688" y="1774"/>
                    <a:pt x="1688" y="1773"/>
                    <a:pt x="1688" y="1772"/>
                  </a:cubicBezTo>
                  <a:cubicBezTo>
                    <a:pt x="1688" y="1772"/>
                    <a:pt x="1688" y="1771"/>
                    <a:pt x="1688" y="1771"/>
                  </a:cubicBezTo>
                  <a:cubicBezTo>
                    <a:pt x="1687" y="1769"/>
                    <a:pt x="1687" y="1769"/>
                    <a:pt x="1687" y="1769"/>
                  </a:cubicBezTo>
                  <a:cubicBezTo>
                    <a:pt x="1687" y="1769"/>
                    <a:pt x="1687" y="1769"/>
                    <a:pt x="1687" y="1769"/>
                  </a:cubicBezTo>
                  <a:cubicBezTo>
                    <a:pt x="1686" y="1756"/>
                    <a:pt x="1685" y="1742"/>
                    <a:pt x="1684" y="1728"/>
                  </a:cubicBezTo>
                  <a:cubicBezTo>
                    <a:pt x="1684" y="1725"/>
                    <a:pt x="1684" y="1723"/>
                    <a:pt x="1684" y="1721"/>
                  </a:cubicBezTo>
                  <a:cubicBezTo>
                    <a:pt x="1683" y="1714"/>
                    <a:pt x="1683" y="1714"/>
                    <a:pt x="1683" y="1714"/>
                  </a:cubicBezTo>
                  <a:cubicBezTo>
                    <a:pt x="1683" y="1713"/>
                    <a:pt x="1683" y="1713"/>
                    <a:pt x="1683" y="1713"/>
                  </a:cubicBezTo>
                  <a:cubicBezTo>
                    <a:pt x="1683" y="1711"/>
                    <a:pt x="1683" y="1710"/>
                    <a:pt x="1684" y="1709"/>
                  </a:cubicBezTo>
                  <a:cubicBezTo>
                    <a:pt x="1684" y="1708"/>
                    <a:pt x="1684" y="1707"/>
                    <a:pt x="1684" y="1707"/>
                  </a:cubicBezTo>
                  <a:cubicBezTo>
                    <a:pt x="1685" y="1706"/>
                    <a:pt x="1685" y="1705"/>
                    <a:pt x="1685" y="1704"/>
                  </a:cubicBezTo>
                  <a:cubicBezTo>
                    <a:pt x="1686" y="1703"/>
                    <a:pt x="1686" y="1703"/>
                    <a:pt x="1686" y="1702"/>
                  </a:cubicBezTo>
                  <a:cubicBezTo>
                    <a:pt x="1686" y="1702"/>
                    <a:pt x="1686" y="1702"/>
                    <a:pt x="1686" y="1702"/>
                  </a:cubicBezTo>
                  <a:cubicBezTo>
                    <a:pt x="1687" y="1700"/>
                    <a:pt x="1688" y="1699"/>
                    <a:pt x="1689" y="1698"/>
                  </a:cubicBezTo>
                  <a:cubicBezTo>
                    <a:pt x="1690" y="1697"/>
                    <a:pt x="1691" y="1697"/>
                    <a:pt x="1691" y="1696"/>
                  </a:cubicBezTo>
                  <a:cubicBezTo>
                    <a:pt x="1692" y="1695"/>
                    <a:pt x="1693" y="1695"/>
                    <a:pt x="1694" y="1694"/>
                  </a:cubicBezTo>
                  <a:cubicBezTo>
                    <a:pt x="1695" y="1694"/>
                    <a:pt x="1695" y="1693"/>
                    <a:pt x="1695" y="1693"/>
                  </a:cubicBezTo>
                  <a:cubicBezTo>
                    <a:pt x="1695" y="1693"/>
                    <a:pt x="1696" y="1693"/>
                    <a:pt x="1696" y="1693"/>
                  </a:cubicBezTo>
                  <a:cubicBezTo>
                    <a:pt x="1698" y="1692"/>
                    <a:pt x="1699" y="1691"/>
                    <a:pt x="1701" y="1690"/>
                  </a:cubicBezTo>
                  <a:cubicBezTo>
                    <a:pt x="1702" y="1690"/>
                    <a:pt x="1702" y="1689"/>
                    <a:pt x="1702" y="1689"/>
                  </a:cubicBezTo>
                  <a:cubicBezTo>
                    <a:pt x="1703" y="1689"/>
                    <a:pt x="1703" y="1689"/>
                    <a:pt x="1703" y="1689"/>
                  </a:cubicBezTo>
                  <a:cubicBezTo>
                    <a:pt x="1704" y="1689"/>
                    <a:pt x="1704" y="1689"/>
                    <a:pt x="1705" y="1688"/>
                  </a:cubicBezTo>
                  <a:cubicBezTo>
                    <a:pt x="1706" y="1688"/>
                    <a:pt x="1708" y="1687"/>
                    <a:pt x="1709" y="1687"/>
                  </a:cubicBezTo>
                  <a:cubicBezTo>
                    <a:pt x="1710" y="1687"/>
                    <a:pt x="1711" y="1686"/>
                    <a:pt x="1712" y="1686"/>
                  </a:cubicBezTo>
                  <a:cubicBezTo>
                    <a:pt x="1713" y="1686"/>
                    <a:pt x="1714" y="1686"/>
                    <a:pt x="1714" y="1686"/>
                  </a:cubicBezTo>
                  <a:cubicBezTo>
                    <a:pt x="1717" y="1685"/>
                    <a:pt x="1720" y="1685"/>
                    <a:pt x="1723" y="1685"/>
                  </a:cubicBezTo>
                  <a:cubicBezTo>
                    <a:pt x="1723" y="1685"/>
                    <a:pt x="1724" y="1685"/>
                    <a:pt x="1724" y="1685"/>
                  </a:cubicBezTo>
                  <a:cubicBezTo>
                    <a:pt x="1725" y="1685"/>
                    <a:pt x="1726" y="1685"/>
                    <a:pt x="1727" y="1685"/>
                  </a:cubicBezTo>
                  <a:cubicBezTo>
                    <a:pt x="1731" y="1685"/>
                    <a:pt x="1731" y="1685"/>
                    <a:pt x="1731" y="1685"/>
                  </a:cubicBezTo>
                  <a:cubicBezTo>
                    <a:pt x="1736" y="1684"/>
                    <a:pt x="1740" y="1684"/>
                    <a:pt x="1744" y="1684"/>
                  </a:cubicBezTo>
                  <a:cubicBezTo>
                    <a:pt x="1748" y="1684"/>
                    <a:pt x="1752" y="1684"/>
                    <a:pt x="1755" y="1684"/>
                  </a:cubicBezTo>
                  <a:cubicBezTo>
                    <a:pt x="1791" y="1684"/>
                    <a:pt x="1791" y="1684"/>
                    <a:pt x="1791" y="1684"/>
                  </a:cubicBezTo>
                  <a:cubicBezTo>
                    <a:pt x="1801" y="1684"/>
                    <a:pt x="1811" y="1684"/>
                    <a:pt x="1820" y="1685"/>
                  </a:cubicBezTo>
                  <a:cubicBezTo>
                    <a:pt x="1822" y="1685"/>
                    <a:pt x="1823" y="1685"/>
                    <a:pt x="1825" y="1685"/>
                  </a:cubicBezTo>
                  <a:cubicBezTo>
                    <a:pt x="1826" y="1686"/>
                    <a:pt x="1827" y="1686"/>
                    <a:pt x="1828" y="1686"/>
                  </a:cubicBezTo>
                  <a:cubicBezTo>
                    <a:pt x="1828" y="1686"/>
                    <a:pt x="1829" y="1686"/>
                    <a:pt x="1830" y="1686"/>
                  </a:cubicBezTo>
                  <a:cubicBezTo>
                    <a:pt x="1830" y="1686"/>
                    <a:pt x="1831" y="1686"/>
                    <a:pt x="1831" y="1687"/>
                  </a:cubicBezTo>
                  <a:cubicBezTo>
                    <a:pt x="1832" y="1687"/>
                    <a:pt x="1832" y="1687"/>
                    <a:pt x="1833" y="1687"/>
                  </a:cubicBezTo>
                  <a:cubicBezTo>
                    <a:pt x="1834" y="1687"/>
                    <a:pt x="1836" y="1688"/>
                    <a:pt x="1838" y="1689"/>
                  </a:cubicBezTo>
                  <a:cubicBezTo>
                    <a:pt x="1839" y="1689"/>
                    <a:pt x="1840" y="1689"/>
                    <a:pt x="1841" y="1690"/>
                  </a:cubicBezTo>
                  <a:cubicBezTo>
                    <a:pt x="1842" y="1690"/>
                    <a:pt x="1842" y="1690"/>
                    <a:pt x="1843" y="1691"/>
                  </a:cubicBezTo>
                  <a:cubicBezTo>
                    <a:pt x="1845" y="1691"/>
                    <a:pt x="1846" y="1692"/>
                    <a:pt x="1847" y="1693"/>
                  </a:cubicBezTo>
                  <a:cubicBezTo>
                    <a:pt x="1852" y="1695"/>
                    <a:pt x="1856" y="1698"/>
                    <a:pt x="1859" y="1702"/>
                  </a:cubicBezTo>
                  <a:cubicBezTo>
                    <a:pt x="1862" y="1705"/>
                    <a:pt x="1864" y="1709"/>
                    <a:pt x="1865" y="1713"/>
                  </a:cubicBezTo>
                  <a:cubicBezTo>
                    <a:pt x="1870" y="1736"/>
                    <a:pt x="1870" y="1736"/>
                    <a:pt x="1870" y="1736"/>
                  </a:cubicBezTo>
                  <a:cubicBezTo>
                    <a:pt x="1871" y="1746"/>
                    <a:pt x="1873" y="1755"/>
                    <a:pt x="1875" y="1764"/>
                  </a:cubicBezTo>
                  <a:cubicBezTo>
                    <a:pt x="1875" y="1764"/>
                    <a:pt x="1875" y="1764"/>
                    <a:pt x="1875" y="1764"/>
                  </a:cubicBezTo>
                  <a:cubicBezTo>
                    <a:pt x="1876" y="1770"/>
                    <a:pt x="1876" y="1770"/>
                    <a:pt x="1876" y="1770"/>
                  </a:cubicBezTo>
                  <a:cubicBezTo>
                    <a:pt x="1877" y="1775"/>
                    <a:pt x="1877" y="1779"/>
                    <a:pt x="1875" y="1783"/>
                  </a:cubicBezTo>
                  <a:close/>
                  <a:moveTo>
                    <a:pt x="2041" y="1494"/>
                  </a:moveTo>
                  <a:cubicBezTo>
                    <a:pt x="2036" y="1492"/>
                    <a:pt x="2032" y="1490"/>
                    <a:pt x="2030" y="1487"/>
                  </a:cubicBezTo>
                  <a:cubicBezTo>
                    <a:pt x="2027" y="1485"/>
                    <a:pt x="2024" y="1482"/>
                    <a:pt x="2023" y="1479"/>
                  </a:cubicBezTo>
                  <a:cubicBezTo>
                    <a:pt x="2021" y="1474"/>
                    <a:pt x="2021" y="1474"/>
                    <a:pt x="2021" y="1474"/>
                  </a:cubicBezTo>
                  <a:cubicBezTo>
                    <a:pt x="2019" y="1467"/>
                    <a:pt x="2016" y="1460"/>
                    <a:pt x="2014" y="1453"/>
                  </a:cubicBezTo>
                  <a:cubicBezTo>
                    <a:pt x="2012" y="1449"/>
                    <a:pt x="2009" y="1444"/>
                    <a:pt x="2009" y="1439"/>
                  </a:cubicBezTo>
                  <a:cubicBezTo>
                    <a:pt x="2009" y="1439"/>
                    <a:pt x="2009" y="1438"/>
                    <a:pt x="2009" y="1437"/>
                  </a:cubicBezTo>
                  <a:cubicBezTo>
                    <a:pt x="2009" y="1437"/>
                    <a:pt x="2009" y="1437"/>
                    <a:pt x="2009" y="1437"/>
                  </a:cubicBezTo>
                  <a:cubicBezTo>
                    <a:pt x="2009" y="1436"/>
                    <a:pt x="2009" y="1436"/>
                    <a:pt x="2009" y="1436"/>
                  </a:cubicBezTo>
                  <a:cubicBezTo>
                    <a:pt x="2010" y="1435"/>
                    <a:pt x="2009" y="1435"/>
                    <a:pt x="2010" y="1434"/>
                  </a:cubicBezTo>
                  <a:cubicBezTo>
                    <a:pt x="2010" y="1434"/>
                    <a:pt x="2010" y="1434"/>
                    <a:pt x="2010" y="1434"/>
                  </a:cubicBezTo>
                  <a:cubicBezTo>
                    <a:pt x="2016" y="1421"/>
                    <a:pt x="2039" y="1423"/>
                    <a:pt x="2051" y="1423"/>
                  </a:cubicBezTo>
                  <a:cubicBezTo>
                    <a:pt x="2110" y="1422"/>
                    <a:pt x="2110" y="1422"/>
                    <a:pt x="2110" y="1422"/>
                  </a:cubicBezTo>
                  <a:cubicBezTo>
                    <a:pt x="2115" y="1422"/>
                    <a:pt x="2120" y="1423"/>
                    <a:pt x="2125" y="1424"/>
                  </a:cubicBezTo>
                  <a:cubicBezTo>
                    <a:pt x="2126" y="1424"/>
                    <a:pt x="2128" y="1424"/>
                    <a:pt x="2129" y="1425"/>
                  </a:cubicBezTo>
                  <a:cubicBezTo>
                    <a:pt x="2129" y="1425"/>
                    <a:pt x="2130" y="1425"/>
                    <a:pt x="2131" y="1425"/>
                  </a:cubicBezTo>
                  <a:cubicBezTo>
                    <a:pt x="2132" y="1425"/>
                    <a:pt x="2133" y="1426"/>
                    <a:pt x="2133" y="1426"/>
                  </a:cubicBezTo>
                  <a:cubicBezTo>
                    <a:pt x="2135" y="1426"/>
                    <a:pt x="2137" y="1427"/>
                    <a:pt x="2138" y="1428"/>
                  </a:cubicBezTo>
                  <a:cubicBezTo>
                    <a:pt x="2139" y="1428"/>
                    <a:pt x="2139" y="1428"/>
                    <a:pt x="2139" y="1428"/>
                  </a:cubicBezTo>
                  <a:cubicBezTo>
                    <a:pt x="2139" y="1428"/>
                    <a:pt x="2139" y="1428"/>
                    <a:pt x="2140" y="1428"/>
                  </a:cubicBezTo>
                  <a:cubicBezTo>
                    <a:pt x="2141" y="1429"/>
                    <a:pt x="2142" y="1429"/>
                    <a:pt x="2144" y="1430"/>
                  </a:cubicBezTo>
                  <a:cubicBezTo>
                    <a:pt x="2145" y="1431"/>
                    <a:pt x="2146" y="1431"/>
                    <a:pt x="2146" y="1431"/>
                  </a:cubicBezTo>
                  <a:cubicBezTo>
                    <a:pt x="2147" y="1432"/>
                    <a:pt x="2147" y="1432"/>
                    <a:pt x="2148" y="1432"/>
                  </a:cubicBezTo>
                  <a:cubicBezTo>
                    <a:pt x="2148" y="1433"/>
                    <a:pt x="2148" y="1433"/>
                    <a:pt x="2149" y="1433"/>
                  </a:cubicBezTo>
                  <a:cubicBezTo>
                    <a:pt x="2149" y="1433"/>
                    <a:pt x="2150" y="1434"/>
                    <a:pt x="2150" y="1434"/>
                  </a:cubicBezTo>
                  <a:cubicBezTo>
                    <a:pt x="2153" y="1436"/>
                    <a:pt x="2156" y="1439"/>
                    <a:pt x="2157" y="1442"/>
                  </a:cubicBezTo>
                  <a:cubicBezTo>
                    <a:pt x="2157" y="1442"/>
                    <a:pt x="2157" y="1442"/>
                    <a:pt x="2157" y="1442"/>
                  </a:cubicBezTo>
                  <a:cubicBezTo>
                    <a:pt x="2163" y="1450"/>
                    <a:pt x="2166" y="1460"/>
                    <a:pt x="2170" y="1468"/>
                  </a:cubicBezTo>
                  <a:cubicBezTo>
                    <a:pt x="2170" y="1468"/>
                    <a:pt x="2170" y="1468"/>
                    <a:pt x="2170" y="1468"/>
                  </a:cubicBezTo>
                  <a:cubicBezTo>
                    <a:pt x="2172" y="1473"/>
                    <a:pt x="2176" y="1477"/>
                    <a:pt x="2177" y="1482"/>
                  </a:cubicBezTo>
                  <a:cubicBezTo>
                    <a:pt x="2177" y="1482"/>
                    <a:pt x="2177" y="1483"/>
                    <a:pt x="2177" y="1483"/>
                  </a:cubicBezTo>
                  <a:cubicBezTo>
                    <a:pt x="2177" y="1483"/>
                    <a:pt x="2177" y="1483"/>
                    <a:pt x="2177" y="1483"/>
                  </a:cubicBezTo>
                  <a:cubicBezTo>
                    <a:pt x="2178" y="1492"/>
                    <a:pt x="2170" y="1496"/>
                    <a:pt x="2162" y="1498"/>
                  </a:cubicBezTo>
                  <a:cubicBezTo>
                    <a:pt x="2161" y="1498"/>
                    <a:pt x="2161" y="1498"/>
                    <a:pt x="2161" y="1499"/>
                  </a:cubicBezTo>
                  <a:cubicBezTo>
                    <a:pt x="2160" y="1499"/>
                    <a:pt x="2160" y="1499"/>
                    <a:pt x="2159" y="1499"/>
                  </a:cubicBezTo>
                  <a:cubicBezTo>
                    <a:pt x="2158" y="1499"/>
                    <a:pt x="2156" y="1499"/>
                    <a:pt x="2155" y="1500"/>
                  </a:cubicBezTo>
                  <a:cubicBezTo>
                    <a:pt x="2154" y="1500"/>
                    <a:pt x="2154" y="1500"/>
                    <a:pt x="2153" y="1500"/>
                  </a:cubicBezTo>
                  <a:cubicBezTo>
                    <a:pt x="2152" y="1500"/>
                    <a:pt x="2150" y="1500"/>
                    <a:pt x="2149" y="1500"/>
                  </a:cubicBezTo>
                  <a:cubicBezTo>
                    <a:pt x="2148" y="1500"/>
                    <a:pt x="2147" y="1500"/>
                    <a:pt x="2146" y="1500"/>
                  </a:cubicBezTo>
                  <a:cubicBezTo>
                    <a:pt x="2146" y="1500"/>
                    <a:pt x="2146" y="1500"/>
                    <a:pt x="2146" y="1500"/>
                  </a:cubicBezTo>
                  <a:cubicBezTo>
                    <a:pt x="2144" y="1500"/>
                    <a:pt x="2144" y="1500"/>
                    <a:pt x="2144" y="1500"/>
                  </a:cubicBezTo>
                  <a:cubicBezTo>
                    <a:pt x="2135" y="1500"/>
                    <a:pt x="2126" y="1500"/>
                    <a:pt x="2117" y="1500"/>
                  </a:cubicBezTo>
                  <a:cubicBezTo>
                    <a:pt x="2102" y="1500"/>
                    <a:pt x="2087" y="1500"/>
                    <a:pt x="2072" y="1500"/>
                  </a:cubicBezTo>
                  <a:cubicBezTo>
                    <a:pt x="2061" y="1500"/>
                    <a:pt x="2050" y="1499"/>
                    <a:pt x="2041" y="1494"/>
                  </a:cubicBezTo>
                  <a:cubicBezTo>
                    <a:pt x="2041" y="1494"/>
                    <a:pt x="2041" y="1494"/>
                    <a:pt x="2041" y="1494"/>
                  </a:cubicBezTo>
                  <a:close/>
                  <a:moveTo>
                    <a:pt x="2079" y="1621"/>
                  </a:moveTo>
                  <a:cubicBezTo>
                    <a:pt x="2076" y="1617"/>
                    <a:pt x="2073" y="1614"/>
                    <a:pt x="2072" y="1611"/>
                  </a:cubicBezTo>
                  <a:cubicBezTo>
                    <a:pt x="2064" y="1588"/>
                    <a:pt x="2064" y="1588"/>
                    <a:pt x="2064" y="1588"/>
                  </a:cubicBezTo>
                  <a:cubicBezTo>
                    <a:pt x="2061" y="1581"/>
                    <a:pt x="2059" y="1575"/>
                    <a:pt x="2056" y="1568"/>
                  </a:cubicBezTo>
                  <a:cubicBezTo>
                    <a:pt x="2056" y="1568"/>
                    <a:pt x="2056" y="1568"/>
                    <a:pt x="2056" y="1568"/>
                  </a:cubicBezTo>
                  <a:cubicBezTo>
                    <a:pt x="2055" y="1565"/>
                    <a:pt x="2055" y="1565"/>
                    <a:pt x="2055" y="1565"/>
                  </a:cubicBezTo>
                  <a:cubicBezTo>
                    <a:pt x="2054" y="1561"/>
                    <a:pt x="2054" y="1558"/>
                    <a:pt x="2055" y="1555"/>
                  </a:cubicBezTo>
                  <a:cubicBezTo>
                    <a:pt x="2056" y="1553"/>
                    <a:pt x="2057" y="1552"/>
                    <a:pt x="2059" y="1550"/>
                  </a:cubicBezTo>
                  <a:cubicBezTo>
                    <a:pt x="2059" y="1550"/>
                    <a:pt x="2059" y="1550"/>
                    <a:pt x="2060" y="1549"/>
                  </a:cubicBezTo>
                  <a:cubicBezTo>
                    <a:pt x="2060" y="1549"/>
                    <a:pt x="2061" y="1548"/>
                    <a:pt x="2061" y="1548"/>
                  </a:cubicBezTo>
                  <a:cubicBezTo>
                    <a:pt x="2064" y="1546"/>
                    <a:pt x="2068" y="1544"/>
                    <a:pt x="2072" y="1543"/>
                  </a:cubicBezTo>
                  <a:cubicBezTo>
                    <a:pt x="2076" y="1542"/>
                    <a:pt x="2080" y="1542"/>
                    <a:pt x="2084" y="1541"/>
                  </a:cubicBezTo>
                  <a:cubicBezTo>
                    <a:pt x="2100" y="1540"/>
                    <a:pt x="2117" y="1541"/>
                    <a:pt x="2125" y="1541"/>
                  </a:cubicBezTo>
                  <a:cubicBezTo>
                    <a:pt x="2153" y="1541"/>
                    <a:pt x="2202" y="1535"/>
                    <a:pt x="2218" y="1564"/>
                  </a:cubicBezTo>
                  <a:cubicBezTo>
                    <a:pt x="2218" y="1564"/>
                    <a:pt x="2218" y="1564"/>
                    <a:pt x="2218" y="1564"/>
                  </a:cubicBezTo>
                  <a:cubicBezTo>
                    <a:pt x="2218" y="1565"/>
                    <a:pt x="2218" y="1565"/>
                    <a:pt x="2218" y="1565"/>
                  </a:cubicBezTo>
                  <a:cubicBezTo>
                    <a:pt x="2218" y="1565"/>
                    <a:pt x="2218" y="1565"/>
                    <a:pt x="2218" y="1565"/>
                  </a:cubicBezTo>
                  <a:cubicBezTo>
                    <a:pt x="2224" y="1577"/>
                    <a:pt x="2230" y="1589"/>
                    <a:pt x="2236" y="1601"/>
                  </a:cubicBezTo>
                  <a:cubicBezTo>
                    <a:pt x="2238" y="1605"/>
                    <a:pt x="2241" y="1609"/>
                    <a:pt x="2242" y="1614"/>
                  </a:cubicBezTo>
                  <a:cubicBezTo>
                    <a:pt x="2242" y="1614"/>
                    <a:pt x="2242" y="1614"/>
                    <a:pt x="2242" y="1614"/>
                  </a:cubicBezTo>
                  <a:cubicBezTo>
                    <a:pt x="2242" y="1615"/>
                    <a:pt x="2242" y="1616"/>
                    <a:pt x="2242" y="1617"/>
                  </a:cubicBezTo>
                  <a:cubicBezTo>
                    <a:pt x="2242" y="1618"/>
                    <a:pt x="2242" y="1619"/>
                    <a:pt x="2242" y="1620"/>
                  </a:cubicBezTo>
                  <a:cubicBezTo>
                    <a:pt x="2242" y="1620"/>
                    <a:pt x="2242" y="1620"/>
                    <a:pt x="2242" y="1620"/>
                  </a:cubicBezTo>
                  <a:cubicBezTo>
                    <a:pt x="2242" y="1620"/>
                    <a:pt x="2242" y="1621"/>
                    <a:pt x="2242" y="1621"/>
                  </a:cubicBezTo>
                  <a:cubicBezTo>
                    <a:pt x="2242" y="1622"/>
                    <a:pt x="2241" y="1623"/>
                    <a:pt x="2240" y="1624"/>
                  </a:cubicBezTo>
                  <a:cubicBezTo>
                    <a:pt x="2240" y="1625"/>
                    <a:pt x="2240" y="1625"/>
                    <a:pt x="2240" y="1625"/>
                  </a:cubicBezTo>
                  <a:cubicBezTo>
                    <a:pt x="2239" y="1626"/>
                    <a:pt x="2238" y="1627"/>
                    <a:pt x="2237" y="1628"/>
                  </a:cubicBezTo>
                  <a:cubicBezTo>
                    <a:pt x="2237" y="1628"/>
                    <a:pt x="2237" y="1628"/>
                    <a:pt x="2237" y="1628"/>
                  </a:cubicBezTo>
                  <a:cubicBezTo>
                    <a:pt x="2236" y="1629"/>
                    <a:pt x="2236" y="1629"/>
                    <a:pt x="2236" y="1629"/>
                  </a:cubicBezTo>
                  <a:cubicBezTo>
                    <a:pt x="2235" y="1630"/>
                    <a:pt x="2234" y="1630"/>
                    <a:pt x="2234" y="1630"/>
                  </a:cubicBezTo>
                  <a:cubicBezTo>
                    <a:pt x="2231" y="1632"/>
                    <a:pt x="2229" y="1633"/>
                    <a:pt x="2225" y="1634"/>
                  </a:cubicBezTo>
                  <a:cubicBezTo>
                    <a:pt x="2225" y="1634"/>
                    <a:pt x="2224" y="1635"/>
                    <a:pt x="2223" y="1635"/>
                  </a:cubicBezTo>
                  <a:cubicBezTo>
                    <a:pt x="2221" y="1635"/>
                    <a:pt x="2220" y="1635"/>
                    <a:pt x="2219" y="1636"/>
                  </a:cubicBezTo>
                  <a:cubicBezTo>
                    <a:pt x="2218" y="1636"/>
                    <a:pt x="2218" y="1636"/>
                    <a:pt x="2217" y="1636"/>
                  </a:cubicBezTo>
                  <a:cubicBezTo>
                    <a:pt x="2217" y="1636"/>
                    <a:pt x="2216" y="1636"/>
                    <a:pt x="2216" y="1636"/>
                  </a:cubicBezTo>
                  <a:cubicBezTo>
                    <a:pt x="2187" y="1639"/>
                    <a:pt x="2156" y="1636"/>
                    <a:pt x="2126" y="1637"/>
                  </a:cubicBezTo>
                  <a:cubicBezTo>
                    <a:pt x="2123" y="1637"/>
                    <a:pt x="2120" y="1636"/>
                    <a:pt x="2117" y="1636"/>
                  </a:cubicBezTo>
                  <a:cubicBezTo>
                    <a:pt x="2117" y="1636"/>
                    <a:pt x="2117" y="1636"/>
                    <a:pt x="2117" y="1636"/>
                  </a:cubicBezTo>
                  <a:cubicBezTo>
                    <a:pt x="2106" y="1635"/>
                    <a:pt x="2095" y="1631"/>
                    <a:pt x="2086" y="1625"/>
                  </a:cubicBezTo>
                  <a:cubicBezTo>
                    <a:pt x="2083" y="1624"/>
                    <a:pt x="2081" y="1622"/>
                    <a:pt x="2079" y="1621"/>
                  </a:cubicBezTo>
                  <a:close/>
                  <a:moveTo>
                    <a:pt x="2322" y="1782"/>
                  </a:moveTo>
                  <a:cubicBezTo>
                    <a:pt x="2322" y="1783"/>
                    <a:pt x="2321" y="1783"/>
                    <a:pt x="2321" y="1784"/>
                  </a:cubicBezTo>
                  <a:cubicBezTo>
                    <a:pt x="2321" y="1785"/>
                    <a:pt x="2321" y="1785"/>
                    <a:pt x="2321" y="1786"/>
                  </a:cubicBezTo>
                  <a:cubicBezTo>
                    <a:pt x="2320" y="1787"/>
                    <a:pt x="2320" y="1788"/>
                    <a:pt x="2319" y="1789"/>
                  </a:cubicBezTo>
                  <a:cubicBezTo>
                    <a:pt x="2319" y="1789"/>
                    <a:pt x="2319" y="1789"/>
                    <a:pt x="2319" y="1790"/>
                  </a:cubicBezTo>
                  <a:cubicBezTo>
                    <a:pt x="2318" y="1790"/>
                    <a:pt x="2318" y="1791"/>
                    <a:pt x="2317" y="1791"/>
                  </a:cubicBezTo>
                  <a:cubicBezTo>
                    <a:pt x="2317" y="1791"/>
                    <a:pt x="2317" y="1792"/>
                    <a:pt x="2316" y="1792"/>
                  </a:cubicBezTo>
                  <a:cubicBezTo>
                    <a:pt x="2316" y="1792"/>
                    <a:pt x="2316" y="1792"/>
                    <a:pt x="2316" y="1793"/>
                  </a:cubicBezTo>
                  <a:cubicBezTo>
                    <a:pt x="2310" y="1798"/>
                    <a:pt x="2303" y="1800"/>
                    <a:pt x="2296" y="1801"/>
                  </a:cubicBezTo>
                  <a:cubicBezTo>
                    <a:pt x="2296" y="1801"/>
                    <a:pt x="2295" y="1801"/>
                    <a:pt x="2295" y="1801"/>
                  </a:cubicBezTo>
                  <a:cubicBezTo>
                    <a:pt x="2292" y="1802"/>
                    <a:pt x="2289" y="1802"/>
                    <a:pt x="2286" y="1802"/>
                  </a:cubicBezTo>
                  <a:cubicBezTo>
                    <a:pt x="2286" y="1802"/>
                    <a:pt x="2286" y="1802"/>
                    <a:pt x="2286" y="1802"/>
                  </a:cubicBezTo>
                  <a:cubicBezTo>
                    <a:pt x="2283" y="1802"/>
                    <a:pt x="2283" y="1802"/>
                    <a:pt x="2283" y="1802"/>
                  </a:cubicBezTo>
                  <a:cubicBezTo>
                    <a:pt x="2280" y="1802"/>
                    <a:pt x="2277" y="1802"/>
                    <a:pt x="2275" y="1802"/>
                  </a:cubicBezTo>
                  <a:cubicBezTo>
                    <a:pt x="2193" y="1802"/>
                    <a:pt x="2193" y="1802"/>
                    <a:pt x="2193" y="1802"/>
                  </a:cubicBezTo>
                  <a:cubicBezTo>
                    <a:pt x="2190" y="1802"/>
                    <a:pt x="2187" y="1802"/>
                    <a:pt x="2184" y="1802"/>
                  </a:cubicBezTo>
                  <a:cubicBezTo>
                    <a:pt x="2183" y="1801"/>
                    <a:pt x="2182" y="1801"/>
                    <a:pt x="2181" y="1801"/>
                  </a:cubicBezTo>
                  <a:cubicBezTo>
                    <a:pt x="2164" y="1799"/>
                    <a:pt x="2144" y="1791"/>
                    <a:pt x="2135" y="1776"/>
                  </a:cubicBezTo>
                  <a:cubicBezTo>
                    <a:pt x="2133" y="1774"/>
                    <a:pt x="2132" y="1772"/>
                    <a:pt x="2131" y="1770"/>
                  </a:cubicBezTo>
                  <a:cubicBezTo>
                    <a:pt x="2131" y="1769"/>
                    <a:pt x="2131" y="1769"/>
                    <a:pt x="2131" y="1769"/>
                  </a:cubicBezTo>
                  <a:cubicBezTo>
                    <a:pt x="2131" y="1769"/>
                    <a:pt x="2131" y="1769"/>
                    <a:pt x="2131" y="1769"/>
                  </a:cubicBezTo>
                  <a:cubicBezTo>
                    <a:pt x="2127" y="1757"/>
                    <a:pt x="2122" y="1746"/>
                    <a:pt x="2118" y="1734"/>
                  </a:cubicBezTo>
                  <a:cubicBezTo>
                    <a:pt x="2116" y="1728"/>
                    <a:pt x="2112" y="1720"/>
                    <a:pt x="2110" y="1713"/>
                  </a:cubicBezTo>
                  <a:cubicBezTo>
                    <a:pt x="2110" y="1713"/>
                    <a:pt x="2110" y="1713"/>
                    <a:pt x="2110" y="1713"/>
                  </a:cubicBezTo>
                  <a:cubicBezTo>
                    <a:pt x="2110" y="1713"/>
                    <a:pt x="2110" y="1712"/>
                    <a:pt x="2110" y="1712"/>
                  </a:cubicBezTo>
                  <a:cubicBezTo>
                    <a:pt x="2110" y="1712"/>
                    <a:pt x="2109" y="1711"/>
                    <a:pt x="2109" y="1710"/>
                  </a:cubicBezTo>
                  <a:cubicBezTo>
                    <a:pt x="2109" y="1707"/>
                    <a:pt x="2109" y="1704"/>
                    <a:pt x="2109" y="1701"/>
                  </a:cubicBezTo>
                  <a:cubicBezTo>
                    <a:pt x="2110" y="1699"/>
                    <a:pt x="2111" y="1698"/>
                    <a:pt x="2112" y="1696"/>
                  </a:cubicBezTo>
                  <a:cubicBezTo>
                    <a:pt x="2112" y="1696"/>
                    <a:pt x="2112" y="1696"/>
                    <a:pt x="2112" y="1696"/>
                  </a:cubicBezTo>
                  <a:cubicBezTo>
                    <a:pt x="2117" y="1688"/>
                    <a:pt x="2126" y="1685"/>
                    <a:pt x="2136" y="1684"/>
                  </a:cubicBezTo>
                  <a:cubicBezTo>
                    <a:pt x="2136" y="1684"/>
                    <a:pt x="2136" y="1684"/>
                    <a:pt x="2137" y="1684"/>
                  </a:cubicBezTo>
                  <a:cubicBezTo>
                    <a:pt x="2139" y="1684"/>
                    <a:pt x="2141" y="1684"/>
                    <a:pt x="2144" y="1684"/>
                  </a:cubicBezTo>
                  <a:cubicBezTo>
                    <a:pt x="2144" y="1684"/>
                    <a:pt x="2145" y="1683"/>
                    <a:pt x="2145" y="1683"/>
                  </a:cubicBezTo>
                  <a:cubicBezTo>
                    <a:pt x="2151" y="1683"/>
                    <a:pt x="2151" y="1683"/>
                    <a:pt x="2151" y="1683"/>
                  </a:cubicBezTo>
                  <a:cubicBezTo>
                    <a:pt x="2152" y="1683"/>
                    <a:pt x="2153" y="1683"/>
                    <a:pt x="2155" y="1683"/>
                  </a:cubicBezTo>
                  <a:cubicBezTo>
                    <a:pt x="2180" y="1683"/>
                    <a:pt x="2205" y="1683"/>
                    <a:pt x="2231" y="1683"/>
                  </a:cubicBezTo>
                  <a:cubicBezTo>
                    <a:pt x="2231" y="1683"/>
                    <a:pt x="2231" y="1683"/>
                    <a:pt x="2231" y="1683"/>
                  </a:cubicBezTo>
                  <a:cubicBezTo>
                    <a:pt x="2231" y="1683"/>
                    <a:pt x="2231" y="1683"/>
                    <a:pt x="2231" y="1683"/>
                  </a:cubicBezTo>
                  <a:cubicBezTo>
                    <a:pt x="2234" y="1683"/>
                    <a:pt x="2237" y="1683"/>
                    <a:pt x="2240" y="1684"/>
                  </a:cubicBezTo>
                  <a:cubicBezTo>
                    <a:pt x="2240" y="1684"/>
                    <a:pt x="2241" y="1684"/>
                    <a:pt x="2241" y="1684"/>
                  </a:cubicBezTo>
                  <a:cubicBezTo>
                    <a:pt x="2258" y="1686"/>
                    <a:pt x="2277" y="1693"/>
                    <a:pt x="2287" y="1706"/>
                  </a:cubicBezTo>
                  <a:cubicBezTo>
                    <a:pt x="2289" y="1708"/>
                    <a:pt x="2290" y="1710"/>
                    <a:pt x="2291" y="1712"/>
                  </a:cubicBezTo>
                  <a:cubicBezTo>
                    <a:pt x="2294" y="1717"/>
                    <a:pt x="2294" y="1717"/>
                    <a:pt x="2294" y="1717"/>
                  </a:cubicBezTo>
                  <a:cubicBezTo>
                    <a:pt x="2299" y="1727"/>
                    <a:pt x="2304" y="1737"/>
                    <a:pt x="2309" y="1748"/>
                  </a:cubicBezTo>
                  <a:cubicBezTo>
                    <a:pt x="2312" y="1754"/>
                    <a:pt x="2318" y="1762"/>
                    <a:pt x="2320" y="1771"/>
                  </a:cubicBezTo>
                  <a:cubicBezTo>
                    <a:pt x="2322" y="1775"/>
                    <a:pt x="2323" y="1778"/>
                    <a:pt x="2322" y="1782"/>
                  </a:cubicBezTo>
                  <a:close/>
                  <a:moveTo>
                    <a:pt x="2340" y="1624"/>
                  </a:moveTo>
                  <a:cubicBezTo>
                    <a:pt x="2338" y="1622"/>
                    <a:pt x="2337" y="1621"/>
                    <a:pt x="2335" y="1620"/>
                  </a:cubicBezTo>
                  <a:cubicBezTo>
                    <a:pt x="2331" y="1617"/>
                    <a:pt x="2328" y="1613"/>
                    <a:pt x="2326" y="1610"/>
                  </a:cubicBezTo>
                  <a:cubicBezTo>
                    <a:pt x="2324" y="1607"/>
                    <a:pt x="2324" y="1607"/>
                    <a:pt x="2324" y="1607"/>
                  </a:cubicBezTo>
                  <a:cubicBezTo>
                    <a:pt x="2324" y="1607"/>
                    <a:pt x="2324" y="1607"/>
                    <a:pt x="2324" y="1607"/>
                  </a:cubicBezTo>
                  <a:cubicBezTo>
                    <a:pt x="2317" y="1594"/>
                    <a:pt x="2310" y="1582"/>
                    <a:pt x="2303" y="1569"/>
                  </a:cubicBezTo>
                  <a:cubicBezTo>
                    <a:pt x="2303" y="1569"/>
                    <a:pt x="2303" y="1569"/>
                    <a:pt x="2303" y="1569"/>
                  </a:cubicBezTo>
                  <a:cubicBezTo>
                    <a:pt x="2300" y="1564"/>
                    <a:pt x="2300" y="1564"/>
                    <a:pt x="2300" y="1564"/>
                  </a:cubicBezTo>
                  <a:cubicBezTo>
                    <a:pt x="2298" y="1561"/>
                    <a:pt x="2298" y="1558"/>
                    <a:pt x="2298" y="1555"/>
                  </a:cubicBezTo>
                  <a:cubicBezTo>
                    <a:pt x="2299" y="1552"/>
                    <a:pt x="2300" y="1550"/>
                    <a:pt x="2303" y="1547"/>
                  </a:cubicBezTo>
                  <a:cubicBezTo>
                    <a:pt x="2306" y="1545"/>
                    <a:pt x="2309" y="1544"/>
                    <a:pt x="2313" y="1542"/>
                  </a:cubicBezTo>
                  <a:cubicBezTo>
                    <a:pt x="2318" y="1541"/>
                    <a:pt x="2323" y="1541"/>
                    <a:pt x="2329" y="1541"/>
                  </a:cubicBezTo>
                  <a:cubicBezTo>
                    <a:pt x="2330" y="1541"/>
                    <a:pt x="2330" y="1541"/>
                    <a:pt x="2330" y="1541"/>
                  </a:cubicBezTo>
                  <a:cubicBezTo>
                    <a:pt x="2342" y="1540"/>
                    <a:pt x="2356" y="1540"/>
                    <a:pt x="2363" y="1540"/>
                  </a:cubicBezTo>
                  <a:cubicBezTo>
                    <a:pt x="2394" y="1540"/>
                    <a:pt x="2443" y="1534"/>
                    <a:pt x="2463" y="1564"/>
                  </a:cubicBezTo>
                  <a:cubicBezTo>
                    <a:pt x="2470" y="1573"/>
                    <a:pt x="2476" y="1583"/>
                    <a:pt x="2483" y="1593"/>
                  </a:cubicBezTo>
                  <a:cubicBezTo>
                    <a:pt x="2486" y="1598"/>
                    <a:pt x="2492" y="1605"/>
                    <a:pt x="2495" y="1611"/>
                  </a:cubicBezTo>
                  <a:cubicBezTo>
                    <a:pt x="2497" y="1614"/>
                    <a:pt x="2498" y="1617"/>
                    <a:pt x="2498" y="1620"/>
                  </a:cubicBezTo>
                  <a:cubicBezTo>
                    <a:pt x="2498" y="1621"/>
                    <a:pt x="2497" y="1623"/>
                    <a:pt x="2496" y="1625"/>
                  </a:cubicBezTo>
                  <a:cubicBezTo>
                    <a:pt x="2496" y="1626"/>
                    <a:pt x="2495" y="1627"/>
                    <a:pt x="2494" y="1628"/>
                  </a:cubicBezTo>
                  <a:cubicBezTo>
                    <a:pt x="2494" y="1628"/>
                    <a:pt x="2494" y="1628"/>
                    <a:pt x="2494" y="1628"/>
                  </a:cubicBezTo>
                  <a:cubicBezTo>
                    <a:pt x="2494" y="1628"/>
                    <a:pt x="2494" y="1628"/>
                    <a:pt x="2494" y="1628"/>
                  </a:cubicBezTo>
                  <a:cubicBezTo>
                    <a:pt x="2493" y="1629"/>
                    <a:pt x="2493" y="1629"/>
                    <a:pt x="2492" y="1630"/>
                  </a:cubicBezTo>
                  <a:cubicBezTo>
                    <a:pt x="2492" y="1630"/>
                    <a:pt x="2491" y="1630"/>
                    <a:pt x="2491" y="1630"/>
                  </a:cubicBezTo>
                  <a:cubicBezTo>
                    <a:pt x="2490" y="1631"/>
                    <a:pt x="2489" y="1631"/>
                    <a:pt x="2488" y="1632"/>
                  </a:cubicBezTo>
                  <a:cubicBezTo>
                    <a:pt x="2487" y="1632"/>
                    <a:pt x="2485" y="1633"/>
                    <a:pt x="2484" y="1633"/>
                  </a:cubicBezTo>
                  <a:cubicBezTo>
                    <a:pt x="2484" y="1633"/>
                    <a:pt x="2484" y="1634"/>
                    <a:pt x="2484" y="1634"/>
                  </a:cubicBezTo>
                  <a:cubicBezTo>
                    <a:pt x="2484" y="1634"/>
                    <a:pt x="2483" y="1634"/>
                    <a:pt x="2483" y="1634"/>
                  </a:cubicBezTo>
                  <a:cubicBezTo>
                    <a:pt x="2469" y="1638"/>
                    <a:pt x="2448" y="1636"/>
                    <a:pt x="2434" y="1636"/>
                  </a:cubicBezTo>
                  <a:cubicBezTo>
                    <a:pt x="2418" y="1636"/>
                    <a:pt x="2401" y="1636"/>
                    <a:pt x="2385" y="1636"/>
                  </a:cubicBezTo>
                  <a:cubicBezTo>
                    <a:pt x="2370" y="1636"/>
                    <a:pt x="2353" y="1632"/>
                    <a:pt x="2340" y="1624"/>
                  </a:cubicBezTo>
                  <a:close/>
                  <a:moveTo>
                    <a:pt x="2605" y="1791"/>
                  </a:moveTo>
                  <a:cubicBezTo>
                    <a:pt x="2605" y="1791"/>
                    <a:pt x="2605" y="1791"/>
                    <a:pt x="2604" y="1791"/>
                  </a:cubicBezTo>
                  <a:cubicBezTo>
                    <a:pt x="2602" y="1794"/>
                    <a:pt x="2598" y="1797"/>
                    <a:pt x="2593" y="1798"/>
                  </a:cubicBezTo>
                  <a:cubicBezTo>
                    <a:pt x="2589" y="1800"/>
                    <a:pt x="2583" y="1801"/>
                    <a:pt x="2576" y="1801"/>
                  </a:cubicBezTo>
                  <a:cubicBezTo>
                    <a:pt x="2569" y="1801"/>
                    <a:pt x="2569" y="1801"/>
                    <a:pt x="2569" y="1801"/>
                  </a:cubicBezTo>
                  <a:cubicBezTo>
                    <a:pt x="2569" y="1801"/>
                    <a:pt x="2569" y="1801"/>
                    <a:pt x="2569" y="1801"/>
                  </a:cubicBezTo>
                  <a:cubicBezTo>
                    <a:pt x="2541" y="1801"/>
                    <a:pt x="2512" y="1801"/>
                    <a:pt x="2483" y="1801"/>
                  </a:cubicBezTo>
                  <a:cubicBezTo>
                    <a:pt x="2480" y="1801"/>
                    <a:pt x="2476" y="1801"/>
                    <a:pt x="2473" y="1801"/>
                  </a:cubicBezTo>
                  <a:cubicBezTo>
                    <a:pt x="2473" y="1801"/>
                    <a:pt x="2473" y="1801"/>
                    <a:pt x="2473" y="1801"/>
                  </a:cubicBezTo>
                  <a:cubicBezTo>
                    <a:pt x="2453" y="1799"/>
                    <a:pt x="2432" y="1790"/>
                    <a:pt x="2419" y="1775"/>
                  </a:cubicBezTo>
                  <a:cubicBezTo>
                    <a:pt x="2418" y="1773"/>
                    <a:pt x="2416" y="1771"/>
                    <a:pt x="2415" y="1769"/>
                  </a:cubicBezTo>
                  <a:cubicBezTo>
                    <a:pt x="2415" y="1769"/>
                    <a:pt x="2415" y="1769"/>
                    <a:pt x="2415" y="1769"/>
                  </a:cubicBezTo>
                  <a:cubicBezTo>
                    <a:pt x="2415" y="1769"/>
                    <a:pt x="2415" y="1769"/>
                    <a:pt x="2415" y="1769"/>
                  </a:cubicBezTo>
                  <a:cubicBezTo>
                    <a:pt x="2409" y="1758"/>
                    <a:pt x="2402" y="1747"/>
                    <a:pt x="2396" y="1736"/>
                  </a:cubicBezTo>
                  <a:cubicBezTo>
                    <a:pt x="2392" y="1728"/>
                    <a:pt x="2383" y="1716"/>
                    <a:pt x="2381" y="1706"/>
                  </a:cubicBezTo>
                  <a:cubicBezTo>
                    <a:pt x="2381" y="1706"/>
                    <a:pt x="2381" y="1706"/>
                    <a:pt x="2381" y="1706"/>
                  </a:cubicBezTo>
                  <a:cubicBezTo>
                    <a:pt x="2380" y="1705"/>
                    <a:pt x="2380" y="1704"/>
                    <a:pt x="2380" y="1703"/>
                  </a:cubicBezTo>
                  <a:cubicBezTo>
                    <a:pt x="2379" y="1693"/>
                    <a:pt x="2387" y="1688"/>
                    <a:pt x="2396" y="1685"/>
                  </a:cubicBezTo>
                  <a:cubicBezTo>
                    <a:pt x="2396" y="1685"/>
                    <a:pt x="2396" y="1685"/>
                    <a:pt x="2396" y="1685"/>
                  </a:cubicBezTo>
                  <a:cubicBezTo>
                    <a:pt x="2396" y="1685"/>
                    <a:pt x="2397" y="1685"/>
                    <a:pt x="2397" y="1685"/>
                  </a:cubicBezTo>
                  <a:cubicBezTo>
                    <a:pt x="2398" y="1685"/>
                    <a:pt x="2398" y="1685"/>
                    <a:pt x="2399" y="1684"/>
                  </a:cubicBezTo>
                  <a:cubicBezTo>
                    <a:pt x="2403" y="1683"/>
                    <a:pt x="2408" y="1683"/>
                    <a:pt x="2413" y="1683"/>
                  </a:cubicBezTo>
                  <a:cubicBezTo>
                    <a:pt x="2470" y="1683"/>
                    <a:pt x="2470" y="1683"/>
                    <a:pt x="2470" y="1683"/>
                  </a:cubicBezTo>
                  <a:cubicBezTo>
                    <a:pt x="2479" y="1683"/>
                    <a:pt x="2489" y="1683"/>
                    <a:pt x="2498" y="1683"/>
                  </a:cubicBezTo>
                  <a:cubicBezTo>
                    <a:pt x="2498" y="1683"/>
                    <a:pt x="2498" y="1683"/>
                    <a:pt x="2498" y="1683"/>
                  </a:cubicBezTo>
                  <a:cubicBezTo>
                    <a:pt x="2499" y="1683"/>
                    <a:pt x="2499" y="1683"/>
                    <a:pt x="2500" y="1683"/>
                  </a:cubicBezTo>
                  <a:cubicBezTo>
                    <a:pt x="2502" y="1683"/>
                    <a:pt x="2505" y="1683"/>
                    <a:pt x="2507" y="1683"/>
                  </a:cubicBezTo>
                  <a:cubicBezTo>
                    <a:pt x="2508" y="1683"/>
                    <a:pt x="2508" y="1683"/>
                    <a:pt x="2509" y="1683"/>
                  </a:cubicBezTo>
                  <a:cubicBezTo>
                    <a:pt x="2527" y="1685"/>
                    <a:pt x="2546" y="1692"/>
                    <a:pt x="2558" y="1705"/>
                  </a:cubicBezTo>
                  <a:cubicBezTo>
                    <a:pt x="2559" y="1705"/>
                    <a:pt x="2560" y="1706"/>
                    <a:pt x="2561" y="1707"/>
                  </a:cubicBezTo>
                  <a:cubicBezTo>
                    <a:pt x="2561" y="1708"/>
                    <a:pt x="2562" y="1708"/>
                    <a:pt x="2562" y="1709"/>
                  </a:cubicBezTo>
                  <a:cubicBezTo>
                    <a:pt x="2563" y="1710"/>
                    <a:pt x="2563" y="1710"/>
                    <a:pt x="2564" y="1711"/>
                  </a:cubicBezTo>
                  <a:cubicBezTo>
                    <a:pt x="2564" y="1711"/>
                    <a:pt x="2564" y="1711"/>
                    <a:pt x="2564" y="1711"/>
                  </a:cubicBezTo>
                  <a:cubicBezTo>
                    <a:pt x="2566" y="1713"/>
                    <a:pt x="2566" y="1713"/>
                    <a:pt x="2566" y="1713"/>
                  </a:cubicBezTo>
                  <a:cubicBezTo>
                    <a:pt x="2571" y="1721"/>
                    <a:pt x="2576" y="1729"/>
                    <a:pt x="2582" y="1737"/>
                  </a:cubicBezTo>
                  <a:cubicBezTo>
                    <a:pt x="2582" y="1737"/>
                    <a:pt x="2582" y="1737"/>
                    <a:pt x="2582" y="1737"/>
                  </a:cubicBezTo>
                  <a:cubicBezTo>
                    <a:pt x="2589" y="1748"/>
                    <a:pt x="2599" y="1759"/>
                    <a:pt x="2605" y="1772"/>
                  </a:cubicBezTo>
                  <a:cubicBezTo>
                    <a:pt x="2606" y="1773"/>
                    <a:pt x="2606" y="1773"/>
                    <a:pt x="2606" y="1774"/>
                  </a:cubicBezTo>
                  <a:cubicBezTo>
                    <a:pt x="2607" y="1775"/>
                    <a:pt x="2607" y="1775"/>
                    <a:pt x="2607" y="1775"/>
                  </a:cubicBezTo>
                  <a:cubicBezTo>
                    <a:pt x="2609" y="1782"/>
                    <a:pt x="2608" y="1787"/>
                    <a:pt x="2605" y="1791"/>
                  </a:cubicBezTo>
                  <a:close/>
                  <a:moveTo>
                    <a:pt x="2937" y="318"/>
                  </a:moveTo>
                  <a:cubicBezTo>
                    <a:pt x="3034" y="414"/>
                    <a:pt x="3089" y="549"/>
                    <a:pt x="3089" y="685"/>
                  </a:cubicBezTo>
                  <a:cubicBezTo>
                    <a:pt x="3089" y="821"/>
                    <a:pt x="3034" y="955"/>
                    <a:pt x="2937" y="1051"/>
                  </a:cubicBezTo>
                  <a:cubicBezTo>
                    <a:pt x="3050" y="999"/>
                    <a:pt x="3153" y="855"/>
                    <a:pt x="3152" y="685"/>
                  </a:cubicBezTo>
                  <a:cubicBezTo>
                    <a:pt x="3153" y="514"/>
                    <a:pt x="3050" y="371"/>
                    <a:pt x="2937" y="318"/>
                  </a:cubicBezTo>
                  <a:close/>
                  <a:moveTo>
                    <a:pt x="216" y="318"/>
                  </a:moveTo>
                  <a:cubicBezTo>
                    <a:pt x="104" y="371"/>
                    <a:pt x="0" y="514"/>
                    <a:pt x="2" y="685"/>
                  </a:cubicBezTo>
                  <a:cubicBezTo>
                    <a:pt x="0" y="855"/>
                    <a:pt x="104" y="999"/>
                    <a:pt x="216" y="1051"/>
                  </a:cubicBezTo>
                  <a:cubicBezTo>
                    <a:pt x="120" y="955"/>
                    <a:pt x="64" y="821"/>
                    <a:pt x="65" y="685"/>
                  </a:cubicBezTo>
                  <a:cubicBezTo>
                    <a:pt x="64" y="549"/>
                    <a:pt x="120" y="414"/>
                    <a:pt x="216" y="318"/>
                  </a:cubicBezTo>
                  <a:close/>
                </a:path>
              </a:pathLst>
            </a:custGeom>
            <a:solidFill>
              <a:srgbClr val="36485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vert="horz" wrap="square" lIns="61735" tIns="30867" rIns="61735" bIns="30867" numCol="1" anchor="t" anchorCtr="0" compatLnSpc="1"/>
            <a:lstStyle/>
            <a:p>
              <a:endParaRPr lang="en-US" sz="1200"/>
            </a:p>
          </p:txBody>
        </p:sp>
        <p:sp>
          <p:nvSpPr>
            <p:cNvPr id="30" name="Comp 30"/>
            <p:cNvSpPr/>
            <p:nvPr/>
          </p:nvSpPr>
          <p:spPr>
            <a:xfrm>
              <a:off x="1097281" y="2638595"/>
              <a:ext cx="523309" cy="85516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00000">
                    <a:alpha val="16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1" name="Comp 31"/>
            <p:cNvSpPr/>
            <p:nvPr/>
          </p:nvSpPr>
          <p:spPr>
            <a:xfrm>
              <a:off x="1742174" y="3751335"/>
              <a:ext cx="523309" cy="85516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00000">
                    <a:alpha val="16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2" name="Comp 32"/>
            <p:cNvSpPr/>
            <p:nvPr/>
          </p:nvSpPr>
          <p:spPr>
            <a:xfrm>
              <a:off x="2403353" y="4880590"/>
              <a:ext cx="523309" cy="846427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00000">
                    <a:alpha val="16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3" name="Comp 33"/>
            <p:cNvSpPr/>
            <p:nvPr/>
          </p:nvSpPr>
          <p:spPr>
            <a:xfrm rot="10800000">
              <a:off x="4286072" y="2644060"/>
              <a:ext cx="220024" cy="8497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87000">
                  <a:srgbClr val="000000">
                    <a:alpha val="23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4" name="Comp 34"/>
            <p:cNvSpPr/>
            <p:nvPr/>
          </p:nvSpPr>
          <p:spPr>
            <a:xfrm rot="10800000">
              <a:off x="5005782" y="3754405"/>
              <a:ext cx="220024" cy="8568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87000">
                  <a:srgbClr val="000000">
                    <a:alpha val="23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5" name="Comp 35"/>
            <p:cNvSpPr/>
            <p:nvPr/>
          </p:nvSpPr>
          <p:spPr>
            <a:xfrm rot="10800000">
              <a:off x="5402940" y="4880591"/>
              <a:ext cx="527111" cy="8568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87000">
                  <a:srgbClr val="000000">
                    <a:alpha val="23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pic>
          <p:nvPicPr>
            <p:cNvPr id="36" name="Comp 36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5789347" y="4643048"/>
              <a:ext cx="1137762" cy="128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37" name="Comp 37"/>
            <p:cNvPicPr>
              <a:picLocks noChangeAspect="1" noChangeArrowheads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5010171" y="3555961"/>
              <a:ext cx="1137762" cy="128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sp>
          <p:nvSpPr>
            <p:cNvPr id="38" name="Comp 38"/>
            <p:cNvSpPr txBox="1"/>
            <p:nvPr/>
          </p:nvSpPr>
          <p:spPr>
            <a:xfrm>
              <a:off x="1149231" y="2956558"/>
              <a:ext cx="3352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FFFFFF"/>
                  </a:solidFill>
                </a:rPr>
                <a:t>Lorem ipsum dolor sit </a:t>
              </a:r>
              <a:r>
                <a:rPr lang="en-US" sz="1200" b="1" smtClean="0">
                  <a:solidFill>
                    <a:srgbClr val="FFFFFF"/>
                  </a:solidFill>
                </a:rPr>
                <a:t>amet </a:t>
              </a:r>
              <a:r>
                <a:rPr lang="en-US" sz="1200" b="1">
                  <a:solidFill>
                    <a:srgbClr val="FFFFFF"/>
                  </a:solidFill>
                </a:rPr>
                <a:t>consectetur </a:t>
              </a:r>
              <a:r>
                <a:rPr lang="en-US" sz="1200">
                  <a:solidFill>
                    <a:srgbClr val="FFFFFF"/>
                  </a:solidFill>
                </a:rPr>
                <a:t>adipiscing elit. Donec luctus nibh sit </a:t>
              </a:r>
              <a:r>
                <a:rPr lang="en-US" sz="1200" smtClean="0">
                  <a:solidFill>
                    <a:srgbClr val="FFFFFF"/>
                  </a:solidFill>
                </a:rPr>
                <a:t>amet</a:t>
              </a:r>
              <a:endParaRPr lang="en-US" sz="1200">
                <a:solidFill>
                  <a:srgbClr val="FFFFFF"/>
                </a:solidFill>
              </a:endParaRPr>
            </a:p>
          </p:txBody>
        </p:sp>
        <p:sp>
          <p:nvSpPr>
            <p:cNvPr id="39" name="Comp 39"/>
            <p:cNvSpPr txBox="1"/>
            <p:nvPr/>
          </p:nvSpPr>
          <p:spPr>
            <a:xfrm>
              <a:off x="1149231" y="2692185"/>
              <a:ext cx="1340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>
                  <a:solidFill>
                    <a:srgbClr val="FFFFFF"/>
                  </a:solidFill>
                  <a:latin typeface="+mj-lt"/>
                </a:rPr>
                <a:t>WEB DESIGN </a:t>
              </a:r>
              <a:endParaRPr lang="en-US" sz="1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40" name="Comp 40"/>
            <p:cNvSpPr txBox="1"/>
            <p:nvPr/>
          </p:nvSpPr>
          <p:spPr>
            <a:xfrm>
              <a:off x="1781672" y="4080072"/>
              <a:ext cx="3352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FFFFFF"/>
                  </a:solidFill>
                </a:rPr>
                <a:t>Lorem ipsum dolor sit </a:t>
              </a:r>
              <a:r>
                <a:rPr lang="en-US" sz="1200" b="1" smtClean="0">
                  <a:solidFill>
                    <a:srgbClr val="FFFFFF"/>
                  </a:solidFill>
                </a:rPr>
                <a:t>amet </a:t>
              </a:r>
              <a:r>
                <a:rPr lang="en-US" sz="1200" b="1">
                  <a:solidFill>
                    <a:srgbClr val="FFFFFF"/>
                  </a:solidFill>
                </a:rPr>
                <a:t>consectetur </a:t>
              </a:r>
              <a:r>
                <a:rPr lang="en-US" sz="1200">
                  <a:solidFill>
                    <a:srgbClr val="FFFFFF"/>
                  </a:solidFill>
                </a:rPr>
                <a:t>adipiscing elit. Donec luctus nibh sit </a:t>
              </a:r>
              <a:r>
                <a:rPr lang="en-US" sz="1200" smtClean="0">
                  <a:solidFill>
                    <a:srgbClr val="FFFFFF"/>
                  </a:solidFill>
                </a:rPr>
                <a:t>amet</a:t>
              </a:r>
              <a:endParaRPr lang="en-US" sz="1200">
                <a:solidFill>
                  <a:srgbClr val="FFFFFF"/>
                </a:solidFill>
              </a:endParaRPr>
            </a:p>
          </p:txBody>
        </p:sp>
        <p:sp>
          <p:nvSpPr>
            <p:cNvPr id="41" name="Comp 41"/>
            <p:cNvSpPr txBox="1"/>
            <p:nvPr/>
          </p:nvSpPr>
          <p:spPr>
            <a:xfrm>
              <a:off x="1781672" y="3815699"/>
              <a:ext cx="1608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>
                  <a:solidFill>
                    <a:srgbClr val="FFFFFF"/>
                  </a:solidFill>
                  <a:latin typeface="+mj-lt"/>
                </a:rPr>
                <a:t>MOBILE DESIGN </a:t>
              </a:r>
              <a:endParaRPr lang="en-US" sz="1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42" name="Comp 42"/>
            <p:cNvSpPr txBox="1"/>
            <p:nvPr/>
          </p:nvSpPr>
          <p:spPr>
            <a:xfrm>
              <a:off x="2456634" y="5216659"/>
              <a:ext cx="3352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FFFFFF"/>
                  </a:solidFill>
                </a:rPr>
                <a:t>Lorem ipsum dolor sit </a:t>
              </a:r>
              <a:r>
                <a:rPr lang="en-US" sz="1200" b="1" smtClean="0">
                  <a:solidFill>
                    <a:srgbClr val="FFFFFF"/>
                  </a:solidFill>
                </a:rPr>
                <a:t>amet </a:t>
              </a:r>
              <a:r>
                <a:rPr lang="en-US" sz="1200" b="1">
                  <a:solidFill>
                    <a:srgbClr val="FFFFFF"/>
                  </a:solidFill>
                </a:rPr>
                <a:t>consectetur </a:t>
              </a:r>
              <a:r>
                <a:rPr lang="en-US" sz="1200">
                  <a:solidFill>
                    <a:srgbClr val="FFFFFF"/>
                  </a:solidFill>
                </a:rPr>
                <a:t>adipiscing elit. Donec luctus nibh sit </a:t>
              </a:r>
              <a:r>
                <a:rPr lang="en-US" sz="1200" smtClean="0">
                  <a:solidFill>
                    <a:srgbClr val="FFFFFF"/>
                  </a:solidFill>
                </a:rPr>
                <a:t>amet</a:t>
              </a:r>
              <a:endParaRPr lang="en-US" sz="1200">
                <a:solidFill>
                  <a:srgbClr val="FFFFFF"/>
                </a:solidFill>
              </a:endParaRPr>
            </a:p>
          </p:txBody>
        </p:sp>
        <p:sp>
          <p:nvSpPr>
            <p:cNvPr id="43" name="Comp 43"/>
            <p:cNvSpPr txBox="1"/>
            <p:nvPr/>
          </p:nvSpPr>
          <p:spPr>
            <a:xfrm>
              <a:off x="2456634" y="4952286"/>
              <a:ext cx="1627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mtClean="0">
                  <a:solidFill>
                    <a:srgbClr val="FFFFFF"/>
                  </a:solidFill>
                  <a:latin typeface="+mj-lt"/>
                </a:rPr>
                <a:t>TABLET DESIGN </a:t>
              </a:r>
              <a:endParaRPr lang="en-US" sz="1400">
                <a:solidFill>
                  <a:srgbClr val="FFFFFF"/>
                </a:solidFill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591252" y="1204845"/>
            <a:ext cx="3137576" cy="1474308"/>
            <a:chOff x="946171" y="1204845"/>
            <a:chExt cx="3137576" cy="1474308"/>
          </a:xfrm>
        </p:grpSpPr>
        <p:sp>
          <p:nvSpPr>
            <p:cNvPr id="3" name="Comp 3"/>
            <p:cNvSpPr/>
            <p:nvPr/>
          </p:nvSpPr>
          <p:spPr>
            <a:xfrm>
              <a:off x="1585202" y="1506249"/>
              <a:ext cx="2498545" cy="4804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3DBCC0">
                    <a:lumMod val="50000"/>
                  </a:srgbClr>
                </a:gs>
                <a:gs pos="65000">
                  <a:srgbClr val="3DBCC0">
                    <a:lumMod val="75000"/>
                  </a:srgbClr>
                </a:gs>
                <a:gs pos="0">
                  <a:srgbClr val="3DBCC0"/>
                </a:gs>
              </a:gsLst>
              <a:lin ang="16200000" scaled="1"/>
              <a:tileRect/>
            </a:gradFill>
            <a:ln>
              <a:solidFill>
                <a:srgbClr val="FFFFFF">
                  <a:alpha val="70000"/>
                </a:srgbClr>
              </a:solidFill>
            </a:ln>
            <a:effectLst>
              <a:innerShdw blurRad="190500">
                <a:prstClr val="black">
                  <a:alpha val="40000"/>
                </a:prstClr>
              </a:innerShdw>
            </a:effectLst>
          </p:spPr>
          <p:style>
            <a:lnRef idx="2">
              <a:srgbClr val="3DBCC0">
                <a:shade val="50000"/>
              </a:srgbClr>
            </a:lnRef>
            <a:fillRef idx="1">
              <a:srgbClr val="3DBCC0"/>
            </a:fillRef>
            <a:effectRef idx="0">
              <a:srgbClr val="3DBCC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1676546" y="1567167"/>
              <a:ext cx="2384044" cy="1111986"/>
              <a:chOff x="3429134" y="3489854"/>
              <a:chExt cx="2384044" cy="1111986"/>
            </a:xfrm>
          </p:grpSpPr>
          <p:sp>
            <p:nvSpPr>
              <p:cNvPr id="5" name="Comp 5"/>
              <p:cNvSpPr txBox="1"/>
              <p:nvPr/>
            </p:nvSpPr>
            <p:spPr>
              <a:xfrm>
                <a:off x="3618329" y="3489854"/>
                <a:ext cx="2194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</a:rPr>
                  <a:t>Infographics</a:t>
                </a:r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" name="Comp 6"/>
              <p:cNvSpPr/>
              <p:nvPr/>
            </p:nvSpPr>
            <p:spPr>
              <a:xfrm>
                <a:off x="3429134" y="3955509"/>
                <a:ext cx="234646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1200" kern="10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j-lt"/>
                    <a:ea typeface="微软雅黑 Light" panose="020B0502040204020203" pitchFamily="34" charset="-122"/>
                    <a:cs typeface="Times New Roman" panose="02020603050405020304" pitchFamily="18" charset="0"/>
                  </a:rPr>
                  <a:t>Though there is much to be concerned about, there is far, far more for which to be thankful. </a:t>
                </a:r>
                <a:endParaRPr lang="zh-CN" altLang="zh-CN" sz="1200" kern="10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j-lt"/>
                  <a:ea typeface="微软雅黑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" name="Comp 7"/>
            <p:cNvSpPr/>
            <p:nvPr/>
          </p:nvSpPr>
          <p:spPr>
            <a:xfrm>
              <a:off x="946171" y="1292466"/>
              <a:ext cx="907974" cy="907972"/>
            </a:xfrm>
            <a:prstGeom prst="ellipse">
              <a:avLst/>
            </a:prstGeom>
            <a:gradFill flip="none" rotWithShape="1">
              <a:gsLst>
                <a:gs pos="18000">
                  <a:srgbClr val="C6C6C6"/>
                </a:gs>
                <a:gs pos="0">
                  <a:srgbClr val="FFFFFF">
                    <a:lumMod val="75000"/>
                  </a:srgbClr>
                </a:gs>
                <a:gs pos="61000">
                  <a:srgbClr val="EEEEEE"/>
                </a:gs>
                <a:gs pos="100000">
                  <a:srgbClr val="FFFFFF">
                    <a:tint val="23500"/>
                    <a:satMod val="160000"/>
                    <a:lumMod val="96000"/>
                  </a:srgbClr>
                </a:gs>
              </a:gsLst>
              <a:lin ang="7800000" scaled="0"/>
              <a:tileRect/>
            </a:gradFill>
            <a:ln w="34925" cap="flat" cmpd="sng">
              <a:gradFill flip="none" rotWithShape="1">
                <a:gsLst>
                  <a:gs pos="100000">
                    <a:srgbClr val="FFFFFF">
                      <a:lumMod val="65000"/>
                    </a:srgbClr>
                  </a:gs>
                  <a:gs pos="0">
                    <a:srgbClr val="FFFFFF">
                      <a:lumMod val="0"/>
                      <a:lumOff val="100000"/>
                    </a:srgbClr>
                  </a:gs>
                  <a:gs pos="54000">
                    <a:srgbClr val="FFFFFF">
                      <a:lumMod val="85000"/>
                    </a:srgbClr>
                  </a:gs>
                </a:gsLst>
                <a:lin ang="7800000" scaled="0"/>
                <a:tileRect/>
              </a:gradFill>
              <a:prstDash val="solid"/>
              <a:round/>
            </a:ln>
            <a:effectLst>
              <a:outerShdw blurRad="177800" dist="63500" dir="7800000" sx="105000" sy="105000" algn="r" rotWithShape="0">
                <a:prstClr val="black">
                  <a:alpha val="22000"/>
                </a:prstClr>
              </a:outerShdw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rgbClr val="3DBCC0">
                <a:shade val="50000"/>
              </a:srgbClr>
            </a:lnRef>
            <a:fillRef idx="1">
              <a:srgbClr val="3DBCC0"/>
            </a:fillRef>
            <a:effectRef idx="0">
              <a:srgbClr val="3DBCC0"/>
            </a:effectRef>
            <a:fontRef idx="minor">
              <a:srgbClr val="FFFFFF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rgbClr val="000000">
                    <a:lumMod val="85000"/>
                    <a:lumOff val="15000"/>
                  </a:srgbClr>
                </a:solidFill>
                <a:latin typeface="Adobe Gothic Std B" panose="020B0800000000000000" pitchFamily="34" charset="-128"/>
              </a:endParaRPr>
            </a:p>
          </p:txBody>
        </p:sp>
        <p:sp>
          <p:nvSpPr>
            <p:cNvPr id="8" name="Comp 8"/>
            <p:cNvSpPr txBox="1"/>
            <p:nvPr/>
          </p:nvSpPr>
          <p:spPr>
            <a:xfrm>
              <a:off x="1155539" y="1204845"/>
              <a:ext cx="48923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5400">
                  <a:ln>
                    <a:solidFill>
                      <a:srgbClr val="FFFFFF">
                        <a:alpha val="82000"/>
                      </a:srgbClr>
                    </a:solidFill>
                  </a:ln>
                  <a:gradFill flip="none" rotWithShape="1">
                    <a:gsLst>
                      <a:gs pos="0">
                        <a:srgbClr val="3DBCC0">
                          <a:lumMod val="50000"/>
                        </a:srgbClr>
                      </a:gs>
                      <a:gs pos="53000">
                        <a:srgbClr val="3DBCC0"/>
                      </a:gs>
                    </a:gsLst>
                    <a:lin ang="5400000" scaled="1"/>
                    <a:tileRect/>
                  </a:gradFill>
                  <a:effectLst>
                    <a:innerShdw blurRad="88900" dist="50800" dir="16200000">
                      <a:prstClr val="black">
                        <a:alpha val="50000"/>
                      </a:prstClr>
                    </a:innerShdw>
                  </a:effectLst>
                  <a:latin typeface="Haettenschweiler" panose="020B0706040902060204" pitchFamily="34" charset="0"/>
                </a:defRPr>
              </a:lvl1pPr>
            </a:lstStyle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5279743" y="266205"/>
            <a:ext cx="2087836" cy="6367567"/>
            <a:chOff x="5279743" y="266205"/>
            <a:chExt cx="2087836" cy="6367567"/>
          </a:xfrm>
          <a:effectLst>
            <a:outerShdw blurRad="330200" dist="38100" dir="5400000" sx="101000" sy="101000" algn="t" rotWithShape="0">
              <a:prstClr val="black">
                <a:alpha val="40000"/>
              </a:prstClr>
            </a:outerShdw>
          </a:effectLst>
        </p:grpSpPr>
        <p:sp>
          <p:nvSpPr>
            <p:cNvPr id="3" name="Comp 3"/>
            <p:cNvSpPr/>
            <p:nvPr/>
          </p:nvSpPr>
          <p:spPr bwMode="auto">
            <a:xfrm>
              <a:off x="5279743" y="266205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FFFFF">
                    <a:lumMod val="85000"/>
                  </a:srgbClr>
                </a:gs>
                <a:gs pos="65000">
                  <a:srgbClr val="EEEEEE"/>
                </a:gs>
                <a:gs pos="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rgbClr val="3DBCC0">
                <a:shade val="50000"/>
              </a:srgbClr>
            </a:lnRef>
            <a:fillRef idx="1">
              <a:srgbClr val="3DBCC0"/>
            </a:fillRef>
            <a:effectRef idx="0">
              <a:srgbClr val="3DBCC0"/>
            </a:effectRef>
            <a:fontRef idx="minor">
              <a:srgbClr val="FFFFFF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rgbClr val="000000">
                    <a:lumMod val="85000"/>
                    <a:lumOff val="15000"/>
                  </a:srgb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5552342" y="715808"/>
              <a:ext cx="1609800" cy="845943"/>
              <a:chOff x="5557918" y="1062913"/>
              <a:chExt cx="1609800" cy="845943"/>
            </a:xfrm>
          </p:grpSpPr>
          <p:sp>
            <p:nvSpPr>
              <p:cNvPr id="5" name="Comp 5"/>
              <p:cNvSpPr>
                <a:spLocks noEditPoints="1"/>
              </p:cNvSpPr>
              <p:nvPr/>
            </p:nvSpPr>
            <p:spPr bwMode="auto">
              <a:xfrm>
                <a:off x="5995169" y="1062913"/>
                <a:ext cx="735298" cy="473168"/>
              </a:xfrm>
              <a:custGeom>
                <a:avLst/>
                <a:gdLst>
                  <a:gd name="T0" fmla="*/ 131 w 140"/>
                  <a:gd name="T1" fmla="*/ 77 h 90"/>
                  <a:gd name="T2" fmla="*/ 9 w 140"/>
                  <a:gd name="T3" fmla="*/ 77 h 90"/>
                  <a:gd name="T4" fmla="*/ 0 w 140"/>
                  <a:gd name="T5" fmla="*/ 84 h 90"/>
                  <a:gd name="T6" fmla="*/ 9 w 140"/>
                  <a:gd name="T7" fmla="*/ 90 h 90"/>
                  <a:gd name="T8" fmla="*/ 131 w 140"/>
                  <a:gd name="T9" fmla="*/ 90 h 90"/>
                  <a:gd name="T10" fmla="*/ 140 w 140"/>
                  <a:gd name="T11" fmla="*/ 84 h 90"/>
                  <a:gd name="T12" fmla="*/ 131 w 140"/>
                  <a:gd name="T13" fmla="*/ 77 h 90"/>
                  <a:gd name="T14" fmla="*/ 25 w 140"/>
                  <a:gd name="T15" fmla="*/ 72 h 90"/>
                  <a:gd name="T16" fmla="*/ 115 w 140"/>
                  <a:gd name="T17" fmla="*/ 72 h 90"/>
                  <a:gd name="T18" fmla="*/ 127 w 140"/>
                  <a:gd name="T19" fmla="*/ 61 h 90"/>
                  <a:gd name="T20" fmla="*/ 127 w 140"/>
                  <a:gd name="T21" fmla="*/ 10 h 90"/>
                  <a:gd name="T22" fmla="*/ 123 w 140"/>
                  <a:gd name="T23" fmla="*/ 3 h 90"/>
                  <a:gd name="T24" fmla="*/ 115 w 140"/>
                  <a:gd name="T25" fmla="*/ 0 h 90"/>
                  <a:gd name="T26" fmla="*/ 25 w 140"/>
                  <a:gd name="T27" fmla="*/ 0 h 90"/>
                  <a:gd name="T28" fmla="*/ 13 w 140"/>
                  <a:gd name="T29" fmla="*/ 10 h 90"/>
                  <a:gd name="T30" fmla="*/ 13 w 140"/>
                  <a:gd name="T31" fmla="*/ 61 h 90"/>
                  <a:gd name="T32" fmla="*/ 25 w 140"/>
                  <a:gd name="T33" fmla="*/ 72 h 90"/>
                  <a:gd name="T34" fmla="*/ 19 w 140"/>
                  <a:gd name="T35" fmla="*/ 13 h 90"/>
                  <a:gd name="T36" fmla="*/ 29 w 140"/>
                  <a:gd name="T37" fmla="*/ 4 h 90"/>
                  <a:gd name="T38" fmla="*/ 110 w 140"/>
                  <a:gd name="T39" fmla="*/ 4 h 90"/>
                  <a:gd name="T40" fmla="*/ 120 w 140"/>
                  <a:gd name="T41" fmla="*/ 9 h 90"/>
                  <a:gd name="T42" fmla="*/ 121 w 140"/>
                  <a:gd name="T43" fmla="*/ 13 h 90"/>
                  <a:gd name="T44" fmla="*/ 121 w 140"/>
                  <a:gd name="T45" fmla="*/ 59 h 90"/>
                  <a:gd name="T46" fmla="*/ 110 w 140"/>
                  <a:gd name="T47" fmla="*/ 68 h 90"/>
                  <a:gd name="T48" fmla="*/ 29 w 140"/>
                  <a:gd name="T49" fmla="*/ 68 h 90"/>
                  <a:gd name="T50" fmla="*/ 19 w 140"/>
                  <a:gd name="T51" fmla="*/ 59 h 90"/>
                  <a:gd name="T52" fmla="*/ 19 w 140"/>
                  <a:gd name="T53" fmla="*/ 1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40" h="90">
                    <a:moveTo>
                      <a:pt x="131" y="77"/>
                    </a:moveTo>
                    <a:cubicBezTo>
                      <a:pt x="9" y="77"/>
                      <a:pt x="9" y="77"/>
                      <a:pt x="9" y="77"/>
                    </a:cubicBezTo>
                    <a:cubicBezTo>
                      <a:pt x="4" y="77"/>
                      <a:pt x="0" y="80"/>
                      <a:pt x="0" y="84"/>
                    </a:cubicBezTo>
                    <a:cubicBezTo>
                      <a:pt x="0" y="87"/>
                      <a:pt x="4" y="90"/>
                      <a:pt x="9" y="90"/>
                    </a:cubicBezTo>
                    <a:cubicBezTo>
                      <a:pt x="131" y="90"/>
                      <a:pt x="131" y="90"/>
                      <a:pt x="131" y="90"/>
                    </a:cubicBezTo>
                    <a:cubicBezTo>
                      <a:pt x="136" y="90"/>
                      <a:pt x="140" y="87"/>
                      <a:pt x="140" y="84"/>
                    </a:cubicBezTo>
                    <a:cubicBezTo>
                      <a:pt x="140" y="80"/>
                      <a:pt x="136" y="77"/>
                      <a:pt x="131" y="77"/>
                    </a:cubicBezTo>
                    <a:close/>
                    <a:moveTo>
                      <a:pt x="25" y="72"/>
                    </a:moveTo>
                    <a:cubicBezTo>
                      <a:pt x="115" y="72"/>
                      <a:pt x="115" y="72"/>
                      <a:pt x="115" y="72"/>
                    </a:cubicBezTo>
                    <a:cubicBezTo>
                      <a:pt x="121" y="72"/>
                      <a:pt x="127" y="67"/>
                      <a:pt x="127" y="61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7"/>
                      <a:pt x="125" y="5"/>
                      <a:pt x="123" y="3"/>
                    </a:cubicBezTo>
                    <a:cubicBezTo>
                      <a:pt x="121" y="1"/>
                      <a:pt x="118" y="0"/>
                      <a:pt x="11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8" y="0"/>
                      <a:pt x="13" y="5"/>
                      <a:pt x="13" y="1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3" y="67"/>
                      <a:pt x="18" y="72"/>
                      <a:pt x="25" y="72"/>
                    </a:cubicBezTo>
                    <a:close/>
                    <a:moveTo>
                      <a:pt x="19" y="13"/>
                    </a:moveTo>
                    <a:cubicBezTo>
                      <a:pt x="19" y="8"/>
                      <a:pt x="23" y="4"/>
                      <a:pt x="29" y="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5" y="4"/>
                      <a:pt x="119" y="6"/>
                      <a:pt x="120" y="9"/>
                    </a:cubicBezTo>
                    <a:cubicBezTo>
                      <a:pt x="121" y="10"/>
                      <a:pt x="121" y="12"/>
                      <a:pt x="121" y="13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21" y="64"/>
                      <a:pt x="116" y="68"/>
                      <a:pt x="110" y="68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23" y="68"/>
                      <a:pt x="19" y="64"/>
                      <a:pt x="19" y="59"/>
                    </a:cubicBezTo>
                    <a:lnTo>
                      <a:pt x="19" y="13"/>
                    </a:lnTo>
                    <a:close/>
                  </a:path>
                </a:pathLst>
              </a:custGeom>
              <a:solidFill>
                <a:srgbClr val="E7E6E6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Comp 6"/>
              <p:cNvSpPr txBox="1"/>
              <p:nvPr/>
            </p:nvSpPr>
            <p:spPr>
              <a:xfrm>
                <a:off x="5557918" y="1539524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INFOMATION</a:t>
                </a:r>
                <a:endParaRPr lang="zh-CN" altLang="en-US" dirty="0">
                  <a:solidFill>
                    <a:srgbClr val="000000">
                      <a:lumMod val="50000"/>
                      <a:lumOff val="50000"/>
                    </a:srgb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7" name="Comp 7"/>
            <p:cNvSpPr/>
            <p:nvPr/>
          </p:nvSpPr>
          <p:spPr bwMode="auto">
            <a:xfrm>
              <a:off x="5279743" y="3440603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FFFFF">
                    <a:lumMod val="85000"/>
                  </a:srgbClr>
                </a:gs>
                <a:gs pos="65000">
                  <a:srgbClr val="EEEEEE"/>
                </a:gs>
                <a:gs pos="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rgbClr val="3DBCC0">
                <a:shade val="50000"/>
              </a:srgbClr>
            </a:lnRef>
            <a:fillRef idx="1">
              <a:srgbClr val="3DBCC0"/>
            </a:fillRef>
            <a:effectRef idx="0">
              <a:srgbClr val="3DBCC0"/>
            </a:effectRef>
            <a:fontRef idx="minor">
              <a:srgbClr val="FFFFFF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rgbClr val="000000">
                    <a:lumMod val="85000"/>
                    <a:lumOff val="15000"/>
                  </a:srgb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8" name="Comp 8"/>
            <p:cNvGrpSpPr/>
            <p:nvPr/>
          </p:nvGrpSpPr>
          <p:grpSpPr>
            <a:xfrm>
              <a:off x="5552342" y="3807036"/>
              <a:ext cx="1609800" cy="896067"/>
              <a:chOff x="5473533" y="4106513"/>
              <a:chExt cx="1609800" cy="896067"/>
            </a:xfrm>
          </p:grpSpPr>
          <p:sp>
            <p:nvSpPr>
              <p:cNvPr id="9" name="Comp 9"/>
              <p:cNvSpPr>
                <a:spLocks noEditPoints="1"/>
              </p:cNvSpPr>
              <p:nvPr/>
            </p:nvSpPr>
            <p:spPr bwMode="auto">
              <a:xfrm>
                <a:off x="5988711" y="4106513"/>
                <a:ext cx="579444" cy="569488"/>
              </a:xfrm>
              <a:custGeom>
                <a:avLst/>
                <a:gdLst>
                  <a:gd name="T0" fmla="*/ 80 w 123"/>
                  <a:gd name="T1" fmla="*/ 100 h 121"/>
                  <a:gd name="T2" fmla="*/ 68 w 123"/>
                  <a:gd name="T3" fmla="*/ 102 h 121"/>
                  <a:gd name="T4" fmla="*/ 36 w 123"/>
                  <a:gd name="T5" fmla="*/ 89 h 121"/>
                  <a:gd name="T6" fmla="*/ 24 w 123"/>
                  <a:gd name="T7" fmla="*/ 70 h 121"/>
                  <a:gd name="T8" fmla="*/ 19 w 123"/>
                  <a:gd name="T9" fmla="*/ 77 h 121"/>
                  <a:gd name="T10" fmla="*/ 13 w 123"/>
                  <a:gd name="T11" fmla="*/ 67 h 121"/>
                  <a:gd name="T12" fmla="*/ 26 w 123"/>
                  <a:gd name="T13" fmla="*/ 93 h 121"/>
                  <a:gd name="T14" fmla="*/ 68 w 123"/>
                  <a:gd name="T15" fmla="*/ 111 h 121"/>
                  <a:gd name="T16" fmla="*/ 86 w 123"/>
                  <a:gd name="T17" fmla="*/ 108 h 121"/>
                  <a:gd name="T18" fmla="*/ 96 w 123"/>
                  <a:gd name="T19" fmla="*/ 121 h 121"/>
                  <a:gd name="T20" fmla="*/ 105 w 123"/>
                  <a:gd name="T21" fmla="*/ 89 h 121"/>
                  <a:gd name="T22" fmla="*/ 72 w 123"/>
                  <a:gd name="T23" fmla="*/ 90 h 121"/>
                  <a:gd name="T24" fmla="*/ 80 w 123"/>
                  <a:gd name="T25" fmla="*/ 100 h 121"/>
                  <a:gd name="T26" fmla="*/ 123 w 123"/>
                  <a:gd name="T27" fmla="*/ 56 h 121"/>
                  <a:gd name="T28" fmla="*/ 111 w 123"/>
                  <a:gd name="T29" fmla="*/ 21 h 121"/>
                  <a:gd name="T30" fmla="*/ 110 w 123"/>
                  <a:gd name="T31" fmla="*/ 20 h 121"/>
                  <a:gd name="T32" fmla="*/ 114 w 123"/>
                  <a:gd name="T33" fmla="*/ 15 h 121"/>
                  <a:gd name="T34" fmla="*/ 118 w 123"/>
                  <a:gd name="T35" fmla="*/ 10 h 121"/>
                  <a:gd name="T36" fmla="*/ 116 w 123"/>
                  <a:gd name="T37" fmla="*/ 10 h 121"/>
                  <a:gd name="T38" fmla="*/ 85 w 123"/>
                  <a:gd name="T39" fmla="*/ 8 h 121"/>
                  <a:gd name="T40" fmla="*/ 93 w 123"/>
                  <a:gd name="T41" fmla="*/ 40 h 121"/>
                  <a:gd name="T42" fmla="*/ 104 w 123"/>
                  <a:gd name="T43" fmla="*/ 27 h 121"/>
                  <a:gd name="T44" fmla="*/ 106 w 123"/>
                  <a:gd name="T45" fmla="*/ 30 h 121"/>
                  <a:gd name="T46" fmla="*/ 114 w 123"/>
                  <a:gd name="T47" fmla="*/ 56 h 121"/>
                  <a:gd name="T48" fmla="*/ 103 w 123"/>
                  <a:gd name="T49" fmla="*/ 85 h 121"/>
                  <a:gd name="T50" fmla="*/ 111 w 123"/>
                  <a:gd name="T51" fmla="*/ 84 h 121"/>
                  <a:gd name="T52" fmla="*/ 106 w 123"/>
                  <a:gd name="T53" fmla="*/ 95 h 121"/>
                  <a:gd name="T54" fmla="*/ 123 w 123"/>
                  <a:gd name="T55" fmla="*/ 56 h 121"/>
                  <a:gd name="T56" fmla="*/ 39 w 123"/>
                  <a:gd name="T57" fmla="*/ 44 h 121"/>
                  <a:gd name="T58" fmla="*/ 23 w 123"/>
                  <a:gd name="T59" fmla="*/ 44 h 121"/>
                  <a:gd name="T60" fmla="*/ 68 w 123"/>
                  <a:gd name="T61" fmla="*/ 9 h 121"/>
                  <a:gd name="T62" fmla="*/ 83 w 123"/>
                  <a:gd name="T63" fmla="*/ 12 h 121"/>
                  <a:gd name="T64" fmla="*/ 80 w 123"/>
                  <a:gd name="T65" fmla="*/ 4 h 121"/>
                  <a:gd name="T66" fmla="*/ 91 w 123"/>
                  <a:gd name="T67" fmla="*/ 5 h 121"/>
                  <a:gd name="T68" fmla="*/ 68 w 123"/>
                  <a:gd name="T69" fmla="*/ 0 h 121"/>
                  <a:gd name="T70" fmla="*/ 13 w 123"/>
                  <a:gd name="T71" fmla="*/ 44 h 121"/>
                  <a:gd name="T72" fmla="*/ 0 w 123"/>
                  <a:gd name="T73" fmla="*/ 44 h 121"/>
                  <a:gd name="T74" fmla="*/ 19 w 123"/>
                  <a:gd name="T75" fmla="*/ 71 h 121"/>
                  <a:gd name="T76" fmla="*/ 39 w 123"/>
                  <a:gd name="T77" fmla="*/ 44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21">
                    <a:moveTo>
                      <a:pt x="80" y="100"/>
                    </a:moveTo>
                    <a:cubicBezTo>
                      <a:pt x="76" y="101"/>
                      <a:pt x="72" y="102"/>
                      <a:pt x="68" y="102"/>
                    </a:cubicBezTo>
                    <a:cubicBezTo>
                      <a:pt x="55" y="102"/>
                      <a:pt x="44" y="97"/>
                      <a:pt x="36" y="89"/>
                    </a:cubicBezTo>
                    <a:cubicBezTo>
                      <a:pt x="30" y="84"/>
                      <a:pt x="26" y="77"/>
                      <a:pt x="24" y="70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3" y="67"/>
                      <a:pt x="13" y="67"/>
                      <a:pt x="13" y="67"/>
                    </a:cubicBezTo>
                    <a:cubicBezTo>
                      <a:pt x="15" y="77"/>
                      <a:pt x="20" y="85"/>
                      <a:pt x="26" y="93"/>
                    </a:cubicBezTo>
                    <a:cubicBezTo>
                      <a:pt x="36" y="104"/>
                      <a:pt x="51" y="111"/>
                      <a:pt x="68" y="111"/>
                    </a:cubicBezTo>
                    <a:cubicBezTo>
                      <a:pt x="74" y="111"/>
                      <a:pt x="80" y="110"/>
                      <a:pt x="86" y="108"/>
                    </a:cubicBezTo>
                    <a:cubicBezTo>
                      <a:pt x="96" y="121"/>
                      <a:pt x="96" y="121"/>
                      <a:pt x="96" y="121"/>
                    </a:cubicBezTo>
                    <a:cubicBezTo>
                      <a:pt x="105" y="89"/>
                      <a:pt x="105" y="89"/>
                      <a:pt x="105" y="89"/>
                    </a:cubicBezTo>
                    <a:cubicBezTo>
                      <a:pt x="72" y="90"/>
                      <a:pt x="72" y="90"/>
                      <a:pt x="72" y="90"/>
                    </a:cubicBezTo>
                    <a:lnTo>
                      <a:pt x="80" y="100"/>
                    </a:lnTo>
                    <a:close/>
                    <a:moveTo>
                      <a:pt x="123" y="56"/>
                    </a:moveTo>
                    <a:cubicBezTo>
                      <a:pt x="123" y="42"/>
                      <a:pt x="118" y="30"/>
                      <a:pt x="111" y="21"/>
                    </a:cubicBezTo>
                    <a:cubicBezTo>
                      <a:pt x="110" y="20"/>
                      <a:pt x="110" y="20"/>
                      <a:pt x="110" y="20"/>
                    </a:cubicBezTo>
                    <a:cubicBezTo>
                      <a:pt x="114" y="15"/>
                      <a:pt x="114" y="15"/>
                      <a:pt x="114" y="15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6" y="10"/>
                      <a:pt x="116" y="10"/>
                      <a:pt x="116" y="10"/>
                    </a:cubicBezTo>
                    <a:cubicBezTo>
                      <a:pt x="85" y="8"/>
                      <a:pt x="85" y="8"/>
                      <a:pt x="85" y="8"/>
                    </a:cubicBezTo>
                    <a:cubicBezTo>
                      <a:pt x="93" y="40"/>
                      <a:pt x="93" y="40"/>
                      <a:pt x="93" y="40"/>
                    </a:cubicBezTo>
                    <a:cubicBezTo>
                      <a:pt x="104" y="27"/>
                      <a:pt x="104" y="27"/>
                      <a:pt x="104" y="27"/>
                    </a:cubicBezTo>
                    <a:cubicBezTo>
                      <a:pt x="104" y="28"/>
                      <a:pt x="105" y="29"/>
                      <a:pt x="106" y="30"/>
                    </a:cubicBezTo>
                    <a:cubicBezTo>
                      <a:pt x="111" y="37"/>
                      <a:pt x="114" y="46"/>
                      <a:pt x="114" y="56"/>
                    </a:cubicBezTo>
                    <a:cubicBezTo>
                      <a:pt x="114" y="67"/>
                      <a:pt x="110" y="77"/>
                      <a:pt x="103" y="85"/>
                    </a:cubicBezTo>
                    <a:cubicBezTo>
                      <a:pt x="111" y="84"/>
                      <a:pt x="111" y="84"/>
                      <a:pt x="111" y="84"/>
                    </a:cubicBezTo>
                    <a:cubicBezTo>
                      <a:pt x="106" y="95"/>
                      <a:pt x="106" y="95"/>
                      <a:pt x="106" y="95"/>
                    </a:cubicBezTo>
                    <a:cubicBezTo>
                      <a:pt x="117" y="85"/>
                      <a:pt x="123" y="71"/>
                      <a:pt x="123" y="56"/>
                    </a:cubicBezTo>
                    <a:close/>
                    <a:moveTo>
                      <a:pt x="39" y="44"/>
                    </a:moveTo>
                    <a:cubicBezTo>
                      <a:pt x="23" y="44"/>
                      <a:pt x="23" y="44"/>
                      <a:pt x="23" y="44"/>
                    </a:cubicBezTo>
                    <a:cubicBezTo>
                      <a:pt x="28" y="24"/>
                      <a:pt x="46" y="9"/>
                      <a:pt x="68" y="9"/>
                    </a:cubicBezTo>
                    <a:cubicBezTo>
                      <a:pt x="73" y="9"/>
                      <a:pt x="78" y="10"/>
                      <a:pt x="83" y="12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84" y="2"/>
                      <a:pt x="76" y="0"/>
                      <a:pt x="68" y="0"/>
                    </a:cubicBezTo>
                    <a:cubicBezTo>
                      <a:pt x="41" y="0"/>
                      <a:pt x="19" y="19"/>
                      <a:pt x="13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9" y="71"/>
                      <a:pt x="19" y="71"/>
                      <a:pt x="19" y="71"/>
                    </a:cubicBezTo>
                    <a:lnTo>
                      <a:pt x="39" y="44"/>
                    </a:lnTo>
                    <a:close/>
                  </a:path>
                </a:pathLst>
              </a:custGeom>
              <a:solidFill>
                <a:srgbClr val="E7E6E6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Comp 10"/>
              <p:cNvSpPr txBox="1"/>
              <p:nvPr/>
            </p:nvSpPr>
            <p:spPr>
              <a:xfrm>
                <a:off x="5473533" y="4633248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</a:lstStyle>
              <a:p>
                <a:r>
                  <a:rPr lang="en-US" altLang="zh-CN" dirty="0"/>
                  <a:t>INFOMATION</a:t>
                </a:r>
                <a:endParaRPr lang="zh-CN" altLang="en-US" dirty="0"/>
              </a:p>
            </p:txBody>
          </p:sp>
        </p:grpSp>
        <p:sp>
          <p:nvSpPr>
            <p:cNvPr id="11" name="Comp 11"/>
            <p:cNvSpPr/>
            <p:nvPr/>
          </p:nvSpPr>
          <p:spPr bwMode="auto">
            <a:xfrm flipH="1">
              <a:off x="5279743" y="1853404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FFFFF">
                    <a:lumMod val="85000"/>
                  </a:srgbClr>
                </a:gs>
                <a:gs pos="65000">
                  <a:srgbClr val="EEEEEE"/>
                </a:gs>
                <a:gs pos="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rgbClr val="3DBCC0">
                <a:shade val="50000"/>
              </a:srgbClr>
            </a:lnRef>
            <a:fillRef idx="1">
              <a:srgbClr val="3DBCC0"/>
            </a:fillRef>
            <a:effectRef idx="0">
              <a:srgbClr val="3DBCC0"/>
            </a:effectRef>
            <a:fontRef idx="minor">
              <a:srgbClr val="FFFFFF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rgbClr val="000000">
                    <a:lumMod val="85000"/>
                    <a:lumOff val="15000"/>
                  </a:srgb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12" name="Comp 12"/>
            <p:cNvGrpSpPr/>
            <p:nvPr/>
          </p:nvGrpSpPr>
          <p:grpSpPr>
            <a:xfrm>
              <a:off x="5552342" y="2302683"/>
              <a:ext cx="1609800" cy="927243"/>
              <a:chOff x="5473533" y="2567856"/>
              <a:chExt cx="1609800" cy="927243"/>
            </a:xfrm>
          </p:grpSpPr>
          <p:sp>
            <p:nvSpPr>
              <p:cNvPr id="13" name="Comp 13"/>
              <p:cNvSpPr>
                <a:spLocks noEditPoints="1"/>
              </p:cNvSpPr>
              <p:nvPr/>
            </p:nvSpPr>
            <p:spPr bwMode="auto">
              <a:xfrm>
                <a:off x="5874821" y="2567856"/>
                <a:ext cx="807224" cy="582002"/>
              </a:xfrm>
              <a:custGeom>
                <a:avLst/>
                <a:gdLst>
                  <a:gd name="T0" fmla="*/ 110 w 153"/>
                  <a:gd name="T1" fmla="*/ 94 h 110"/>
                  <a:gd name="T2" fmla="*/ 131 w 153"/>
                  <a:gd name="T3" fmla="*/ 79 h 110"/>
                  <a:gd name="T4" fmla="*/ 120 w 153"/>
                  <a:gd name="T5" fmla="*/ 72 h 110"/>
                  <a:gd name="T6" fmla="*/ 115 w 153"/>
                  <a:gd name="T7" fmla="*/ 67 h 110"/>
                  <a:gd name="T8" fmla="*/ 106 w 153"/>
                  <a:gd name="T9" fmla="*/ 67 h 110"/>
                  <a:gd name="T10" fmla="*/ 101 w 153"/>
                  <a:gd name="T11" fmla="*/ 71 h 110"/>
                  <a:gd name="T12" fmla="*/ 89 w 153"/>
                  <a:gd name="T13" fmla="*/ 77 h 110"/>
                  <a:gd name="T14" fmla="*/ 92 w 153"/>
                  <a:gd name="T15" fmla="*/ 90 h 110"/>
                  <a:gd name="T16" fmla="*/ 92 w 153"/>
                  <a:gd name="T17" fmla="*/ 96 h 110"/>
                  <a:gd name="T18" fmla="*/ 99 w 153"/>
                  <a:gd name="T19" fmla="*/ 103 h 110"/>
                  <a:gd name="T20" fmla="*/ 105 w 153"/>
                  <a:gd name="T21" fmla="*/ 104 h 110"/>
                  <a:gd name="T22" fmla="*/ 118 w 153"/>
                  <a:gd name="T23" fmla="*/ 108 h 110"/>
                  <a:gd name="T24" fmla="*/ 125 w 153"/>
                  <a:gd name="T25" fmla="*/ 97 h 110"/>
                  <a:gd name="T26" fmla="*/ 129 w 153"/>
                  <a:gd name="T27" fmla="*/ 92 h 110"/>
                  <a:gd name="T28" fmla="*/ 129 w 153"/>
                  <a:gd name="T29" fmla="*/ 83 h 110"/>
                  <a:gd name="T30" fmla="*/ 95 w 153"/>
                  <a:gd name="T31" fmla="*/ 87 h 110"/>
                  <a:gd name="T32" fmla="*/ 110 w 153"/>
                  <a:gd name="T33" fmla="*/ 102 h 110"/>
                  <a:gd name="T34" fmla="*/ 109 w 153"/>
                  <a:gd name="T35" fmla="*/ 33 h 110"/>
                  <a:gd name="T36" fmla="*/ 131 w 153"/>
                  <a:gd name="T37" fmla="*/ 33 h 110"/>
                  <a:gd name="T38" fmla="*/ 147 w 153"/>
                  <a:gd name="T39" fmla="*/ 40 h 110"/>
                  <a:gd name="T40" fmla="*/ 153 w 153"/>
                  <a:gd name="T41" fmla="*/ 21 h 110"/>
                  <a:gd name="T42" fmla="*/ 136 w 153"/>
                  <a:gd name="T43" fmla="*/ 11 h 110"/>
                  <a:gd name="T44" fmla="*/ 135 w 153"/>
                  <a:gd name="T45" fmla="*/ 2 h 110"/>
                  <a:gd name="T46" fmla="*/ 115 w 153"/>
                  <a:gd name="T47" fmla="*/ 6 h 110"/>
                  <a:gd name="T48" fmla="*/ 106 w 153"/>
                  <a:gd name="T49" fmla="*/ 7 h 110"/>
                  <a:gd name="T50" fmla="*/ 95 w 153"/>
                  <a:gd name="T51" fmla="*/ 16 h 110"/>
                  <a:gd name="T52" fmla="*/ 94 w 153"/>
                  <a:gd name="T53" fmla="*/ 26 h 110"/>
                  <a:gd name="T54" fmla="*/ 88 w 153"/>
                  <a:gd name="T55" fmla="*/ 45 h 110"/>
                  <a:gd name="T56" fmla="*/ 104 w 153"/>
                  <a:gd name="T57" fmla="*/ 55 h 110"/>
                  <a:gd name="T58" fmla="*/ 106 w 153"/>
                  <a:gd name="T59" fmla="*/ 65 h 110"/>
                  <a:gd name="T60" fmla="*/ 125 w 153"/>
                  <a:gd name="T61" fmla="*/ 60 h 110"/>
                  <a:gd name="T62" fmla="*/ 135 w 153"/>
                  <a:gd name="T63" fmla="*/ 60 h 110"/>
                  <a:gd name="T64" fmla="*/ 145 w 153"/>
                  <a:gd name="T65" fmla="*/ 50 h 110"/>
                  <a:gd name="T66" fmla="*/ 120 w 153"/>
                  <a:gd name="T67" fmla="*/ 56 h 110"/>
                  <a:gd name="T68" fmla="*/ 120 w 153"/>
                  <a:gd name="T69" fmla="*/ 11 h 110"/>
                  <a:gd name="T70" fmla="*/ 120 w 153"/>
                  <a:gd name="T71" fmla="*/ 56 h 110"/>
                  <a:gd name="T72" fmla="*/ 50 w 153"/>
                  <a:gd name="T73" fmla="*/ 76 h 110"/>
                  <a:gd name="T74" fmla="*/ 88 w 153"/>
                  <a:gd name="T75" fmla="*/ 68 h 110"/>
                  <a:gd name="T76" fmla="*/ 99 w 153"/>
                  <a:gd name="T77" fmla="*/ 61 h 110"/>
                  <a:gd name="T78" fmla="*/ 81 w 153"/>
                  <a:gd name="T79" fmla="*/ 39 h 110"/>
                  <a:gd name="T80" fmla="*/ 75 w 153"/>
                  <a:gd name="T81" fmla="*/ 26 h 110"/>
                  <a:gd name="T82" fmla="*/ 56 w 153"/>
                  <a:gd name="T83" fmla="*/ 19 h 110"/>
                  <a:gd name="T84" fmla="*/ 43 w 153"/>
                  <a:gd name="T85" fmla="*/ 23 h 110"/>
                  <a:gd name="T86" fmla="*/ 15 w 153"/>
                  <a:gd name="T87" fmla="*/ 26 h 110"/>
                  <a:gd name="T88" fmla="*/ 11 w 153"/>
                  <a:gd name="T89" fmla="*/ 54 h 110"/>
                  <a:gd name="T90" fmla="*/ 7 w 153"/>
                  <a:gd name="T91" fmla="*/ 68 h 110"/>
                  <a:gd name="T92" fmla="*/ 15 w 153"/>
                  <a:gd name="T93" fmla="*/ 86 h 110"/>
                  <a:gd name="T94" fmla="*/ 27 w 153"/>
                  <a:gd name="T95" fmla="*/ 93 h 110"/>
                  <a:gd name="T96" fmla="*/ 43 w 153"/>
                  <a:gd name="T97" fmla="*/ 104 h 110"/>
                  <a:gd name="T98" fmla="*/ 56 w 153"/>
                  <a:gd name="T99" fmla="*/ 100 h 110"/>
                  <a:gd name="T100" fmla="*/ 84 w 153"/>
                  <a:gd name="T101" fmla="*/ 96 h 110"/>
                  <a:gd name="T102" fmla="*/ 87 w 153"/>
                  <a:gd name="T103" fmla="*/ 71 h 110"/>
                  <a:gd name="T104" fmla="*/ 51 w 153"/>
                  <a:gd name="T105" fmla="*/ 93 h 110"/>
                  <a:gd name="T106" fmla="*/ 50 w 153"/>
                  <a:gd name="T107" fmla="*/ 2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3" h="110">
                    <a:moveTo>
                      <a:pt x="110" y="80"/>
                    </a:moveTo>
                    <a:cubicBezTo>
                      <a:pt x="106" y="80"/>
                      <a:pt x="103" y="83"/>
                      <a:pt x="103" y="87"/>
                    </a:cubicBezTo>
                    <a:cubicBezTo>
                      <a:pt x="103" y="91"/>
                      <a:pt x="106" y="94"/>
                      <a:pt x="110" y="94"/>
                    </a:cubicBezTo>
                    <a:cubicBezTo>
                      <a:pt x="114" y="94"/>
                      <a:pt x="117" y="91"/>
                      <a:pt x="117" y="87"/>
                    </a:cubicBezTo>
                    <a:cubicBezTo>
                      <a:pt x="117" y="83"/>
                      <a:pt x="114" y="80"/>
                      <a:pt x="110" y="80"/>
                    </a:cubicBezTo>
                    <a:close/>
                    <a:moveTo>
                      <a:pt x="131" y="79"/>
                    </a:moveTo>
                    <a:cubicBezTo>
                      <a:pt x="131" y="77"/>
                      <a:pt x="129" y="76"/>
                      <a:pt x="127" y="77"/>
                    </a:cubicBezTo>
                    <a:cubicBezTo>
                      <a:pt x="126" y="78"/>
                      <a:pt x="126" y="78"/>
                      <a:pt x="126" y="78"/>
                    </a:cubicBezTo>
                    <a:cubicBezTo>
                      <a:pt x="124" y="75"/>
                      <a:pt x="122" y="73"/>
                      <a:pt x="120" y="72"/>
                    </a:cubicBezTo>
                    <a:cubicBezTo>
                      <a:pt x="121" y="70"/>
                      <a:pt x="121" y="70"/>
                      <a:pt x="121" y="70"/>
                    </a:cubicBezTo>
                    <a:cubicBezTo>
                      <a:pt x="122" y="68"/>
                      <a:pt x="121" y="67"/>
                      <a:pt x="119" y="66"/>
                    </a:cubicBezTo>
                    <a:cubicBezTo>
                      <a:pt x="118" y="65"/>
                      <a:pt x="116" y="66"/>
                      <a:pt x="115" y="67"/>
                    </a:cubicBezTo>
                    <a:cubicBezTo>
                      <a:pt x="115" y="69"/>
                      <a:pt x="115" y="69"/>
                      <a:pt x="115" y="69"/>
                    </a:cubicBezTo>
                    <a:cubicBezTo>
                      <a:pt x="112" y="68"/>
                      <a:pt x="109" y="68"/>
                      <a:pt x="106" y="69"/>
                    </a:cubicBezTo>
                    <a:cubicBezTo>
                      <a:pt x="106" y="67"/>
                      <a:pt x="106" y="67"/>
                      <a:pt x="106" y="67"/>
                    </a:cubicBezTo>
                    <a:cubicBezTo>
                      <a:pt x="105" y="65"/>
                      <a:pt x="103" y="65"/>
                      <a:pt x="102" y="65"/>
                    </a:cubicBezTo>
                    <a:cubicBezTo>
                      <a:pt x="100" y="66"/>
                      <a:pt x="99" y="67"/>
                      <a:pt x="100" y="69"/>
                    </a:cubicBezTo>
                    <a:cubicBezTo>
                      <a:pt x="101" y="71"/>
                      <a:pt x="101" y="71"/>
                      <a:pt x="101" y="71"/>
                    </a:cubicBezTo>
                    <a:cubicBezTo>
                      <a:pt x="98" y="72"/>
                      <a:pt x="96" y="74"/>
                      <a:pt x="95" y="76"/>
                    </a:cubicBezTo>
                    <a:cubicBezTo>
                      <a:pt x="93" y="76"/>
                      <a:pt x="93" y="76"/>
                      <a:pt x="93" y="76"/>
                    </a:cubicBezTo>
                    <a:cubicBezTo>
                      <a:pt x="91" y="75"/>
                      <a:pt x="90" y="75"/>
                      <a:pt x="89" y="77"/>
                    </a:cubicBezTo>
                    <a:cubicBezTo>
                      <a:pt x="88" y="79"/>
                      <a:pt x="89" y="80"/>
                      <a:pt x="90" y="81"/>
                    </a:cubicBezTo>
                    <a:cubicBezTo>
                      <a:pt x="92" y="82"/>
                      <a:pt x="92" y="82"/>
                      <a:pt x="92" y="82"/>
                    </a:cubicBezTo>
                    <a:cubicBezTo>
                      <a:pt x="91" y="85"/>
                      <a:pt x="91" y="87"/>
                      <a:pt x="92" y="90"/>
                    </a:cubicBezTo>
                    <a:cubicBezTo>
                      <a:pt x="90" y="91"/>
                      <a:pt x="90" y="91"/>
                      <a:pt x="90" y="91"/>
                    </a:cubicBezTo>
                    <a:cubicBezTo>
                      <a:pt x="88" y="91"/>
                      <a:pt x="88" y="93"/>
                      <a:pt x="88" y="95"/>
                    </a:cubicBezTo>
                    <a:cubicBezTo>
                      <a:pt x="89" y="96"/>
                      <a:pt x="90" y="97"/>
                      <a:pt x="92" y="96"/>
                    </a:cubicBezTo>
                    <a:cubicBezTo>
                      <a:pt x="94" y="96"/>
                      <a:pt x="94" y="96"/>
                      <a:pt x="94" y="96"/>
                    </a:cubicBezTo>
                    <a:cubicBezTo>
                      <a:pt x="95" y="98"/>
                      <a:pt x="97" y="100"/>
                      <a:pt x="99" y="102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8" y="105"/>
                      <a:pt x="98" y="107"/>
                      <a:pt x="100" y="108"/>
                    </a:cubicBezTo>
                    <a:cubicBezTo>
                      <a:pt x="102" y="108"/>
                      <a:pt x="103" y="108"/>
                      <a:pt x="104" y="106"/>
                    </a:cubicBez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07" y="105"/>
                      <a:pt x="110" y="105"/>
                      <a:pt x="113" y="105"/>
                    </a:cubicBezTo>
                    <a:cubicBezTo>
                      <a:pt x="114" y="107"/>
                      <a:pt x="114" y="107"/>
                      <a:pt x="114" y="107"/>
                    </a:cubicBezTo>
                    <a:cubicBezTo>
                      <a:pt x="114" y="108"/>
                      <a:pt x="116" y="109"/>
                      <a:pt x="118" y="108"/>
                    </a:cubicBezTo>
                    <a:cubicBezTo>
                      <a:pt x="119" y="108"/>
                      <a:pt x="120" y="106"/>
                      <a:pt x="119" y="104"/>
                    </a:cubicBezTo>
                    <a:cubicBezTo>
                      <a:pt x="119" y="103"/>
                      <a:pt x="119" y="103"/>
                      <a:pt x="119" y="103"/>
                    </a:cubicBezTo>
                    <a:cubicBezTo>
                      <a:pt x="121" y="101"/>
                      <a:pt x="123" y="99"/>
                      <a:pt x="125" y="97"/>
                    </a:cubicBezTo>
                    <a:cubicBezTo>
                      <a:pt x="126" y="98"/>
                      <a:pt x="126" y="98"/>
                      <a:pt x="126" y="98"/>
                    </a:cubicBezTo>
                    <a:cubicBezTo>
                      <a:pt x="128" y="99"/>
                      <a:pt x="130" y="98"/>
                      <a:pt x="131" y="96"/>
                    </a:cubicBezTo>
                    <a:cubicBezTo>
                      <a:pt x="131" y="95"/>
                      <a:pt x="131" y="93"/>
                      <a:pt x="129" y="92"/>
                    </a:cubicBezTo>
                    <a:cubicBezTo>
                      <a:pt x="127" y="92"/>
                      <a:pt x="127" y="92"/>
                      <a:pt x="127" y="92"/>
                    </a:cubicBezTo>
                    <a:cubicBezTo>
                      <a:pt x="128" y="89"/>
                      <a:pt x="128" y="86"/>
                      <a:pt x="128" y="84"/>
                    </a:cubicBezTo>
                    <a:cubicBezTo>
                      <a:pt x="129" y="83"/>
                      <a:pt x="129" y="83"/>
                      <a:pt x="129" y="83"/>
                    </a:cubicBezTo>
                    <a:cubicBezTo>
                      <a:pt x="131" y="82"/>
                      <a:pt x="132" y="81"/>
                      <a:pt x="131" y="79"/>
                    </a:cubicBezTo>
                    <a:close/>
                    <a:moveTo>
                      <a:pt x="110" y="102"/>
                    </a:moveTo>
                    <a:cubicBezTo>
                      <a:pt x="102" y="102"/>
                      <a:pt x="95" y="95"/>
                      <a:pt x="95" y="87"/>
                    </a:cubicBezTo>
                    <a:cubicBezTo>
                      <a:pt x="95" y="79"/>
                      <a:pt x="102" y="72"/>
                      <a:pt x="110" y="72"/>
                    </a:cubicBezTo>
                    <a:cubicBezTo>
                      <a:pt x="118" y="72"/>
                      <a:pt x="125" y="79"/>
                      <a:pt x="125" y="87"/>
                    </a:cubicBezTo>
                    <a:cubicBezTo>
                      <a:pt x="125" y="95"/>
                      <a:pt x="118" y="102"/>
                      <a:pt x="110" y="102"/>
                    </a:cubicBezTo>
                    <a:close/>
                    <a:moveTo>
                      <a:pt x="126" y="24"/>
                    </a:moveTo>
                    <a:cubicBezTo>
                      <a:pt x="124" y="23"/>
                      <a:pt x="122" y="22"/>
                      <a:pt x="120" y="22"/>
                    </a:cubicBezTo>
                    <a:cubicBezTo>
                      <a:pt x="114" y="22"/>
                      <a:pt x="109" y="27"/>
                      <a:pt x="109" y="33"/>
                    </a:cubicBezTo>
                    <a:cubicBezTo>
                      <a:pt x="109" y="37"/>
                      <a:pt x="111" y="40"/>
                      <a:pt x="114" y="42"/>
                    </a:cubicBezTo>
                    <a:cubicBezTo>
                      <a:pt x="116" y="43"/>
                      <a:pt x="118" y="44"/>
                      <a:pt x="120" y="44"/>
                    </a:cubicBezTo>
                    <a:cubicBezTo>
                      <a:pt x="126" y="44"/>
                      <a:pt x="131" y="39"/>
                      <a:pt x="131" y="33"/>
                    </a:cubicBezTo>
                    <a:cubicBezTo>
                      <a:pt x="131" y="29"/>
                      <a:pt x="129" y="26"/>
                      <a:pt x="126" y="24"/>
                    </a:cubicBezTo>
                    <a:close/>
                    <a:moveTo>
                      <a:pt x="149" y="42"/>
                    </a:moveTo>
                    <a:cubicBezTo>
                      <a:pt x="147" y="40"/>
                      <a:pt x="147" y="40"/>
                      <a:pt x="147" y="40"/>
                    </a:cubicBezTo>
                    <a:cubicBezTo>
                      <a:pt x="148" y="37"/>
                      <a:pt x="148" y="32"/>
                      <a:pt x="147" y="28"/>
                    </a:cubicBezTo>
                    <a:cubicBezTo>
                      <a:pt x="150" y="27"/>
                      <a:pt x="150" y="27"/>
                      <a:pt x="150" y="27"/>
                    </a:cubicBezTo>
                    <a:cubicBezTo>
                      <a:pt x="152" y="27"/>
                      <a:pt x="153" y="24"/>
                      <a:pt x="153" y="21"/>
                    </a:cubicBezTo>
                    <a:cubicBezTo>
                      <a:pt x="152" y="19"/>
                      <a:pt x="149" y="18"/>
                      <a:pt x="147" y="19"/>
                    </a:cubicBezTo>
                    <a:cubicBezTo>
                      <a:pt x="144" y="20"/>
                      <a:pt x="144" y="20"/>
                      <a:pt x="144" y="20"/>
                    </a:cubicBezTo>
                    <a:cubicBezTo>
                      <a:pt x="142" y="16"/>
                      <a:pt x="139" y="13"/>
                      <a:pt x="136" y="11"/>
                    </a:cubicBezTo>
                    <a:cubicBezTo>
                      <a:pt x="137" y="8"/>
                      <a:pt x="137" y="8"/>
                      <a:pt x="137" y="8"/>
                    </a:cubicBezTo>
                    <a:cubicBezTo>
                      <a:pt x="138" y="7"/>
                      <a:pt x="137" y="5"/>
                      <a:pt x="136" y="3"/>
                    </a:cubicBezTo>
                    <a:cubicBezTo>
                      <a:pt x="136" y="3"/>
                      <a:pt x="135" y="2"/>
                      <a:pt x="135" y="2"/>
                    </a:cubicBezTo>
                    <a:cubicBezTo>
                      <a:pt x="132" y="1"/>
                      <a:pt x="130" y="2"/>
                      <a:pt x="129" y="4"/>
                    </a:cubicBezTo>
                    <a:cubicBezTo>
                      <a:pt x="127" y="7"/>
                      <a:pt x="127" y="7"/>
                      <a:pt x="127" y="7"/>
                    </a:cubicBezTo>
                    <a:cubicBezTo>
                      <a:pt x="124" y="6"/>
                      <a:pt x="119" y="6"/>
                      <a:pt x="115" y="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3" y="1"/>
                      <a:pt x="111" y="0"/>
                      <a:pt x="108" y="1"/>
                    </a:cubicBezTo>
                    <a:cubicBezTo>
                      <a:pt x="106" y="2"/>
                      <a:pt x="105" y="4"/>
                      <a:pt x="106" y="7"/>
                    </a:cubicBezTo>
                    <a:cubicBezTo>
                      <a:pt x="107" y="9"/>
                      <a:pt x="107" y="9"/>
                      <a:pt x="107" y="9"/>
                    </a:cubicBezTo>
                    <a:cubicBezTo>
                      <a:pt x="103" y="11"/>
                      <a:pt x="100" y="14"/>
                      <a:pt x="98" y="18"/>
                    </a:cubicBezTo>
                    <a:cubicBezTo>
                      <a:pt x="95" y="16"/>
                      <a:pt x="95" y="16"/>
                      <a:pt x="95" y="16"/>
                    </a:cubicBezTo>
                    <a:cubicBezTo>
                      <a:pt x="93" y="15"/>
                      <a:pt x="90" y="16"/>
                      <a:pt x="89" y="19"/>
                    </a:cubicBezTo>
                    <a:cubicBezTo>
                      <a:pt x="88" y="21"/>
                      <a:pt x="89" y="24"/>
                      <a:pt x="91" y="25"/>
                    </a:cubicBezTo>
                    <a:cubicBezTo>
                      <a:pt x="94" y="26"/>
                      <a:pt x="94" y="26"/>
                      <a:pt x="94" y="26"/>
                    </a:cubicBezTo>
                    <a:cubicBezTo>
                      <a:pt x="93" y="30"/>
                      <a:pt x="92" y="34"/>
                      <a:pt x="93" y="38"/>
                    </a:cubicBezTo>
                    <a:cubicBezTo>
                      <a:pt x="90" y="39"/>
                      <a:pt x="90" y="39"/>
                      <a:pt x="90" y="39"/>
                    </a:cubicBezTo>
                    <a:cubicBezTo>
                      <a:pt x="88" y="40"/>
                      <a:pt x="87" y="43"/>
                      <a:pt x="88" y="45"/>
                    </a:cubicBezTo>
                    <a:cubicBezTo>
                      <a:pt x="89" y="47"/>
                      <a:pt x="91" y="49"/>
                      <a:pt x="94" y="48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8" y="50"/>
                      <a:pt x="101" y="53"/>
                      <a:pt x="104" y="55"/>
                    </a:cubicBezTo>
                    <a:cubicBezTo>
                      <a:pt x="104" y="55"/>
                      <a:pt x="104" y="56"/>
                      <a:pt x="104" y="56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102" y="61"/>
                      <a:pt x="103" y="63"/>
                      <a:pt x="106" y="65"/>
                    </a:cubicBezTo>
                    <a:cubicBezTo>
                      <a:pt x="108" y="66"/>
                      <a:pt x="111" y="65"/>
                      <a:pt x="112" y="62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7" y="61"/>
                      <a:pt x="121" y="61"/>
                      <a:pt x="125" y="60"/>
                    </a:cubicBezTo>
                    <a:cubicBezTo>
                      <a:pt x="126" y="63"/>
                      <a:pt x="126" y="63"/>
                      <a:pt x="126" y="63"/>
                    </a:cubicBezTo>
                    <a:cubicBezTo>
                      <a:pt x="127" y="65"/>
                      <a:pt x="130" y="67"/>
                      <a:pt x="132" y="66"/>
                    </a:cubicBezTo>
                    <a:cubicBezTo>
                      <a:pt x="134" y="65"/>
                      <a:pt x="136" y="62"/>
                      <a:pt x="135" y="60"/>
                    </a:cubicBezTo>
                    <a:cubicBezTo>
                      <a:pt x="134" y="57"/>
                      <a:pt x="134" y="57"/>
                      <a:pt x="134" y="57"/>
                    </a:cubicBezTo>
                    <a:cubicBezTo>
                      <a:pt x="137" y="55"/>
                      <a:pt x="140" y="52"/>
                      <a:pt x="143" y="49"/>
                    </a:cubicBezTo>
                    <a:cubicBezTo>
                      <a:pt x="145" y="50"/>
                      <a:pt x="145" y="50"/>
                      <a:pt x="145" y="50"/>
                    </a:cubicBezTo>
                    <a:cubicBezTo>
                      <a:pt x="148" y="51"/>
                      <a:pt x="150" y="50"/>
                      <a:pt x="151" y="48"/>
                    </a:cubicBezTo>
                    <a:cubicBezTo>
                      <a:pt x="152" y="46"/>
                      <a:pt x="151" y="43"/>
                      <a:pt x="149" y="42"/>
                    </a:cubicBezTo>
                    <a:close/>
                    <a:moveTo>
                      <a:pt x="120" y="56"/>
                    </a:moveTo>
                    <a:cubicBezTo>
                      <a:pt x="115" y="56"/>
                      <a:pt x="111" y="54"/>
                      <a:pt x="107" y="51"/>
                    </a:cubicBezTo>
                    <a:cubicBezTo>
                      <a:pt x="101" y="47"/>
                      <a:pt x="98" y="41"/>
                      <a:pt x="98" y="33"/>
                    </a:cubicBezTo>
                    <a:cubicBezTo>
                      <a:pt x="98" y="21"/>
                      <a:pt x="108" y="11"/>
                      <a:pt x="120" y="11"/>
                    </a:cubicBezTo>
                    <a:cubicBezTo>
                      <a:pt x="124" y="11"/>
                      <a:pt x="128" y="12"/>
                      <a:pt x="132" y="14"/>
                    </a:cubicBezTo>
                    <a:cubicBezTo>
                      <a:pt x="138" y="18"/>
                      <a:pt x="143" y="25"/>
                      <a:pt x="143" y="33"/>
                    </a:cubicBezTo>
                    <a:cubicBezTo>
                      <a:pt x="143" y="46"/>
                      <a:pt x="133" y="56"/>
                      <a:pt x="120" y="56"/>
                    </a:cubicBezTo>
                    <a:close/>
                    <a:moveTo>
                      <a:pt x="50" y="46"/>
                    </a:moveTo>
                    <a:cubicBezTo>
                      <a:pt x="41" y="46"/>
                      <a:pt x="34" y="53"/>
                      <a:pt x="34" y="61"/>
                    </a:cubicBezTo>
                    <a:cubicBezTo>
                      <a:pt x="34" y="69"/>
                      <a:pt x="41" y="76"/>
                      <a:pt x="50" y="76"/>
                    </a:cubicBezTo>
                    <a:cubicBezTo>
                      <a:pt x="58" y="76"/>
                      <a:pt x="65" y="69"/>
                      <a:pt x="65" y="61"/>
                    </a:cubicBezTo>
                    <a:cubicBezTo>
                      <a:pt x="65" y="53"/>
                      <a:pt x="58" y="46"/>
                      <a:pt x="50" y="46"/>
                    </a:cubicBezTo>
                    <a:close/>
                    <a:moveTo>
                      <a:pt x="88" y="68"/>
                    </a:moveTo>
                    <a:cubicBezTo>
                      <a:pt x="92" y="68"/>
                      <a:pt x="92" y="68"/>
                      <a:pt x="92" y="68"/>
                    </a:cubicBezTo>
                    <a:cubicBezTo>
                      <a:pt x="96" y="68"/>
                      <a:pt x="99" y="65"/>
                      <a:pt x="99" y="61"/>
                    </a:cubicBezTo>
                    <a:cubicBezTo>
                      <a:pt x="99" y="61"/>
                      <a:pt x="99" y="61"/>
                      <a:pt x="99" y="61"/>
                    </a:cubicBezTo>
                    <a:cubicBezTo>
                      <a:pt x="98" y="57"/>
                      <a:pt x="96" y="54"/>
                      <a:pt x="92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7" y="49"/>
                      <a:pt x="85" y="43"/>
                      <a:pt x="81" y="39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87" y="33"/>
                      <a:pt x="87" y="29"/>
                      <a:pt x="84" y="26"/>
                    </a:cubicBezTo>
                    <a:cubicBezTo>
                      <a:pt x="82" y="24"/>
                      <a:pt x="78" y="24"/>
                      <a:pt x="75" y="26"/>
                    </a:cubicBezTo>
                    <a:cubicBezTo>
                      <a:pt x="72" y="29"/>
                      <a:pt x="72" y="29"/>
                      <a:pt x="72" y="29"/>
                    </a:cubicBezTo>
                    <a:cubicBezTo>
                      <a:pt x="67" y="26"/>
                      <a:pt x="62" y="24"/>
                      <a:pt x="56" y="23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6" y="15"/>
                      <a:pt x="53" y="12"/>
                      <a:pt x="50" y="12"/>
                    </a:cubicBezTo>
                    <a:cubicBezTo>
                      <a:pt x="46" y="12"/>
                      <a:pt x="43" y="15"/>
                      <a:pt x="43" y="19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37" y="24"/>
                      <a:pt x="32" y="26"/>
                      <a:pt x="27" y="29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2" y="24"/>
                      <a:pt x="17" y="24"/>
                      <a:pt x="15" y="26"/>
                    </a:cubicBezTo>
                    <a:cubicBezTo>
                      <a:pt x="12" y="29"/>
                      <a:pt x="12" y="33"/>
                      <a:pt x="15" y="36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4" y="43"/>
                      <a:pt x="12" y="49"/>
                      <a:pt x="11" y="54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3" y="54"/>
                      <a:pt x="0" y="57"/>
                      <a:pt x="0" y="61"/>
                    </a:cubicBezTo>
                    <a:cubicBezTo>
                      <a:pt x="0" y="65"/>
                      <a:pt x="3" y="68"/>
                      <a:pt x="7" y="68"/>
                    </a:cubicBezTo>
                    <a:cubicBezTo>
                      <a:pt x="11" y="68"/>
                      <a:pt x="11" y="68"/>
                      <a:pt x="11" y="68"/>
                    </a:cubicBezTo>
                    <a:cubicBezTo>
                      <a:pt x="12" y="74"/>
                      <a:pt x="14" y="79"/>
                      <a:pt x="18" y="84"/>
                    </a:cubicBezTo>
                    <a:cubicBezTo>
                      <a:pt x="15" y="86"/>
                      <a:pt x="15" y="86"/>
                      <a:pt x="15" y="86"/>
                    </a:cubicBezTo>
                    <a:cubicBezTo>
                      <a:pt x="12" y="89"/>
                      <a:pt x="12" y="93"/>
                      <a:pt x="15" y="96"/>
                    </a:cubicBezTo>
                    <a:cubicBezTo>
                      <a:pt x="17" y="98"/>
                      <a:pt x="22" y="98"/>
                      <a:pt x="24" y="96"/>
                    </a:cubicBezTo>
                    <a:cubicBezTo>
                      <a:pt x="27" y="93"/>
                      <a:pt x="27" y="93"/>
                      <a:pt x="27" y="93"/>
                    </a:cubicBezTo>
                    <a:cubicBezTo>
                      <a:pt x="30" y="95"/>
                      <a:pt x="34" y="97"/>
                      <a:pt x="37" y="98"/>
                    </a:cubicBezTo>
                    <a:cubicBezTo>
                      <a:pt x="39" y="99"/>
                      <a:pt x="41" y="99"/>
                      <a:pt x="43" y="100"/>
                    </a:cubicBezTo>
                    <a:cubicBezTo>
                      <a:pt x="43" y="104"/>
                      <a:pt x="43" y="104"/>
                      <a:pt x="43" y="104"/>
                    </a:cubicBezTo>
                    <a:cubicBezTo>
                      <a:pt x="43" y="107"/>
                      <a:pt x="46" y="110"/>
                      <a:pt x="50" y="110"/>
                    </a:cubicBezTo>
                    <a:cubicBezTo>
                      <a:pt x="53" y="110"/>
                      <a:pt x="56" y="107"/>
                      <a:pt x="56" y="104"/>
                    </a:cubicBezTo>
                    <a:cubicBezTo>
                      <a:pt x="56" y="100"/>
                      <a:pt x="56" y="100"/>
                      <a:pt x="56" y="100"/>
                    </a:cubicBezTo>
                    <a:cubicBezTo>
                      <a:pt x="62" y="99"/>
                      <a:pt x="67" y="96"/>
                      <a:pt x="72" y="93"/>
                    </a:cubicBezTo>
                    <a:cubicBezTo>
                      <a:pt x="75" y="96"/>
                      <a:pt x="75" y="96"/>
                      <a:pt x="75" y="96"/>
                    </a:cubicBezTo>
                    <a:cubicBezTo>
                      <a:pt x="78" y="98"/>
                      <a:pt x="82" y="98"/>
                      <a:pt x="84" y="96"/>
                    </a:cubicBezTo>
                    <a:cubicBezTo>
                      <a:pt x="87" y="93"/>
                      <a:pt x="87" y="89"/>
                      <a:pt x="84" y="86"/>
                    </a:cubicBezTo>
                    <a:cubicBezTo>
                      <a:pt x="81" y="84"/>
                      <a:pt x="81" y="84"/>
                      <a:pt x="81" y="84"/>
                    </a:cubicBezTo>
                    <a:cubicBezTo>
                      <a:pt x="84" y="80"/>
                      <a:pt x="86" y="75"/>
                      <a:pt x="87" y="71"/>
                    </a:cubicBezTo>
                    <a:cubicBezTo>
                      <a:pt x="88" y="70"/>
                      <a:pt x="88" y="69"/>
                      <a:pt x="88" y="68"/>
                    </a:cubicBezTo>
                    <a:close/>
                    <a:moveTo>
                      <a:pt x="75" y="79"/>
                    </a:moveTo>
                    <a:cubicBezTo>
                      <a:pt x="70" y="87"/>
                      <a:pt x="61" y="92"/>
                      <a:pt x="51" y="93"/>
                    </a:cubicBezTo>
                    <a:cubicBezTo>
                      <a:pt x="50" y="93"/>
                      <a:pt x="50" y="93"/>
                      <a:pt x="50" y="93"/>
                    </a:cubicBezTo>
                    <a:cubicBezTo>
                      <a:pt x="32" y="93"/>
                      <a:pt x="18" y="79"/>
                      <a:pt x="18" y="61"/>
                    </a:cubicBezTo>
                    <a:cubicBezTo>
                      <a:pt x="18" y="44"/>
                      <a:pt x="32" y="29"/>
                      <a:pt x="50" y="29"/>
                    </a:cubicBezTo>
                    <a:cubicBezTo>
                      <a:pt x="67" y="29"/>
                      <a:pt x="81" y="44"/>
                      <a:pt x="81" y="61"/>
                    </a:cubicBezTo>
                    <a:cubicBezTo>
                      <a:pt x="81" y="68"/>
                      <a:pt x="79" y="74"/>
                      <a:pt x="75" y="79"/>
                    </a:cubicBezTo>
                    <a:close/>
                  </a:path>
                </a:pathLst>
              </a:custGeom>
              <a:solidFill>
                <a:srgbClr val="E7E6E6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Comp 14"/>
              <p:cNvSpPr txBox="1"/>
              <p:nvPr/>
            </p:nvSpPr>
            <p:spPr>
              <a:xfrm>
                <a:off x="5473533" y="3125767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</a:lstStyle>
              <a:p>
                <a:r>
                  <a:rPr lang="en-US" altLang="zh-CN" dirty="0"/>
                  <a:t>INFOMATION</a:t>
                </a:r>
                <a:endParaRPr lang="zh-CN" altLang="en-US" dirty="0"/>
              </a:p>
            </p:txBody>
          </p:sp>
        </p:grpSp>
        <p:sp>
          <p:nvSpPr>
            <p:cNvPr id="15" name="Comp 15"/>
            <p:cNvSpPr/>
            <p:nvPr/>
          </p:nvSpPr>
          <p:spPr bwMode="auto">
            <a:xfrm flipH="1">
              <a:off x="5279743" y="5027801"/>
              <a:ext cx="2087389" cy="1591476"/>
            </a:xfrm>
            <a:custGeom>
              <a:avLst/>
              <a:gdLst>
                <a:gd name="T0" fmla="*/ 0 w 1006"/>
                <a:gd name="T1" fmla="*/ 767 h 767"/>
                <a:gd name="T2" fmla="*/ 1006 w 1006"/>
                <a:gd name="T3" fmla="*/ 767 h 767"/>
                <a:gd name="T4" fmla="*/ 1006 w 1006"/>
                <a:gd name="T5" fmla="*/ 449 h 767"/>
                <a:gd name="T6" fmla="*/ 948 w 1006"/>
                <a:gd name="T7" fmla="*/ 416 h 767"/>
                <a:gd name="T8" fmla="*/ 894 w 1006"/>
                <a:gd name="T9" fmla="*/ 385 h 767"/>
                <a:gd name="T10" fmla="*/ 948 w 1006"/>
                <a:gd name="T11" fmla="*/ 351 h 767"/>
                <a:gd name="T12" fmla="*/ 1006 w 1006"/>
                <a:gd name="T13" fmla="*/ 318 h 767"/>
                <a:gd name="T14" fmla="*/ 1006 w 1006"/>
                <a:gd name="T15" fmla="*/ 0 h 767"/>
                <a:gd name="T16" fmla="*/ 0 w 1006"/>
                <a:gd name="T17" fmla="*/ 0 h 767"/>
                <a:gd name="T18" fmla="*/ 0 w 1006"/>
                <a:gd name="T19" fmla="*/ 767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6" h="767">
                  <a:moveTo>
                    <a:pt x="0" y="767"/>
                  </a:moveTo>
                  <a:lnTo>
                    <a:pt x="1006" y="767"/>
                  </a:lnTo>
                  <a:lnTo>
                    <a:pt x="1006" y="449"/>
                  </a:lnTo>
                  <a:lnTo>
                    <a:pt x="948" y="416"/>
                  </a:lnTo>
                  <a:lnTo>
                    <a:pt x="894" y="385"/>
                  </a:lnTo>
                  <a:lnTo>
                    <a:pt x="948" y="351"/>
                  </a:lnTo>
                  <a:lnTo>
                    <a:pt x="1006" y="318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767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FFFFFF">
                    <a:lumMod val="85000"/>
                  </a:srgbClr>
                </a:gs>
                <a:gs pos="65000">
                  <a:srgbClr val="EEEEEE"/>
                </a:gs>
                <a:gs pos="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>
              <a:noFill/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rgbClr val="3DBCC0">
                <a:shade val="50000"/>
              </a:srgbClr>
            </a:lnRef>
            <a:fillRef idx="1">
              <a:srgbClr val="3DBCC0"/>
            </a:fillRef>
            <a:effectRef idx="0">
              <a:srgbClr val="3DBCC0"/>
            </a:effectRef>
            <a:fontRef idx="minor">
              <a:srgbClr val="FFFFFF"/>
            </a:fontRef>
          </p:style>
          <p:txBody>
            <a:bodyPr rtlCol="0" anchor="ctr">
              <a:flatTx/>
            </a:bodyPr>
            <a:lstStyle/>
            <a:p>
              <a:pPr algn="ctr"/>
              <a:endParaRPr lang="zh-CN" altLang="en-US" sz="3200">
                <a:solidFill>
                  <a:srgbClr val="000000">
                    <a:lumMod val="85000"/>
                    <a:lumOff val="15000"/>
                  </a:srgbClr>
                </a:solidFill>
                <a:latin typeface="Adobe Gothic Std B" panose="020B0800000000000000" pitchFamily="34" charset="-128"/>
              </a:endParaRPr>
            </a:p>
          </p:txBody>
        </p:sp>
        <p:grpSp>
          <p:nvGrpSpPr>
            <p:cNvPr id="16" name="Comp 16"/>
            <p:cNvGrpSpPr/>
            <p:nvPr/>
          </p:nvGrpSpPr>
          <p:grpSpPr>
            <a:xfrm>
              <a:off x="5552342" y="5309727"/>
              <a:ext cx="1609800" cy="968378"/>
              <a:chOff x="5591734" y="5355544"/>
              <a:chExt cx="1609800" cy="968378"/>
            </a:xfrm>
          </p:grpSpPr>
          <p:grpSp>
            <p:nvGrpSpPr>
              <p:cNvPr id="17" name="Comp 17"/>
              <p:cNvGrpSpPr/>
              <p:nvPr/>
            </p:nvGrpSpPr>
            <p:grpSpPr>
              <a:xfrm>
                <a:off x="6090036" y="5355544"/>
                <a:ext cx="613196" cy="610382"/>
                <a:chOff x="2111375" y="2949576"/>
                <a:chExt cx="346075" cy="344488"/>
              </a:xfrm>
              <a:solidFill>
                <a:srgbClr val="F4EFDF">
                  <a:lumMod val="75000"/>
                </a:srgbClr>
              </a:solidFill>
            </p:grpSpPr>
            <p:sp>
              <p:nvSpPr>
                <p:cNvPr id="18" name="Comp 18"/>
                <p:cNvSpPr>
                  <a:spLocks noEditPoints="1"/>
                </p:cNvSpPr>
                <p:nvPr/>
              </p:nvSpPr>
              <p:spPr bwMode="auto">
                <a:xfrm>
                  <a:off x="2111375" y="2949576"/>
                  <a:ext cx="346075" cy="344488"/>
                </a:xfrm>
                <a:custGeom>
                  <a:avLst/>
                  <a:gdLst>
                    <a:gd name="T0" fmla="*/ 0 w 76"/>
                    <a:gd name="T1" fmla="*/ 38 h 76"/>
                    <a:gd name="T2" fmla="*/ 38 w 76"/>
                    <a:gd name="T3" fmla="*/ 0 h 76"/>
                    <a:gd name="T4" fmla="*/ 76 w 76"/>
                    <a:gd name="T5" fmla="*/ 38 h 76"/>
                    <a:gd name="T6" fmla="*/ 38 w 76"/>
                    <a:gd name="T7" fmla="*/ 76 h 76"/>
                    <a:gd name="T8" fmla="*/ 0 w 76"/>
                    <a:gd name="T9" fmla="*/ 38 h 76"/>
                    <a:gd name="T10" fmla="*/ 5 w 76"/>
                    <a:gd name="T11" fmla="*/ 38 h 76"/>
                    <a:gd name="T12" fmla="*/ 38 w 76"/>
                    <a:gd name="T13" fmla="*/ 71 h 76"/>
                    <a:gd name="T14" fmla="*/ 72 w 76"/>
                    <a:gd name="T15" fmla="*/ 38 h 76"/>
                    <a:gd name="T16" fmla="*/ 38 w 76"/>
                    <a:gd name="T17" fmla="*/ 4 h 76"/>
                    <a:gd name="T18" fmla="*/ 5 w 76"/>
                    <a:gd name="T19" fmla="*/ 38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6" h="76">
                      <a:moveTo>
                        <a:pt x="0" y="38"/>
                      </a:moveTo>
                      <a:cubicBezTo>
                        <a:pt x="0" y="17"/>
                        <a:pt x="17" y="0"/>
                        <a:pt x="38" y="0"/>
                      </a:cubicBezTo>
                      <a:cubicBezTo>
                        <a:pt x="59" y="0"/>
                        <a:pt x="76" y="17"/>
                        <a:pt x="76" y="38"/>
                      </a:cubicBezTo>
                      <a:cubicBezTo>
                        <a:pt x="76" y="59"/>
                        <a:pt x="59" y="76"/>
                        <a:pt x="38" y="76"/>
                      </a:cubicBezTo>
                      <a:cubicBezTo>
                        <a:pt x="17" y="76"/>
                        <a:pt x="0" y="59"/>
                        <a:pt x="0" y="38"/>
                      </a:cubicBezTo>
                      <a:close/>
                      <a:moveTo>
                        <a:pt x="5" y="38"/>
                      </a:moveTo>
                      <a:cubicBezTo>
                        <a:pt x="5" y="56"/>
                        <a:pt x="20" y="71"/>
                        <a:pt x="38" y="71"/>
                      </a:cubicBezTo>
                      <a:cubicBezTo>
                        <a:pt x="57" y="71"/>
                        <a:pt x="72" y="56"/>
                        <a:pt x="72" y="38"/>
                      </a:cubicBezTo>
                      <a:cubicBezTo>
                        <a:pt x="72" y="19"/>
                        <a:pt x="57" y="4"/>
                        <a:pt x="38" y="4"/>
                      </a:cubicBezTo>
                      <a:cubicBezTo>
                        <a:pt x="20" y="4"/>
                        <a:pt x="5" y="19"/>
                        <a:pt x="5" y="38"/>
                      </a:cubicBezTo>
                      <a:close/>
                    </a:path>
                  </a:pathLst>
                </a:custGeom>
                <a:solidFill>
                  <a:srgbClr val="E7E6E6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Comp 19"/>
                <p:cNvSpPr/>
                <p:nvPr/>
              </p:nvSpPr>
              <p:spPr bwMode="auto">
                <a:xfrm>
                  <a:off x="2211388" y="2986088"/>
                  <a:ext cx="95250" cy="212725"/>
                </a:xfrm>
                <a:custGeom>
                  <a:avLst/>
                  <a:gdLst>
                    <a:gd name="T0" fmla="*/ 18 w 21"/>
                    <a:gd name="T1" fmla="*/ 26 h 47"/>
                    <a:gd name="T2" fmla="*/ 18 w 21"/>
                    <a:gd name="T3" fmla="*/ 2 h 47"/>
                    <a:gd name="T4" fmla="*/ 16 w 21"/>
                    <a:gd name="T5" fmla="*/ 0 h 47"/>
                    <a:gd name="T6" fmla="*/ 14 w 21"/>
                    <a:gd name="T7" fmla="*/ 2 h 47"/>
                    <a:gd name="T8" fmla="*/ 14 w 21"/>
                    <a:gd name="T9" fmla="*/ 26 h 47"/>
                    <a:gd name="T10" fmla="*/ 11 w 21"/>
                    <a:gd name="T11" fmla="*/ 30 h 47"/>
                    <a:gd name="T12" fmla="*/ 12 w 21"/>
                    <a:gd name="T13" fmla="*/ 32 h 47"/>
                    <a:gd name="T14" fmla="*/ 1 w 21"/>
                    <a:gd name="T15" fmla="*/ 43 h 47"/>
                    <a:gd name="T16" fmla="*/ 1 w 21"/>
                    <a:gd name="T17" fmla="*/ 46 h 47"/>
                    <a:gd name="T18" fmla="*/ 3 w 21"/>
                    <a:gd name="T19" fmla="*/ 47 h 47"/>
                    <a:gd name="T20" fmla="*/ 4 w 21"/>
                    <a:gd name="T21" fmla="*/ 46 h 47"/>
                    <a:gd name="T22" fmla="*/ 15 w 21"/>
                    <a:gd name="T23" fmla="*/ 34 h 47"/>
                    <a:gd name="T24" fmla="*/ 16 w 21"/>
                    <a:gd name="T25" fmla="*/ 35 h 47"/>
                    <a:gd name="T26" fmla="*/ 21 w 21"/>
                    <a:gd name="T27" fmla="*/ 30 h 47"/>
                    <a:gd name="T28" fmla="*/ 18 w 21"/>
                    <a:gd name="T29" fmla="*/ 26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1" h="47">
                      <a:moveTo>
                        <a:pt x="18" y="26"/>
                      </a:moveTo>
                      <a:cubicBezTo>
                        <a:pt x="18" y="2"/>
                        <a:pt x="18" y="2"/>
                        <a:pt x="18" y="2"/>
                      </a:cubicBezTo>
                      <a:cubicBezTo>
                        <a:pt x="18" y="0"/>
                        <a:pt x="17" y="0"/>
                        <a:pt x="16" y="0"/>
                      </a:cubicBezTo>
                      <a:cubicBezTo>
                        <a:pt x="15" y="0"/>
                        <a:pt x="14" y="0"/>
                        <a:pt x="14" y="2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12" y="26"/>
                        <a:pt x="11" y="28"/>
                        <a:pt x="11" y="30"/>
                      </a:cubicBezTo>
                      <a:cubicBezTo>
                        <a:pt x="11" y="30"/>
                        <a:pt x="11" y="31"/>
                        <a:pt x="12" y="32"/>
                      </a:cubicBezTo>
                      <a:cubicBezTo>
                        <a:pt x="1" y="43"/>
                        <a:pt x="1" y="43"/>
                        <a:pt x="1" y="43"/>
                      </a:cubicBezTo>
                      <a:cubicBezTo>
                        <a:pt x="0" y="44"/>
                        <a:pt x="0" y="46"/>
                        <a:pt x="1" y="46"/>
                      </a:cubicBezTo>
                      <a:cubicBezTo>
                        <a:pt x="2" y="47"/>
                        <a:pt x="2" y="47"/>
                        <a:pt x="3" y="47"/>
                      </a:cubicBezTo>
                      <a:cubicBezTo>
                        <a:pt x="3" y="47"/>
                        <a:pt x="4" y="47"/>
                        <a:pt x="4" y="46"/>
                      </a:cubicBezTo>
                      <a:cubicBezTo>
                        <a:pt x="15" y="34"/>
                        <a:pt x="15" y="34"/>
                        <a:pt x="15" y="34"/>
                      </a:cubicBezTo>
                      <a:cubicBezTo>
                        <a:pt x="15" y="35"/>
                        <a:pt x="16" y="35"/>
                        <a:pt x="16" y="35"/>
                      </a:cubicBezTo>
                      <a:cubicBezTo>
                        <a:pt x="19" y="35"/>
                        <a:pt x="21" y="32"/>
                        <a:pt x="21" y="30"/>
                      </a:cubicBezTo>
                      <a:cubicBezTo>
                        <a:pt x="21" y="28"/>
                        <a:pt x="20" y="26"/>
                        <a:pt x="18" y="26"/>
                      </a:cubicBezTo>
                      <a:close/>
                    </a:path>
                  </a:pathLst>
                </a:custGeom>
                <a:solidFill>
                  <a:srgbClr val="E7E6E6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0" name="Comp 20"/>
              <p:cNvSpPr txBox="1"/>
              <p:nvPr/>
            </p:nvSpPr>
            <p:spPr>
              <a:xfrm>
                <a:off x="5591734" y="5954590"/>
                <a:ext cx="16098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defRPr>
                </a:lvl1pPr>
              </a:lstStyle>
              <a:p>
                <a:r>
                  <a:rPr lang="en-US" altLang="zh-CN" dirty="0"/>
                  <a:t>INFOMATION</a:t>
                </a:r>
                <a:endParaRPr lang="zh-CN" altLang="en-US" dirty="0"/>
              </a:p>
            </p:txBody>
          </p:sp>
        </p:grpSp>
        <p:cxnSp>
          <p:nvCxnSpPr>
            <p:cNvPr id="21" name="Comp 21"/>
            <p:cNvCxnSpPr/>
            <p:nvPr/>
          </p:nvCxnSpPr>
          <p:spPr>
            <a:xfrm>
              <a:off x="5524123" y="1877602"/>
              <a:ext cx="1714877" cy="0"/>
            </a:xfrm>
            <a:prstGeom prst="line">
              <a:avLst/>
            </a:prstGeom>
            <a:ln w="12700">
              <a:solidFill>
                <a:srgbClr val="FFFFFF"/>
              </a:solidFill>
            </a:ln>
            <a:effectLst>
              <a:outerShdw blurRad="127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rgbClr val="3DBCC0"/>
            </a:lnRef>
            <a:fillRef idx="0">
              <a:srgbClr val="3DBCC0"/>
            </a:fillRef>
            <a:effectRef idx="0">
              <a:srgbClr val="3DBCC0"/>
            </a:effectRef>
            <a:fontRef idx="minor">
              <a:srgbClr val="000000"/>
            </a:fontRef>
          </p:style>
        </p:cxnSp>
        <p:cxnSp>
          <p:nvCxnSpPr>
            <p:cNvPr id="22" name="Comp 22"/>
            <p:cNvCxnSpPr/>
            <p:nvPr/>
          </p:nvCxnSpPr>
          <p:spPr>
            <a:xfrm>
              <a:off x="5524123" y="3460370"/>
              <a:ext cx="1714877" cy="0"/>
            </a:xfrm>
            <a:prstGeom prst="line">
              <a:avLst/>
            </a:prstGeom>
            <a:ln w="12700">
              <a:solidFill>
                <a:srgbClr val="FFFFFF"/>
              </a:solidFill>
            </a:ln>
            <a:effectLst>
              <a:outerShdw blurRad="127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rgbClr val="3DBCC0"/>
            </a:lnRef>
            <a:fillRef idx="0">
              <a:srgbClr val="3DBCC0"/>
            </a:fillRef>
            <a:effectRef idx="0">
              <a:srgbClr val="3DBCC0"/>
            </a:effectRef>
            <a:fontRef idx="minor">
              <a:srgbClr val="000000"/>
            </a:fontRef>
          </p:style>
        </p:cxnSp>
        <p:cxnSp>
          <p:nvCxnSpPr>
            <p:cNvPr id="23" name="Comp 23"/>
            <p:cNvCxnSpPr/>
            <p:nvPr/>
          </p:nvCxnSpPr>
          <p:spPr>
            <a:xfrm>
              <a:off x="5524123" y="5043139"/>
              <a:ext cx="1714877" cy="0"/>
            </a:xfrm>
            <a:prstGeom prst="line">
              <a:avLst/>
            </a:prstGeom>
            <a:ln w="12700">
              <a:solidFill>
                <a:srgbClr val="FFFFFF"/>
              </a:solidFill>
            </a:ln>
            <a:effectLst>
              <a:outerShdw blurRad="127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rgbClr val="3DBCC0"/>
            </a:lnRef>
            <a:fillRef idx="0">
              <a:srgbClr val="3DBCC0"/>
            </a:fillRef>
            <a:effectRef idx="0">
              <a:srgbClr val="3DBCC0"/>
            </a:effectRef>
            <a:fontRef idx="minor">
              <a:srgbClr val="000000"/>
            </a:fontRef>
          </p:style>
        </p:cxnSp>
        <p:sp>
          <p:nvSpPr>
            <p:cNvPr id="24" name="Comp 24"/>
            <p:cNvSpPr/>
            <p:nvPr/>
          </p:nvSpPr>
          <p:spPr bwMode="auto">
            <a:xfrm>
              <a:off x="5280190" y="280700"/>
              <a:ext cx="2087389" cy="6353072"/>
            </a:xfrm>
            <a:custGeom>
              <a:avLst/>
              <a:gdLst>
                <a:gd name="connsiteX0" fmla="*/ 0 w 2087389"/>
                <a:gd name="connsiteY0" fmla="*/ 0 h 6353072"/>
                <a:gd name="connsiteX1" fmla="*/ 2087389 w 2087389"/>
                <a:gd name="connsiteY1" fmla="*/ 0 h 6353072"/>
                <a:gd name="connsiteX2" fmla="*/ 2087389 w 2087389"/>
                <a:gd name="connsiteY2" fmla="*/ 659830 h 6353072"/>
                <a:gd name="connsiteX3" fmla="*/ 1967042 w 2087389"/>
                <a:gd name="connsiteY3" fmla="*/ 728303 h 6353072"/>
                <a:gd name="connsiteX4" fmla="*/ 1854996 w 2087389"/>
                <a:gd name="connsiteY4" fmla="*/ 798851 h 6353072"/>
                <a:gd name="connsiteX5" fmla="*/ 1967042 w 2087389"/>
                <a:gd name="connsiteY5" fmla="*/ 863174 h 6353072"/>
                <a:gd name="connsiteX6" fmla="*/ 2087389 w 2087389"/>
                <a:gd name="connsiteY6" fmla="*/ 931647 h 6353072"/>
                <a:gd name="connsiteX7" fmla="*/ 2087389 w 2087389"/>
                <a:gd name="connsiteY7" fmla="*/ 1587199 h 6353072"/>
                <a:gd name="connsiteX8" fmla="*/ 2087389 w 2087389"/>
                <a:gd name="connsiteY8" fmla="*/ 1591476 h 6353072"/>
                <a:gd name="connsiteX9" fmla="*/ 2087389 w 2087389"/>
                <a:gd name="connsiteY9" fmla="*/ 3174398 h 6353072"/>
                <a:gd name="connsiteX10" fmla="*/ 2087389 w 2087389"/>
                <a:gd name="connsiteY10" fmla="*/ 3178675 h 6353072"/>
                <a:gd name="connsiteX11" fmla="*/ 2087389 w 2087389"/>
                <a:gd name="connsiteY11" fmla="*/ 3834228 h 6353072"/>
                <a:gd name="connsiteX12" fmla="*/ 1967042 w 2087389"/>
                <a:gd name="connsiteY12" fmla="*/ 3902701 h 6353072"/>
                <a:gd name="connsiteX13" fmla="*/ 1854996 w 2087389"/>
                <a:gd name="connsiteY13" fmla="*/ 3973249 h 6353072"/>
                <a:gd name="connsiteX14" fmla="*/ 1967042 w 2087389"/>
                <a:gd name="connsiteY14" fmla="*/ 4037572 h 6353072"/>
                <a:gd name="connsiteX15" fmla="*/ 2087389 w 2087389"/>
                <a:gd name="connsiteY15" fmla="*/ 4106045 h 6353072"/>
                <a:gd name="connsiteX16" fmla="*/ 2087389 w 2087389"/>
                <a:gd name="connsiteY16" fmla="*/ 4761596 h 6353072"/>
                <a:gd name="connsiteX17" fmla="*/ 2087389 w 2087389"/>
                <a:gd name="connsiteY17" fmla="*/ 4765874 h 6353072"/>
                <a:gd name="connsiteX18" fmla="*/ 2087389 w 2087389"/>
                <a:gd name="connsiteY18" fmla="*/ 6353072 h 6353072"/>
                <a:gd name="connsiteX19" fmla="*/ 0 w 2087389"/>
                <a:gd name="connsiteY19" fmla="*/ 6353072 h 6353072"/>
                <a:gd name="connsiteX20" fmla="*/ 0 w 2087389"/>
                <a:gd name="connsiteY20" fmla="*/ 5693243 h 6353072"/>
                <a:gd name="connsiteX21" fmla="*/ 120346 w 2087389"/>
                <a:gd name="connsiteY21" fmla="*/ 5624770 h 6353072"/>
                <a:gd name="connsiteX22" fmla="*/ 232393 w 2087389"/>
                <a:gd name="connsiteY22" fmla="*/ 5560447 h 6353072"/>
                <a:gd name="connsiteX23" fmla="*/ 120346 w 2087389"/>
                <a:gd name="connsiteY23" fmla="*/ 5489899 h 6353072"/>
                <a:gd name="connsiteX24" fmla="*/ 0 w 2087389"/>
                <a:gd name="connsiteY24" fmla="*/ 5421426 h 6353072"/>
                <a:gd name="connsiteX25" fmla="*/ 0 w 2087389"/>
                <a:gd name="connsiteY25" fmla="*/ 4765874 h 6353072"/>
                <a:gd name="connsiteX26" fmla="*/ 0 w 2087389"/>
                <a:gd name="connsiteY26" fmla="*/ 4761596 h 6353072"/>
                <a:gd name="connsiteX27" fmla="*/ 0 w 2087389"/>
                <a:gd name="connsiteY27" fmla="*/ 3178675 h 6353072"/>
                <a:gd name="connsiteX28" fmla="*/ 0 w 2087389"/>
                <a:gd name="connsiteY28" fmla="*/ 3174398 h 6353072"/>
                <a:gd name="connsiteX29" fmla="*/ 0 w 2087389"/>
                <a:gd name="connsiteY29" fmla="*/ 2518846 h 6353072"/>
                <a:gd name="connsiteX30" fmla="*/ 120346 w 2087389"/>
                <a:gd name="connsiteY30" fmla="*/ 2450373 h 6353072"/>
                <a:gd name="connsiteX31" fmla="*/ 232393 w 2087389"/>
                <a:gd name="connsiteY31" fmla="*/ 2386050 h 6353072"/>
                <a:gd name="connsiteX32" fmla="*/ 120346 w 2087389"/>
                <a:gd name="connsiteY32" fmla="*/ 2315502 h 6353072"/>
                <a:gd name="connsiteX33" fmla="*/ 0 w 2087389"/>
                <a:gd name="connsiteY33" fmla="*/ 2247029 h 6353072"/>
                <a:gd name="connsiteX34" fmla="*/ 0 w 2087389"/>
                <a:gd name="connsiteY34" fmla="*/ 1591476 h 6353072"/>
                <a:gd name="connsiteX35" fmla="*/ 0 w 2087389"/>
                <a:gd name="connsiteY35" fmla="*/ 1587199 h 6353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087389" h="6353072">
                  <a:moveTo>
                    <a:pt x="0" y="0"/>
                  </a:moveTo>
                  <a:lnTo>
                    <a:pt x="2087389" y="0"/>
                  </a:lnTo>
                  <a:lnTo>
                    <a:pt x="2087389" y="659830"/>
                  </a:lnTo>
                  <a:lnTo>
                    <a:pt x="1967042" y="728303"/>
                  </a:lnTo>
                  <a:lnTo>
                    <a:pt x="1854996" y="798851"/>
                  </a:lnTo>
                  <a:lnTo>
                    <a:pt x="1967042" y="863174"/>
                  </a:lnTo>
                  <a:lnTo>
                    <a:pt x="2087389" y="931647"/>
                  </a:lnTo>
                  <a:lnTo>
                    <a:pt x="2087389" y="1587199"/>
                  </a:lnTo>
                  <a:lnTo>
                    <a:pt x="2087389" y="1591476"/>
                  </a:lnTo>
                  <a:lnTo>
                    <a:pt x="2087389" y="3174398"/>
                  </a:lnTo>
                  <a:lnTo>
                    <a:pt x="2087389" y="3178675"/>
                  </a:lnTo>
                  <a:lnTo>
                    <a:pt x="2087389" y="3834228"/>
                  </a:lnTo>
                  <a:lnTo>
                    <a:pt x="1967042" y="3902701"/>
                  </a:lnTo>
                  <a:lnTo>
                    <a:pt x="1854996" y="3973249"/>
                  </a:lnTo>
                  <a:lnTo>
                    <a:pt x="1967042" y="4037572"/>
                  </a:lnTo>
                  <a:lnTo>
                    <a:pt x="2087389" y="4106045"/>
                  </a:lnTo>
                  <a:lnTo>
                    <a:pt x="2087389" y="4761596"/>
                  </a:lnTo>
                  <a:lnTo>
                    <a:pt x="2087389" y="4765874"/>
                  </a:lnTo>
                  <a:lnTo>
                    <a:pt x="2087389" y="6353072"/>
                  </a:lnTo>
                  <a:lnTo>
                    <a:pt x="0" y="6353072"/>
                  </a:lnTo>
                  <a:lnTo>
                    <a:pt x="0" y="5693243"/>
                  </a:lnTo>
                  <a:lnTo>
                    <a:pt x="120346" y="5624770"/>
                  </a:lnTo>
                  <a:lnTo>
                    <a:pt x="232393" y="5560447"/>
                  </a:lnTo>
                  <a:lnTo>
                    <a:pt x="120346" y="5489899"/>
                  </a:lnTo>
                  <a:lnTo>
                    <a:pt x="0" y="5421426"/>
                  </a:lnTo>
                  <a:lnTo>
                    <a:pt x="0" y="4765874"/>
                  </a:lnTo>
                  <a:lnTo>
                    <a:pt x="0" y="4761596"/>
                  </a:lnTo>
                  <a:lnTo>
                    <a:pt x="0" y="3178675"/>
                  </a:lnTo>
                  <a:lnTo>
                    <a:pt x="0" y="3174398"/>
                  </a:lnTo>
                  <a:lnTo>
                    <a:pt x="0" y="2518846"/>
                  </a:lnTo>
                  <a:lnTo>
                    <a:pt x="120346" y="2450373"/>
                  </a:lnTo>
                  <a:lnTo>
                    <a:pt x="232393" y="2386050"/>
                  </a:lnTo>
                  <a:lnTo>
                    <a:pt x="120346" y="2315502"/>
                  </a:lnTo>
                  <a:lnTo>
                    <a:pt x="0" y="2247029"/>
                  </a:lnTo>
                  <a:lnTo>
                    <a:pt x="0" y="1591476"/>
                  </a:lnTo>
                  <a:lnTo>
                    <a:pt x="0" y="1587199"/>
                  </a:lnTo>
                  <a:close/>
                </a:path>
              </a:pathLst>
            </a:custGeom>
            <a:noFill/>
            <a:ln w="28575" cap="flat" cmpd="sng">
              <a:gradFill>
                <a:gsLst>
                  <a:gs pos="0">
                    <a:srgbClr val="FFFFFF">
                      <a:lumMod val="95000"/>
                    </a:srgbClr>
                  </a:gs>
                  <a:gs pos="25000">
                    <a:srgbClr val="E7E6E6">
                      <a:lumMod val="90000"/>
                    </a:srgbClr>
                  </a:gs>
                  <a:gs pos="70000">
                    <a:srgbClr val="E7E6E6">
                      <a:lumMod val="90000"/>
                    </a:srgbClr>
                  </a:gs>
                  <a:gs pos="100000">
                    <a:srgbClr val="E7E6E6">
                      <a:lumMod val="50000"/>
                    </a:srgbClr>
                  </a:gs>
                </a:gsLst>
                <a:lin ang="5400000" scaled="1"/>
              </a:gradFill>
              <a:prstDash val="solid"/>
              <a:round/>
            </a:ln>
            <a:effectLst>
              <a:softEdge rad="0"/>
            </a:effectLst>
            <a:scene3d>
              <a:camera prst="orthographicFront"/>
              <a:lightRig rig="flat" dir="t"/>
            </a:scene3d>
            <a:sp3d/>
          </p:spPr>
          <p:style>
            <a:lnRef idx="2">
              <a:srgbClr val="3DBCC0">
                <a:shade val="50000"/>
              </a:srgbClr>
            </a:lnRef>
            <a:fillRef idx="1">
              <a:srgbClr val="3DBCC0"/>
            </a:fillRef>
            <a:effectRef idx="0">
              <a:srgbClr val="3DBCC0"/>
            </a:effectRef>
            <a:fontRef idx="minor">
              <a:srgbClr val="FFFFFF"/>
            </a:fontRef>
          </p:style>
          <p:txBody>
            <a:bodyPr wrap="square" rtlCol="0" anchor="ctr">
              <a:noAutofit/>
              <a:flatTx/>
            </a:bodyPr>
            <a:lstStyle/>
            <a:p>
              <a:pPr algn="ctr"/>
              <a:endParaRPr lang="zh-CN" altLang="en-US" sz="3200">
                <a:solidFill>
                  <a:srgbClr val="000000">
                    <a:lumMod val="85000"/>
                    <a:lumOff val="15000"/>
                  </a:srgbClr>
                </a:solidFill>
                <a:latin typeface="Adobe Gothic Std B" panose="020B0800000000000000" pitchFamily="34" charset="-128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2783633" y="2424458"/>
            <a:ext cx="2472923" cy="2737921"/>
            <a:chOff x="2782838" y="2424457"/>
            <a:chExt cx="2472923" cy="2737921"/>
          </a:xfrm>
        </p:grpSpPr>
        <p:grpSp>
          <p:nvGrpSpPr>
            <p:cNvPr id="3" name="Comp 3"/>
            <p:cNvGrpSpPr/>
            <p:nvPr/>
          </p:nvGrpSpPr>
          <p:grpSpPr>
            <a:xfrm>
              <a:off x="2974210" y="2424457"/>
              <a:ext cx="2246428" cy="2737921"/>
              <a:chOff x="2974210" y="2514687"/>
              <a:chExt cx="2246428" cy="2737921"/>
            </a:xfrm>
          </p:grpSpPr>
          <p:sp>
            <p:nvSpPr>
              <p:cNvPr id="4" name="Comp 4"/>
              <p:cNvSpPr/>
              <p:nvPr/>
            </p:nvSpPr>
            <p:spPr>
              <a:xfrm>
                <a:off x="2976834" y="4451262"/>
                <a:ext cx="2243804" cy="801346"/>
              </a:xfrm>
              <a:custGeom>
                <a:avLst/>
                <a:gdLst>
                  <a:gd name="connsiteX0" fmla="*/ 0 w 2243804"/>
                  <a:gd name="connsiteY0" fmla="*/ 0 h 801346"/>
                  <a:gd name="connsiteX1" fmla="*/ 2243804 w 2243804"/>
                  <a:gd name="connsiteY1" fmla="*/ 0 h 801346"/>
                  <a:gd name="connsiteX2" fmla="*/ 2215921 w 2243804"/>
                  <a:gd name="connsiteY2" fmla="*/ 76182 h 801346"/>
                  <a:gd name="connsiteX3" fmla="*/ 1121902 w 2243804"/>
                  <a:gd name="connsiteY3" fmla="*/ 801346 h 801346"/>
                  <a:gd name="connsiteX4" fmla="*/ 27883 w 2243804"/>
                  <a:gd name="connsiteY4" fmla="*/ 76182 h 801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43804" h="801346">
                    <a:moveTo>
                      <a:pt x="0" y="0"/>
                    </a:moveTo>
                    <a:lnTo>
                      <a:pt x="2243804" y="0"/>
                    </a:lnTo>
                    <a:lnTo>
                      <a:pt x="2215921" y="76182"/>
                    </a:lnTo>
                    <a:cubicBezTo>
                      <a:pt x="2035675" y="502330"/>
                      <a:pt x="1613708" y="801346"/>
                      <a:pt x="1121902" y="801346"/>
                    </a:cubicBezTo>
                    <a:cubicBezTo>
                      <a:pt x="630096" y="801346"/>
                      <a:pt x="208129" y="502330"/>
                      <a:pt x="27883" y="76182"/>
                    </a:cubicBezTo>
                    <a:close/>
                  </a:path>
                </a:pathLst>
              </a:custGeom>
              <a:solidFill>
                <a:srgbClr val="DE171E"/>
              </a:solidFill>
              <a:ln w="12700" cap="flat" cmpd="sng" algn="ctr">
                <a:noFill/>
                <a:prstDash val="solid"/>
                <a:miter lim="800000"/>
              </a:ln>
              <a:effectLst/>
              <a:scene3d>
                <a:camera prst="orthographicFront"/>
                <a:lightRig rig="threePt" dir="t"/>
              </a:scene3d>
              <a:sp3d>
                <a:bevelT w="425450" prst="angle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sz="1600" kern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</a:endParaRPr>
              </a:p>
            </p:txBody>
          </p:sp>
          <p:sp>
            <p:nvSpPr>
              <p:cNvPr id="5" name="Comp 5"/>
              <p:cNvSpPr/>
              <p:nvPr/>
            </p:nvSpPr>
            <p:spPr>
              <a:xfrm>
                <a:off x="2974210" y="2514687"/>
                <a:ext cx="2246428" cy="1936575"/>
              </a:xfrm>
              <a:custGeom>
                <a:avLst/>
                <a:gdLst>
                  <a:gd name="connsiteX0" fmla="*/ 0 w 2246428"/>
                  <a:gd name="connsiteY0" fmla="*/ 1936575 h 1936575"/>
                  <a:gd name="connsiteX1" fmla="*/ 1123214 w 2246428"/>
                  <a:gd name="connsiteY1" fmla="*/ 0 h 1936575"/>
                  <a:gd name="connsiteX2" fmla="*/ 2246428 w 2246428"/>
                  <a:gd name="connsiteY2" fmla="*/ 1936575 h 1936575"/>
                  <a:gd name="connsiteX3" fmla="*/ 0 w 2246428"/>
                  <a:gd name="connsiteY3" fmla="*/ 1936575 h 1936575"/>
                  <a:gd name="connsiteX0-1" fmla="*/ 0 w 2246428"/>
                  <a:gd name="connsiteY0-2" fmla="*/ 1936575 h 2028015"/>
                  <a:gd name="connsiteX1-3" fmla="*/ 1123214 w 2246428"/>
                  <a:gd name="connsiteY1-4" fmla="*/ 0 h 2028015"/>
                  <a:gd name="connsiteX2-5" fmla="*/ 2246428 w 2246428"/>
                  <a:gd name="connsiteY2-6" fmla="*/ 1936575 h 2028015"/>
                  <a:gd name="connsiteX3-7" fmla="*/ 91440 w 2246428"/>
                  <a:gd name="connsiteY3-8" fmla="*/ 2028015 h 2028015"/>
                  <a:gd name="connsiteX0-9" fmla="*/ 0 w 2246428"/>
                  <a:gd name="connsiteY0-10" fmla="*/ 1936575 h 1936575"/>
                  <a:gd name="connsiteX1-11" fmla="*/ 1123214 w 2246428"/>
                  <a:gd name="connsiteY1-12" fmla="*/ 0 h 1936575"/>
                  <a:gd name="connsiteX2-13" fmla="*/ 2246428 w 2246428"/>
                  <a:gd name="connsiteY2-14" fmla="*/ 1936575 h 193657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246428" h="1936575">
                    <a:moveTo>
                      <a:pt x="0" y="1936575"/>
                    </a:moveTo>
                    <a:lnTo>
                      <a:pt x="1123214" y="0"/>
                    </a:lnTo>
                    <a:lnTo>
                      <a:pt x="2246428" y="1936575"/>
                    </a:lnTo>
                  </a:path>
                </a:pathLst>
              </a:custGeom>
              <a:noFill/>
              <a:ln w="635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sz="1600" kern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</a:endParaRPr>
              </a:p>
            </p:txBody>
          </p:sp>
        </p:grpSp>
        <p:sp>
          <p:nvSpPr>
            <p:cNvPr id="6" name="Comp 6"/>
            <p:cNvSpPr txBox="1"/>
            <p:nvPr/>
          </p:nvSpPr>
          <p:spPr>
            <a:xfrm>
              <a:off x="2782838" y="3861048"/>
              <a:ext cx="24729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rgbClr val="DE171E"/>
                  </a:solidFill>
                  <a:latin typeface="Agency FB" panose="020B0503020202020204" pitchFamily="34" charset="0"/>
                  <a:ea typeface="微软雅黑" panose="020B0503020204020204" pitchFamily="34" charset="-122"/>
                </a:rPr>
                <a:t>￥</a:t>
              </a:r>
              <a:r>
                <a:rPr lang="en-US" altLang="zh-CN" sz="2800" dirty="0">
                  <a:solidFill>
                    <a:srgbClr val="DE171E"/>
                  </a:solidFill>
                  <a:latin typeface="Agency FB" panose="020B0503020202020204" pitchFamily="34" charset="0"/>
                  <a:ea typeface="微软雅黑" panose="020B0503020204020204" pitchFamily="34" charset="-122"/>
                </a:rPr>
                <a:t>124,1435</a:t>
              </a:r>
              <a:endParaRPr lang="zh-CN" altLang="en-US" sz="2800" dirty="0">
                <a:solidFill>
                  <a:srgbClr val="DE171E"/>
                </a:solidFill>
                <a:latin typeface="Agency FB" panose="020B0503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Comp 7"/>
            <p:cNvSpPr txBox="1"/>
            <p:nvPr/>
          </p:nvSpPr>
          <p:spPr>
            <a:xfrm>
              <a:off x="3435415" y="3140968"/>
              <a:ext cx="13240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  <a:ea typeface="微软雅黑" panose="020B0503020204020204" pitchFamily="34" charset="-122"/>
                </a:rPr>
                <a:t>实际</a:t>
              </a:r>
              <a:endParaRPr lang="en-US" altLang="zh-CN" sz="2000" dirty="0">
                <a:solidFill>
                  <a:prstClr val="white">
                    <a:lumMod val="65000"/>
                  </a:prstClr>
                </a:solidFill>
                <a:latin typeface="Impact MT Std" pitchFamily="34" charset="0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prstClr val="white">
                      <a:lumMod val="65000"/>
                    </a:prstClr>
                  </a:solidFill>
                  <a:latin typeface="Impact MT Std" pitchFamily="34" charset="0"/>
                  <a:ea typeface="微软雅黑" panose="020B0503020204020204" pitchFamily="34" charset="-122"/>
                </a:rPr>
                <a:t>支出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789616" y="1653648"/>
            <a:ext cx="1659857" cy="2122981"/>
            <a:chOff x="789616" y="1653648"/>
            <a:chExt cx="1659857" cy="2122981"/>
          </a:xfrm>
        </p:grpSpPr>
        <p:sp>
          <p:nvSpPr>
            <p:cNvPr id="3" name="Comp 3"/>
            <p:cNvSpPr/>
            <p:nvPr/>
          </p:nvSpPr>
          <p:spPr bwMode="auto">
            <a:xfrm rot="5400000">
              <a:off x="876204" y="1761000"/>
              <a:ext cx="1556608" cy="1341904"/>
            </a:xfrm>
            <a:prstGeom prst="hexagon">
              <a:avLst/>
            </a:prstGeom>
            <a:solidFill>
              <a:srgbClr val="175CA8">
                <a:lumMod val="100000"/>
              </a:srgbClr>
            </a:solidFill>
            <a:ln w="57150">
              <a:solidFill>
                <a:srgbClr val="FFFFFF"/>
              </a:solidFill>
              <a:round/>
              <a:headEnd/>
              <a:tailEnd/>
            </a:ln>
          </p:spPr>
          <p:txBody>
            <a:bodyPr rot="0" spcFirstLastPara="0" vert="vert270" wrap="none" lIns="91440" tIns="45720" rIns="91440" bIns="45720" anchor="ctr" anchorCtr="1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2000" b="1">
                  <a:solidFill>
                    <a:srgbClr val="FFFFFF"/>
                  </a:solidFill>
                </a:rPr>
                <a:t>标题文本预设</a:t>
              </a:r>
            </a:p>
          </p:txBody>
        </p:sp>
        <p:sp>
          <p:nvSpPr>
            <p:cNvPr id="4" name="Comp 4"/>
            <p:cNvSpPr txBox="1">
              <a:spLocks/>
            </p:cNvSpPr>
            <p:nvPr/>
          </p:nvSpPr>
          <p:spPr bwMode="auto">
            <a:xfrm>
              <a:off x="789616" y="3345957"/>
              <a:ext cx="1659857" cy="430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 fontScale="85000" lnSpcReduction="20000"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100"/>
                <a:t>此部分内容作为文字排版占位显示 </a:t>
              </a:r>
              <a:br>
                <a:rPr lang="zh-CN" altLang="en-US" sz="1100"/>
              </a:br>
              <a:r>
                <a:rPr lang="zh-CN" altLang="en-US" sz="1100"/>
                <a:t>（建议使用主题字体）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9993" y="2616759"/>
            <a:ext cx="7824015" cy="1795161"/>
            <a:chOff x="659993" y="2616759"/>
            <a:chExt cx="7824015" cy="1795161"/>
          </a:xfrm>
        </p:grpSpPr>
        <p:sp>
          <p:nvSpPr>
            <p:cNvPr id="3" name="Comp 3"/>
            <p:cNvSpPr/>
            <p:nvPr/>
          </p:nvSpPr>
          <p:spPr>
            <a:xfrm>
              <a:off x="659994" y="2833876"/>
              <a:ext cx="7824014" cy="156347"/>
            </a:xfrm>
            <a:prstGeom prst="roundRect">
              <a:avLst>
                <a:gd name="adj" fmla="val 50000"/>
              </a:avLst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175CA8">
                <a:shade val="50000"/>
              </a:srgbClr>
            </a:lnRef>
            <a:fillRef idx="1">
              <a:srgbClr val="175CA8"/>
            </a:fillRef>
            <a:effectRef idx="0">
              <a:srgbClr val="175CA8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" name="Comp 4"/>
            <p:cNvSpPr/>
            <p:nvPr/>
          </p:nvSpPr>
          <p:spPr>
            <a:xfrm>
              <a:off x="659993" y="2833876"/>
              <a:ext cx="6735252" cy="156347"/>
            </a:xfrm>
            <a:prstGeom prst="roundRect">
              <a:avLst>
                <a:gd name="adj" fmla="val 50000"/>
              </a:avLst>
            </a:prstGeom>
            <a:solidFill>
              <a:srgbClr val="175CA8"/>
            </a:solidFill>
            <a:ln>
              <a:noFill/>
            </a:ln>
          </p:spPr>
          <p:style>
            <a:lnRef idx="2">
              <a:srgbClr val="175CA8">
                <a:shade val="50000"/>
              </a:srgbClr>
            </a:lnRef>
            <a:fillRef idx="1">
              <a:srgbClr val="175CA8"/>
            </a:fillRef>
            <a:effectRef idx="0">
              <a:srgbClr val="175CA8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Comp 5"/>
            <p:cNvSpPr txBox="1">
              <a:spLocks/>
            </p:cNvSpPr>
            <p:nvPr/>
          </p:nvSpPr>
          <p:spPr bwMode="auto">
            <a:xfrm>
              <a:off x="790937" y="2616759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zh-CN" altLang="en-US" sz="1400" b="1">
                  <a:solidFill>
                    <a:srgbClr val="175CA8"/>
                  </a:solidFill>
                </a:rPr>
                <a:t>标题文本预设</a:t>
              </a:r>
            </a:p>
          </p:txBody>
        </p:sp>
        <p:sp>
          <p:nvSpPr>
            <p:cNvPr id="6" name="Comp 6"/>
            <p:cNvSpPr txBox="1">
              <a:spLocks/>
            </p:cNvSpPr>
            <p:nvPr/>
          </p:nvSpPr>
          <p:spPr bwMode="auto">
            <a:xfrm>
              <a:off x="7465782" y="2836263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/>
                <a:t>80</a:t>
              </a:r>
            </a:p>
          </p:txBody>
        </p:sp>
        <p:sp>
          <p:nvSpPr>
            <p:cNvPr id="7" name="Comp 7"/>
            <p:cNvSpPr/>
            <p:nvPr/>
          </p:nvSpPr>
          <p:spPr>
            <a:xfrm>
              <a:off x="659994" y="3307552"/>
              <a:ext cx="7824013" cy="156346"/>
            </a:xfrm>
            <a:prstGeom prst="roundRect">
              <a:avLst>
                <a:gd name="adj" fmla="val 50000"/>
              </a:avLst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175CA8">
                <a:shade val="50000"/>
              </a:srgbClr>
            </a:lnRef>
            <a:fillRef idx="1">
              <a:srgbClr val="175CA8"/>
            </a:fillRef>
            <a:effectRef idx="0">
              <a:srgbClr val="175CA8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Comp 8"/>
            <p:cNvSpPr/>
            <p:nvPr/>
          </p:nvSpPr>
          <p:spPr>
            <a:xfrm>
              <a:off x="659994" y="3307552"/>
              <a:ext cx="4175307" cy="156346"/>
            </a:xfrm>
            <a:prstGeom prst="roundRect">
              <a:avLst>
                <a:gd name="adj" fmla="val 50000"/>
              </a:avLst>
            </a:prstGeom>
            <a:solidFill>
              <a:srgbClr val="67ACDF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Comp 9"/>
            <p:cNvSpPr txBox="1">
              <a:spLocks/>
            </p:cNvSpPr>
            <p:nvPr/>
          </p:nvSpPr>
          <p:spPr bwMode="auto">
            <a:xfrm>
              <a:off x="4922495" y="3309064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/>
                <a:t>55</a:t>
              </a:r>
            </a:p>
          </p:txBody>
        </p:sp>
        <p:sp>
          <p:nvSpPr>
            <p:cNvPr id="10" name="Comp 10"/>
            <p:cNvSpPr/>
            <p:nvPr/>
          </p:nvSpPr>
          <p:spPr>
            <a:xfrm>
              <a:off x="659994" y="3781449"/>
              <a:ext cx="7824013" cy="156347"/>
            </a:xfrm>
            <a:prstGeom prst="roundRect">
              <a:avLst>
                <a:gd name="adj" fmla="val 50000"/>
              </a:avLst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175CA8">
                <a:shade val="50000"/>
              </a:srgbClr>
            </a:lnRef>
            <a:fillRef idx="1">
              <a:srgbClr val="175CA8"/>
            </a:fillRef>
            <a:effectRef idx="0">
              <a:srgbClr val="175CA8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Comp 11"/>
            <p:cNvSpPr/>
            <p:nvPr/>
          </p:nvSpPr>
          <p:spPr>
            <a:xfrm>
              <a:off x="659994" y="3781449"/>
              <a:ext cx="4650644" cy="156347"/>
            </a:xfrm>
            <a:prstGeom prst="roundRect">
              <a:avLst>
                <a:gd name="adj" fmla="val 50000"/>
              </a:avLst>
            </a:prstGeom>
            <a:solidFill>
              <a:srgbClr val="175CA8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Comp 12"/>
            <p:cNvSpPr txBox="1">
              <a:spLocks/>
            </p:cNvSpPr>
            <p:nvPr/>
          </p:nvSpPr>
          <p:spPr bwMode="auto">
            <a:xfrm>
              <a:off x="5366840" y="3782086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/>
                <a:t>60</a:t>
              </a:r>
            </a:p>
          </p:txBody>
        </p:sp>
        <p:sp>
          <p:nvSpPr>
            <p:cNvPr id="13" name="Comp 13"/>
            <p:cNvSpPr/>
            <p:nvPr/>
          </p:nvSpPr>
          <p:spPr>
            <a:xfrm>
              <a:off x="659994" y="4255573"/>
              <a:ext cx="7824013" cy="156347"/>
            </a:xfrm>
            <a:prstGeom prst="roundRect">
              <a:avLst>
                <a:gd name="adj" fmla="val 50000"/>
              </a:avLst>
            </a:prstGeom>
            <a:solidFill>
              <a:srgbClr val="FFFFFF">
                <a:lumMod val="85000"/>
              </a:srgbClr>
            </a:solidFill>
            <a:ln>
              <a:noFill/>
            </a:ln>
          </p:spPr>
          <p:style>
            <a:lnRef idx="2">
              <a:srgbClr val="175CA8">
                <a:shade val="50000"/>
              </a:srgbClr>
            </a:lnRef>
            <a:fillRef idx="1">
              <a:srgbClr val="175CA8"/>
            </a:fillRef>
            <a:effectRef idx="0">
              <a:srgbClr val="175CA8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Comp 14"/>
            <p:cNvSpPr/>
            <p:nvPr/>
          </p:nvSpPr>
          <p:spPr>
            <a:xfrm>
              <a:off x="659994" y="4255573"/>
              <a:ext cx="2803450" cy="156347"/>
            </a:xfrm>
            <a:prstGeom prst="roundRect">
              <a:avLst>
                <a:gd name="adj" fmla="val 50000"/>
              </a:avLst>
            </a:prstGeom>
            <a:solidFill>
              <a:srgbClr val="67ACDF"/>
            </a:solidFill>
            <a:ln>
              <a:noFill/>
            </a:ln>
          </p:spPr>
          <p:style>
            <a:lnRef idx="2">
              <a:srgbClr val="175CA8">
                <a:shade val="50000"/>
              </a:srgbClr>
            </a:lnRef>
            <a:fillRef idx="1">
              <a:srgbClr val="175CA8"/>
            </a:fillRef>
            <a:effectRef idx="0">
              <a:srgbClr val="175CA8"/>
            </a:effectRef>
            <a:fontRef idx="minor">
              <a:srgbClr val="FFFFFF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Comp 15"/>
            <p:cNvSpPr txBox="1">
              <a:spLocks/>
            </p:cNvSpPr>
            <p:nvPr/>
          </p:nvSpPr>
          <p:spPr bwMode="auto">
            <a:xfrm>
              <a:off x="3542690" y="4255333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/>
                <a:t>37</a:t>
              </a:r>
            </a:p>
          </p:txBody>
        </p:sp>
        <p:sp>
          <p:nvSpPr>
            <p:cNvPr id="16" name="Comp 16"/>
            <p:cNvSpPr txBox="1">
              <a:spLocks/>
            </p:cNvSpPr>
            <p:nvPr/>
          </p:nvSpPr>
          <p:spPr bwMode="auto">
            <a:xfrm>
              <a:off x="790937" y="3090436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zh-CN" altLang="en-US" sz="1400" b="1">
                  <a:solidFill>
                    <a:srgbClr val="67ACDF"/>
                  </a:solidFill>
                </a:rPr>
                <a:t>标题文本预设</a:t>
              </a:r>
            </a:p>
          </p:txBody>
        </p:sp>
        <p:sp>
          <p:nvSpPr>
            <p:cNvPr id="17" name="Comp 17"/>
            <p:cNvSpPr txBox="1">
              <a:spLocks/>
            </p:cNvSpPr>
            <p:nvPr/>
          </p:nvSpPr>
          <p:spPr bwMode="auto">
            <a:xfrm>
              <a:off x="790937" y="3564332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zh-CN" altLang="en-US" sz="1400" b="1">
                  <a:solidFill>
                    <a:srgbClr val="175CA8"/>
                  </a:solidFill>
                </a:rPr>
                <a:t>标题文本预设</a:t>
              </a:r>
            </a:p>
          </p:txBody>
        </p:sp>
        <p:sp>
          <p:nvSpPr>
            <p:cNvPr id="18" name="Comp 18"/>
            <p:cNvSpPr txBox="1">
              <a:spLocks/>
            </p:cNvSpPr>
            <p:nvPr/>
          </p:nvSpPr>
          <p:spPr bwMode="auto">
            <a:xfrm>
              <a:off x="797884" y="4038456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zh-CN" altLang="en-US" sz="1400" b="1">
                  <a:solidFill>
                    <a:srgbClr val="67ACDF"/>
                  </a:solidFill>
                </a:rPr>
                <a:t>标题文本预设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