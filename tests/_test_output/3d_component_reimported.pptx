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library_img_rId2.png"/><Relationship Id="rId3" Type="http://schemas.openxmlformats.org/officeDocument/2006/relationships/image" Target="../media/library_img_rId3.png"/><Relationship Id="rId4" Type="http://schemas.openxmlformats.org/officeDocument/2006/relationships/image" Target="../media/library_img_rId4.png"/><Relationship Id="rId5" Type="http://schemas.openxmlformats.org/officeDocument/2006/relationships/image" Target="../media/library_img_rId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onent 2"/>
          <p:cNvGrpSpPr/>
          <p:nvPr/>
        </p:nvGrpSpPr>
        <p:grpSpPr>
          <a:xfrm>
            <a:off x="1938624" y="457200"/>
            <a:ext cx="8284271" cy="5486400"/>
            <a:chOff x="1938624" y="457200"/>
            <a:chExt cx="8284271" cy="5486400"/>
          </a:xfrm>
        </p:grpSpPr>
        <p:pic>
          <p:nvPicPr>
            <p:cNvPr id="3" name="Component 3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164247" flipV="1">
              <a:off x="7038466" y="4325151"/>
              <a:ext cx="1051396" cy="118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4" name="Component 4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9878225" flipV="1">
              <a:off x="8902482" y="5675135"/>
              <a:ext cx="1043206" cy="117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5" name="Component 5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152643" flipV="1">
              <a:off x="7896192" y="5752383"/>
              <a:ext cx="1051396" cy="118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6" name="Component 6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2057140" flipV="1">
              <a:off x="8964985" y="4044915"/>
              <a:ext cx="1051396" cy="118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7" name="Component 7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2057140" flipV="1">
              <a:off x="8009823" y="2615696"/>
              <a:ext cx="1051396" cy="118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8" name="Component 8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2057140" flipV="1">
              <a:off x="7149309" y="1212102"/>
              <a:ext cx="1051396" cy="118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9" name="Component 9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8981151" flipV="1">
              <a:off x="5944687" y="1392310"/>
              <a:ext cx="1428966" cy="161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sp>
          <p:nvSpPr>
            <p:cNvPr id="10" name="Component 10"/>
            <p:cNvSpPr/>
            <p:nvPr/>
          </p:nvSpPr>
          <p:spPr>
            <a:xfrm rot="1200000">
              <a:off x="6316035" y="1176306"/>
              <a:ext cx="1716614" cy="864155"/>
            </a:xfrm>
            <a:prstGeom prst="parallelogram">
              <a:avLst>
                <a:gd name="adj" fmla="val 88523"/>
              </a:avLst>
            </a:prstGeom>
            <a:solidFill>
              <a:srgbClr val="FFFFFF"/>
            </a:solidFill>
            <a:ln>
              <a:noFill/>
            </a:ln>
            <a:effectLst>
              <a:outerShdw blurRad="457200" dist="114300" dir="15660000" sx="65000" sy="65000" rotWithShape="0">
                <a:prstClr val="black">
                  <a:alpha val="51000"/>
                </a:prstClr>
              </a:outerShdw>
            </a:effectLst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Component 11"/>
            <p:cNvSpPr/>
            <p:nvPr/>
          </p:nvSpPr>
          <p:spPr>
            <a:xfrm rot="16200000">
              <a:off x="5969874" y="1982896"/>
              <a:ext cx="1401982" cy="890390"/>
            </a:xfrm>
            <a:prstGeom prst="parallelogram">
              <a:avLst>
                <a:gd name="adj" fmla="val 36484"/>
              </a:avLst>
            </a:prstGeom>
            <a:gradFill>
              <a:gsLst>
                <a:gs pos="100000">
                  <a:srgbClr val="D7FC88">
                    <a:lumMod val="75000"/>
                  </a:srgbClr>
                </a:gs>
                <a:gs pos="0">
                  <a:srgbClr val="D7FC88"/>
                </a:gs>
              </a:gsLst>
              <a:lin ang="10800000" scaled="0"/>
            </a:gradFill>
            <a:ln>
              <a:noFill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Component 12"/>
            <p:cNvSpPr/>
            <p:nvPr/>
          </p:nvSpPr>
          <p:spPr>
            <a:xfrm rot="9071256">
              <a:off x="6779449" y="1844975"/>
              <a:ext cx="1662663" cy="951947"/>
            </a:xfrm>
            <a:prstGeom prst="parallelogram">
              <a:avLst>
                <a:gd name="adj" fmla="val 55040"/>
              </a:avLst>
            </a:prstGeom>
            <a:solidFill>
              <a:srgbClr val="FFFFFF">
                <a:lumMod val="85000"/>
              </a:srgbClr>
            </a:solidFill>
            <a:ln>
              <a:noFill/>
            </a:ln>
            <a:effectLst>
              <a:innerShdw blurRad="292100" dist="165100" dir="4200000">
                <a:prstClr val="black">
                  <a:alpha val="17000"/>
                </a:prstClr>
              </a:innerShdw>
            </a:effectLst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mponent 13"/>
            <p:cNvSpPr/>
            <p:nvPr/>
          </p:nvSpPr>
          <p:spPr>
            <a:xfrm>
              <a:off x="3582702" y="4537322"/>
              <a:ext cx="4422714" cy="1076093"/>
            </a:xfrm>
            <a:prstGeom prst="rect">
              <a:avLst/>
            </a:prstGeom>
            <a:gradFill>
              <a:gsLst>
                <a:gs pos="2000">
                  <a:srgbClr val="699802"/>
                </a:gs>
                <a:gs pos="100000">
                  <a:srgbClr val="699802">
                    <a:lumMod val="75000"/>
                  </a:srgb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grpSp>
          <p:nvGrpSpPr>
            <p:cNvPr id="14" name="Component 14"/>
            <p:cNvGrpSpPr/>
            <p:nvPr/>
          </p:nvGrpSpPr>
          <p:grpSpPr>
            <a:xfrm>
              <a:off x="7116061" y="2574974"/>
              <a:ext cx="2216442" cy="1952777"/>
              <a:chOff x="6060557" y="-484628"/>
              <a:chExt cx="2216442" cy="1952777"/>
            </a:xfrm>
            <a:effectLst>
              <a:outerShdw blurRad="228600" dist="127000" dir="5400000" sx="97000" sy="97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Component 15"/>
              <p:cNvSpPr/>
              <p:nvPr/>
            </p:nvSpPr>
            <p:spPr>
              <a:xfrm rot="1200000">
                <a:off x="6150922" y="-484628"/>
                <a:ext cx="1716614" cy="864155"/>
              </a:xfrm>
              <a:prstGeom prst="parallelogram">
                <a:avLst>
                  <a:gd name="adj" fmla="val 8852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457200" dist="114300" dir="15660000" sx="65000" sy="65000" rotWithShape="0">
                  <a:prstClr val="black">
                    <a:alpha val="51000"/>
                  </a:prstClr>
                </a:outerShdw>
              </a:effectLst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Component 16"/>
              <p:cNvSpPr/>
              <p:nvPr/>
            </p:nvSpPr>
            <p:spPr>
              <a:xfrm rot="16200000">
                <a:off x="5804761" y="321963"/>
                <a:ext cx="1401982" cy="890390"/>
              </a:xfrm>
              <a:prstGeom prst="parallelogram">
                <a:avLst>
                  <a:gd name="adj" fmla="val 36484"/>
                </a:avLst>
              </a:prstGeom>
              <a:gradFill>
                <a:gsLst>
                  <a:gs pos="100000">
                    <a:srgbClr val="8CCB04"/>
                  </a:gs>
                  <a:gs pos="0">
                    <a:srgbClr val="8CCB04">
                      <a:lumMod val="75000"/>
                    </a:srgbClr>
                  </a:gs>
                </a:gsLst>
                <a:lin ang="10800000" scaled="0"/>
              </a:gradFill>
              <a:ln>
                <a:noFill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Component 17"/>
              <p:cNvSpPr/>
              <p:nvPr/>
            </p:nvSpPr>
            <p:spPr>
              <a:xfrm rot="9071256">
                <a:off x="6614336" y="184041"/>
                <a:ext cx="1662663" cy="951947"/>
              </a:xfrm>
              <a:prstGeom prst="parallelogram">
                <a:avLst>
                  <a:gd name="adj" fmla="val 55040"/>
                </a:avLst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  <a:effectLst>
                <a:innerShdw blurRad="292100" dist="165100" dir="42000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Component 18"/>
            <p:cNvGrpSpPr/>
            <p:nvPr/>
          </p:nvGrpSpPr>
          <p:grpSpPr>
            <a:xfrm>
              <a:off x="8006452" y="3990822"/>
              <a:ext cx="2216442" cy="1952777"/>
              <a:chOff x="6060557" y="-484628"/>
              <a:chExt cx="2216442" cy="1952777"/>
            </a:xfrm>
            <a:effectLst>
              <a:outerShdw blurRad="228600" dist="127000" dir="5400000" sx="97000" sy="97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Component 19"/>
              <p:cNvSpPr/>
              <p:nvPr/>
            </p:nvSpPr>
            <p:spPr>
              <a:xfrm rot="1200000">
                <a:off x="6150922" y="-484628"/>
                <a:ext cx="1716614" cy="864155"/>
              </a:xfrm>
              <a:prstGeom prst="parallelogram">
                <a:avLst>
                  <a:gd name="adj" fmla="val 88523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457200" dist="114300" dir="15660000" sx="65000" sy="65000" rotWithShape="0">
                  <a:prstClr val="black">
                    <a:alpha val="51000"/>
                  </a:prstClr>
                </a:outerShdw>
              </a:effectLst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Component 20"/>
              <p:cNvSpPr/>
              <p:nvPr/>
            </p:nvSpPr>
            <p:spPr>
              <a:xfrm rot="16200000">
                <a:off x="5804761" y="321963"/>
                <a:ext cx="1401982" cy="890390"/>
              </a:xfrm>
              <a:prstGeom prst="parallelogram">
                <a:avLst>
                  <a:gd name="adj" fmla="val 36484"/>
                </a:avLst>
              </a:prstGeom>
              <a:gradFill>
                <a:gsLst>
                  <a:gs pos="66000">
                    <a:srgbClr val="699802">
                      <a:lumMod val="75000"/>
                    </a:srgbClr>
                  </a:gs>
                  <a:gs pos="100000">
                    <a:srgbClr val="699802"/>
                  </a:gs>
                  <a:gs pos="0">
                    <a:srgbClr val="699802"/>
                  </a:gs>
                </a:gsLst>
                <a:lin ang="9000000" scaled="0"/>
              </a:gradFill>
              <a:ln>
                <a:noFill/>
              </a:ln>
              <a:effectLst>
                <a:innerShdw blurRad="241300" dist="50800" dir="8100000">
                  <a:prstClr val="black">
                    <a:alpha val="45000"/>
                  </a:prstClr>
                </a:inn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Component 21"/>
              <p:cNvSpPr/>
              <p:nvPr/>
            </p:nvSpPr>
            <p:spPr>
              <a:xfrm rot="9071256">
                <a:off x="6614336" y="184041"/>
                <a:ext cx="1662663" cy="951947"/>
              </a:xfrm>
              <a:prstGeom prst="parallelogram">
                <a:avLst>
                  <a:gd name="adj" fmla="val 55040"/>
                </a:avLst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  <a:effectLst>
                <a:innerShdw blurRad="292100" dist="165100" dir="42000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D7FC88">
                  <a:shade val="50000"/>
                </a:srgbClr>
              </a:lnRef>
              <a:fillRef idx="1">
                <a:srgbClr val="D7FC88"/>
              </a:fillRef>
              <a:effectRef idx="0">
                <a:srgbClr val="D7FC8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Component 22"/>
            <p:cNvSpPr/>
            <p:nvPr/>
          </p:nvSpPr>
          <p:spPr>
            <a:xfrm>
              <a:off x="2748574" y="3122895"/>
              <a:ext cx="4378327" cy="1076093"/>
            </a:xfrm>
            <a:prstGeom prst="rect">
              <a:avLst/>
            </a:prstGeom>
            <a:gradFill>
              <a:gsLst>
                <a:gs pos="0">
                  <a:srgbClr val="8CCB04">
                    <a:lumMod val="75000"/>
                  </a:srgbClr>
                </a:gs>
                <a:gs pos="100000">
                  <a:srgbClr val="8CCB0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3" name="Component 23"/>
            <p:cNvSpPr/>
            <p:nvPr/>
          </p:nvSpPr>
          <p:spPr>
            <a:xfrm>
              <a:off x="1938624" y="1719444"/>
              <a:ext cx="4292158" cy="1076093"/>
            </a:xfrm>
            <a:prstGeom prst="rect">
              <a:avLst/>
            </a:prstGeom>
            <a:gradFill>
              <a:gsLst>
                <a:gs pos="0">
                  <a:srgbClr val="D7FC88">
                    <a:lumMod val="75000"/>
                  </a:srgbClr>
                </a:gs>
                <a:gs pos="100000">
                  <a:srgbClr val="D7FC88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4" name="Component 24"/>
            <p:cNvSpPr txBox="1"/>
            <p:nvPr/>
          </p:nvSpPr>
          <p:spPr>
            <a:xfrm>
              <a:off x="7891663" y="5191177"/>
              <a:ext cx="1224479" cy="534728"/>
            </a:xfrm>
            <a:prstGeom prst="rect">
              <a:avLst/>
            </a:prstGeom>
            <a:noFill/>
            <a:scene3d>
              <a:camera prst="isometricLeftDown"/>
              <a:lightRig rig="threePt" dir="t"/>
            </a:scene3d>
            <a:sp3d/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zh-CN" sz="5526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lgerian" panose="04020705040A02060702" pitchFamily="82" charset="0"/>
                  <a:sym typeface="Batang" panose="02030600000101010101" charset="-127"/>
                </a:rPr>
                <a:t>01</a:t>
              </a:r>
            </a:p>
            <a:p>
              <a:pPr algn="ctr">
                <a:lnSpc>
                  <a:spcPts val="1300"/>
                </a:lnSpc>
              </a:pPr>
              <a:r>
                <a:rPr lang="en-US" altLang="zh-CN" sz="2009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tang" panose="02030600000101010101" charset="-127"/>
                  <a:sym typeface="Batang" panose="02030600000101010101" charset="-127"/>
                </a:rPr>
                <a:t>STEP</a:t>
              </a:r>
              <a:endParaRPr lang="zh-CN" altLang="en-US" sz="2511" spc="3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5" name="Component 25"/>
            <p:cNvSpPr txBox="1"/>
            <p:nvPr/>
          </p:nvSpPr>
          <p:spPr>
            <a:xfrm>
              <a:off x="6985561" y="3768554"/>
              <a:ext cx="1212400" cy="534728"/>
            </a:xfrm>
            <a:prstGeom prst="rect">
              <a:avLst/>
            </a:prstGeom>
            <a:noFill/>
            <a:scene3d>
              <a:camera prst="isometricLeftDown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zh-CN" sz="5526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lgerian" panose="04020705040A02060702" pitchFamily="82" charset="0"/>
                  <a:sym typeface="Batang" panose="02030600000101010101" charset="-127"/>
                </a:rPr>
                <a:t>02</a:t>
              </a:r>
            </a:p>
            <a:p>
              <a:pPr algn="ctr">
                <a:lnSpc>
                  <a:spcPts val="1300"/>
                </a:lnSpc>
              </a:pPr>
              <a:r>
                <a:rPr lang="en-US" altLang="zh-CN" sz="2009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tang" panose="02030600000101010101" charset="-127"/>
                  <a:sym typeface="Batang" panose="02030600000101010101" charset="-127"/>
                </a:rPr>
                <a:t>STEP</a:t>
              </a:r>
              <a:endParaRPr lang="zh-CN" altLang="en-US" sz="2511" spc="3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6" name="Component 26"/>
            <p:cNvSpPr txBox="1"/>
            <p:nvPr/>
          </p:nvSpPr>
          <p:spPr>
            <a:xfrm>
              <a:off x="6071951" y="2359066"/>
              <a:ext cx="1212400" cy="534728"/>
            </a:xfrm>
            <a:prstGeom prst="rect">
              <a:avLst/>
            </a:prstGeom>
            <a:noFill/>
            <a:scene3d>
              <a:camera prst="isometricLeftDown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>
                <a:lnSpc>
                  <a:spcPts val="1300"/>
                </a:lnSpc>
              </a:pPr>
              <a:r>
                <a:rPr lang="en-US" altLang="zh-CN" sz="5526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Algerian" panose="04020705040A02060702" pitchFamily="82" charset="0"/>
                  <a:sym typeface="Batang" panose="02030600000101010101" charset="-127"/>
                </a:rPr>
                <a:t>03</a:t>
              </a:r>
            </a:p>
            <a:p>
              <a:pPr algn="ctr">
                <a:lnSpc>
                  <a:spcPts val="1300"/>
                </a:lnSpc>
              </a:pPr>
              <a:r>
                <a:rPr lang="en-US" altLang="zh-CN" sz="2009" spc="300" dirty="0" smtClean="0">
                  <a:solidFill>
                    <a:srgbClr val="FF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tang" panose="02030600000101010101" charset="-127"/>
                  <a:sym typeface="Batang" panose="02030600000101010101" charset="-127"/>
                </a:rPr>
                <a:t>STEP</a:t>
              </a:r>
              <a:endParaRPr lang="zh-CN" altLang="en-US" sz="2511" spc="3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27" name="Component 27"/>
            <p:cNvSpPr>
              <a:spLocks noEditPoints="1"/>
            </p:cNvSpPr>
            <p:nvPr/>
          </p:nvSpPr>
          <p:spPr bwMode="black">
            <a:xfrm>
              <a:off x="7724056" y="2264327"/>
              <a:ext cx="629846" cy="763936"/>
            </a:xfrm>
            <a:custGeom>
              <a:avLst/>
              <a:gdLst>
                <a:gd name="T0" fmla="*/ 952 w 1833"/>
                <a:gd name="T1" fmla="*/ 1301 h 2225"/>
                <a:gd name="T2" fmla="*/ 882 w 1833"/>
                <a:gd name="T3" fmla="*/ 1413 h 2225"/>
                <a:gd name="T4" fmla="*/ 677 w 1833"/>
                <a:gd name="T5" fmla="*/ 2162 h 2225"/>
                <a:gd name="T6" fmla="*/ 1156 w 1833"/>
                <a:gd name="T7" fmla="*/ 2162 h 2225"/>
                <a:gd name="T8" fmla="*/ 1071 w 1833"/>
                <a:gd name="T9" fmla="*/ 2089 h 2225"/>
                <a:gd name="T10" fmla="*/ 785 w 1833"/>
                <a:gd name="T11" fmla="*/ 2039 h 2225"/>
                <a:gd name="T12" fmla="*/ 1071 w 1833"/>
                <a:gd name="T13" fmla="*/ 2089 h 2225"/>
                <a:gd name="T14" fmla="*/ 760 w 1833"/>
                <a:gd name="T15" fmla="*/ 1949 h 2225"/>
                <a:gd name="T16" fmla="*/ 1096 w 1833"/>
                <a:gd name="T17" fmla="*/ 1949 h 2225"/>
                <a:gd name="T18" fmla="*/ 1026 w 1833"/>
                <a:gd name="T19" fmla="*/ 1801 h 2225"/>
                <a:gd name="T20" fmla="*/ 1061 w 1833"/>
                <a:gd name="T21" fmla="*/ 1836 h 2225"/>
                <a:gd name="T22" fmla="*/ 260 w 1833"/>
                <a:gd name="T23" fmla="*/ 1329 h 2225"/>
                <a:gd name="T24" fmla="*/ 748 w 1833"/>
                <a:gd name="T25" fmla="*/ 1136 h 2225"/>
                <a:gd name="T26" fmla="*/ 190 w 1833"/>
                <a:gd name="T27" fmla="*/ 1329 h 2225"/>
                <a:gd name="T28" fmla="*/ 0 w 1833"/>
                <a:gd name="T29" fmla="*/ 1476 h 2225"/>
                <a:gd name="T30" fmla="*/ 416 w 1833"/>
                <a:gd name="T31" fmla="*/ 2225 h 2225"/>
                <a:gd name="T32" fmla="*/ 416 w 1833"/>
                <a:gd name="T33" fmla="*/ 1413 h 2225"/>
                <a:gd name="T34" fmla="*/ 83 w 1833"/>
                <a:gd name="T35" fmla="*/ 2064 h 2225"/>
                <a:gd name="T36" fmla="*/ 419 w 1833"/>
                <a:gd name="T37" fmla="*/ 2064 h 2225"/>
                <a:gd name="T38" fmla="*/ 108 w 1833"/>
                <a:gd name="T39" fmla="*/ 1974 h 2225"/>
                <a:gd name="T40" fmla="*/ 394 w 1833"/>
                <a:gd name="T41" fmla="*/ 1924 h 2225"/>
                <a:gd name="T42" fmla="*/ 384 w 1833"/>
                <a:gd name="T43" fmla="*/ 1836 h 2225"/>
                <a:gd name="T44" fmla="*/ 419 w 1833"/>
                <a:gd name="T45" fmla="*/ 1801 h 2225"/>
                <a:gd name="T46" fmla="*/ 1643 w 1833"/>
                <a:gd name="T47" fmla="*/ 1413 h 2225"/>
                <a:gd name="T48" fmla="*/ 1082 w 1833"/>
                <a:gd name="T49" fmla="*/ 1101 h 2225"/>
                <a:gd name="T50" fmla="*/ 1415 w 1833"/>
                <a:gd name="T51" fmla="*/ 1171 h 2225"/>
                <a:gd name="T52" fmla="*/ 1417 w 1833"/>
                <a:gd name="T53" fmla="*/ 1413 h 2225"/>
                <a:gd name="T54" fmla="*/ 1417 w 1833"/>
                <a:gd name="T55" fmla="*/ 2225 h 2225"/>
                <a:gd name="T56" fmla="*/ 1833 w 1833"/>
                <a:gd name="T57" fmla="*/ 1476 h 2225"/>
                <a:gd name="T58" fmla="*/ 1462 w 1833"/>
                <a:gd name="T59" fmla="*/ 2089 h 2225"/>
                <a:gd name="T60" fmla="*/ 1748 w 1833"/>
                <a:gd name="T61" fmla="*/ 2039 h 2225"/>
                <a:gd name="T62" fmla="*/ 1748 w 1833"/>
                <a:gd name="T63" fmla="*/ 1974 h 2225"/>
                <a:gd name="T64" fmla="*/ 1462 w 1833"/>
                <a:gd name="T65" fmla="*/ 1924 h 2225"/>
                <a:gd name="T66" fmla="*/ 1748 w 1833"/>
                <a:gd name="T67" fmla="*/ 1974 h 2225"/>
                <a:gd name="T68" fmla="*/ 1738 w 1833"/>
                <a:gd name="T69" fmla="*/ 1766 h 2225"/>
                <a:gd name="T70" fmla="*/ 650 w 1833"/>
                <a:gd name="T71" fmla="*/ 592 h 2225"/>
                <a:gd name="T72" fmla="*/ 1296 w 1833"/>
                <a:gd name="T73" fmla="*/ 113 h 2225"/>
                <a:gd name="T74" fmla="*/ 537 w 1833"/>
                <a:gd name="T75" fmla="*/ 113 h 2225"/>
                <a:gd name="T76" fmla="*/ 603 w 1833"/>
                <a:gd name="T77" fmla="*/ 113 h 2225"/>
                <a:gd name="T78" fmla="*/ 1231 w 1833"/>
                <a:gd name="T79" fmla="*/ 113 h 2225"/>
                <a:gd name="T80" fmla="*/ 650 w 1833"/>
                <a:gd name="T81" fmla="*/ 526 h 2225"/>
                <a:gd name="T82" fmla="*/ 405 w 1833"/>
                <a:gd name="T83" fmla="*/ 902 h 2225"/>
                <a:gd name="T84" fmla="*/ 803 w 1833"/>
                <a:gd name="T85" fmla="*/ 1101 h 2225"/>
                <a:gd name="T86" fmla="*/ 882 w 1833"/>
                <a:gd name="T87" fmla="*/ 1250 h 2225"/>
                <a:gd name="T88" fmla="*/ 1031 w 1833"/>
                <a:gd name="T89" fmla="*/ 1171 h 2225"/>
                <a:gd name="T90" fmla="*/ 952 w 1833"/>
                <a:gd name="T91" fmla="*/ 1021 h 2225"/>
                <a:gd name="T92" fmla="*/ 1457 w 1833"/>
                <a:gd name="T93" fmla="*/ 874 h 2225"/>
                <a:gd name="T94" fmla="*/ 1303 w 1833"/>
                <a:gd name="T95" fmla="*/ 652 h 2225"/>
                <a:gd name="T96" fmla="*/ 530 w 1833"/>
                <a:gd name="T97" fmla="*/ 652 h 2225"/>
                <a:gd name="T98" fmla="*/ 377 w 1833"/>
                <a:gd name="T99" fmla="*/ 874 h 2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33" h="2225">
                  <a:moveTo>
                    <a:pt x="1093" y="1413"/>
                  </a:moveTo>
                  <a:cubicBezTo>
                    <a:pt x="952" y="1413"/>
                    <a:pt x="952" y="1413"/>
                    <a:pt x="952" y="1413"/>
                  </a:cubicBezTo>
                  <a:cubicBezTo>
                    <a:pt x="952" y="1301"/>
                    <a:pt x="952" y="1301"/>
                    <a:pt x="952" y="1301"/>
                  </a:cubicBezTo>
                  <a:cubicBezTo>
                    <a:pt x="940" y="1304"/>
                    <a:pt x="929" y="1305"/>
                    <a:pt x="917" y="1305"/>
                  </a:cubicBezTo>
                  <a:cubicBezTo>
                    <a:pt x="905" y="1305"/>
                    <a:pt x="893" y="1304"/>
                    <a:pt x="882" y="1301"/>
                  </a:cubicBezTo>
                  <a:cubicBezTo>
                    <a:pt x="882" y="1413"/>
                    <a:pt x="882" y="1413"/>
                    <a:pt x="882" y="1413"/>
                  </a:cubicBezTo>
                  <a:cubicBezTo>
                    <a:pt x="740" y="1413"/>
                    <a:pt x="740" y="1413"/>
                    <a:pt x="740" y="1413"/>
                  </a:cubicBezTo>
                  <a:cubicBezTo>
                    <a:pt x="705" y="1413"/>
                    <a:pt x="677" y="1441"/>
                    <a:pt x="677" y="1476"/>
                  </a:cubicBezTo>
                  <a:cubicBezTo>
                    <a:pt x="677" y="2162"/>
                    <a:pt x="677" y="2162"/>
                    <a:pt x="677" y="2162"/>
                  </a:cubicBezTo>
                  <a:cubicBezTo>
                    <a:pt x="677" y="2197"/>
                    <a:pt x="705" y="2225"/>
                    <a:pt x="740" y="2225"/>
                  </a:cubicBezTo>
                  <a:cubicBezTo>
                    <a:pt x="1093" y="2225"/>
                    <a:pt x="1093" y="2225"/>
                    <a:pt x="1093" y="2225"/>
                  </a:cubicBezTo>
                  <a:cubicBezTo>
                    <a:pt x="1128" y="2225"/>
                    <a:pt x="1156" y="2197"/>
                    <a:pt x="1156" y="2162"/>
                  </a:cubicBezTo>
                  <a:cubicBezTo>
                    <a:pt x="1156" y="1476"/>
                    <a:pt x="1156" y="1476"/>
                    <a:pt x="1156" y="1476"/>
                  </a:cubicBezTo>
                  <a:cubicBezTo>
                    <a:pt x="1156" y="1441"/>
                    <a:pt x="1128" y="1413"/>
                    <a:pt x="1093" y="1413"/>
                  </a:cubicBezTo>
                  <a:close/>
                  <a:moveTo>
                    <a:pt x="1071" y="2089"/>
                  </a:moveTo>
                  <a:cubicBezTo>
                    <a:pt x="785" y="2089"/>
                    <a:pt x="785" y="2089"/>
                    <a:pt x="785" y="2089"/>
                  </a:cubicBezTo>
                  <a:cubicBezTo>
                    <a:pt x="771" y="2089"/>
                    <a:pt x="760" y="2078"/>
                    <a:pt x="760" y="2064"/>
                  </a:cubicBezTo>
                  <a:cubicBezTo>
                    <a:pt x="760" y="2050"/>
                    <a:pt x="771" y="2039"/>
                    <a:pt x="785" y="2039"/>
                  </a:cubicBezTo>
                  <a:cubicBezTo>
                    <a:pt x="1071" y="2039"/>
                    <a:pt x="1071" y="2039"/>
                    <a:pt x="1071" y="2039"/>
                  </a:cubicBezTo>
                  <a:cubicBezTo>
                    <a:pt x="1085" y="2039"/>
                    <a:pt x="1096" y="2050"/>
                    <a:pt x="1096" y="2064"/>
                  </a:cubicBezTo>
                  <a:cubicBezTo>
                    <a:pt x="1096" y="2078"/>
                    <a:pt x="1085" y="2089"/>
                    <a:pt x="1071" y="2089"/>
                  </a:cubicBezTo>
                  <a:close/>
                  <a:moveTo>
                    <a:pt x="1071" y="1974"/>
                  </a:moveTo>
                  <a:cubicBezTo>
                    <a:pt x="785" y="1974"/>
                    <a:pt x="785" y="1974"/>
                    <a:pt x="785" y="1974"/>
                  </a:cubicBezTo>
                  <a:cubicBezTo>
                    <a:pt x="771" y="1974"/>
                    <a:pt x="760" y="1963"/>
                    <a:pt x="760" y="1949"/>
                  </a:cubicBezTo>
                  <a:cubicBezTo>
                    <a:pt x="760" y="1935"/>
                    <a:pt x="771" y="1924"/>
                    <a:pt x="785" y="1924"/>
                  </a:cubicBezTo>
                  <a:cubicBezTo>
                    <a:pt x="1071" y="1924"/>
                    <a:pt x="1071" y="1924"/>
                    <a:pt x="1071" y="1924"/>
                  </a:cubicBezTo>
                  <a:cubicBezTo>
                    <a:pt x="1085" y="1924"/>
                    <a:pt x="1096" y="1935"/>
                    <a:pt x="1096" y="1949"/>
                  </a:cubicBezTo>
                  <a:cubicBezTo>
                    <a:pt x="1096" y="1963"/>
                    <a:pt x="1085" y="1974"/>
                    <a:pt x="1071" y="1974"/>
                  </a:cubicBezTo>
                  <a:close/>
                  <a:moveTo>
                    <a:pt x="1061" y="1836"/>
                  </a:moveTo>
                  <a:cubicBezTo>
                    <a:pt x="1042" y="1836"/>
                    <a:pt x="1026" y="1820"/>
                    <a:pt x="1026" y="1801"/>
                  </a:cubicBezTo>
                  <a:cubicBezTo>
                    <a:pt x="1026" y="1782"/>
                    <a:pt x="1042" y="1766"/>
                    <a:pt x="1061" y="1766"/>
                  </a:cubicBezTo>
                  <a:cubicBezTo>
                    <a:pt x="1081" y="1766"/>
                    <a:pt x="1096" y="1782"/>
                    <a:pt x="1096" y="1801"/>
                  </a:cubicBezTo>
                  <a:cubicBezTo>
                    <a:pt x="1096" y="1820"/>
                    <a:pt x="1081" y="1836"/>
                    <a:pt x="1061" y="1836"/>
                  </a:cubicBezTo>
                  <a:close/>
                  <a:moveTo>
                    <a:pt x="416" y="1413"/>
                  </a:moveTo>
                  <a:cubicBezTo>
                    <a:pt x="260" y="1413"/>
                    <a:pt x="260" y="1413"/>
                    <a:pt x="260" y="1413"/>
                  </a:cubicBezTo>
                  <a:cubicBezTo>
                    <a:pt x="260" y="1329"/>
                    <a:pt x="260" y="1329"/>
                    <a:pt x="260" y="1329"/>
                  </a:cubicBezTo>
                  <a:cubicBezTo>
                    <a:pt x="260" y="1242"/>
                    <a:pt x="331" y="1171"/>
                    <a:pt x="418" y="1171"/>
                  </a:cubicBezTo>
                  <a:cubicBezTo>
                    <a:pt x="751" y="1171"/>
                    <a:pt x="751" y="1171"/>
                    <a:pt x="751" y="1171"/>
                  </a:cubicBezTo>
                  <a:cubicBezTo>
                    <a:pt x="749" y="1159"/>
                    <a:pt x="748" y="1148"/>
                    <a:pt x="748" y="1136"/>
                  </a:cubicBezTo>
                  <a:cubicBezTo>
                    <a:pt x="748" y="1124"/>
                    <a:pt x="749" y="1112"/>
                    <a:pt x="751" y="1101"/>
                  </a:cubicBezTo>
                  <a:cubicBezTo>
                    <a:pt x="418" y="1101"/>
                    <a:pt x="418" y="1101"/>
                    <a:pt x="418" y="1101"/>
                  </a:cubicBezTo>
                  <a:cubicBezTo>
                    <a:pt x="293" y="1101"/>
                    <a:pt x="190" y="1203"/>
                    <a:pt x="190" y="1329"/>
                  </a:cubicBezTo>
                  <a:cubicBezTo>
                    <a:pt x="190" y="1413"/>
                    <a:pt x="190" y="1413"/>
                    <a:pt x="190" y="1413"/>
                  </a:cubicBezTo>
                  <a:cubicBezTo>
                    <a:pt x="63" y="1413"/>
                    <a:pt x="63" y="1413"/>
                    <a:pt x="63" y="1413"/>
                  </a:cubicBezTo>
                  <a:cubicBezTo>
                    <a:pt x="28" y="1413"/>
                    <a:pt x="0" y="1441"/>
                    <a:pt x="0" y="1476"/>
                  </a:cubicBezTo>
                  <a:cubicBezTo>
                    <a:pt x="0" y="2162"/>
                    <a:pt x="0" y="2162"/>
                    <a:pt x="0" y="2162"/>
                  </a:cubicBezTo>
                  <a:cubicBezTo>
                    <a:pt x="0" y="2197"/>
                    <a:pt x="28" y="2225"/>
                    <a:pt x="63" y="2225"/>
                  </a:cubicBezTo>
                  <a:cubicBezTo>
                    <a:pt x="416" y="2225"/>
                    <a:pt x="416" y="2225"/>
                    <a:pt x="416" y="2225"/>
                  </a:cubicBezTo>
                  <a:cubicBezTo>
                    <a:pt x="451" y="2225"/>
                    <a:pt x="480" y="2197"/>
                    <a:pt x="480" y="2162"/>
                  </a:cubicBezTo>
                  <a:cubicBezTo>
                    <a:pt x="480" y="1476"/>
                    <a:pt x="480" y="1476"/>
                    <a:pt x="480" y="1476"/>
                  </a:cubicBezTo>
                  <a:cubicBezTo>
                    <a:pt x="480" y="1441"/>
                    <a:pt x="451" y="1413"/>
                    <a:pt x="416" y="1413"/>
                  </a:cubicBezTo>
                  <a:close/>
                  <a:moveTo>
                    <a:pt x="394" y="2089"/>
                  </a:moveTo>
                  <a:cubicBezTo>
                    <a:pt x="108" y="2089"/>
                    <a:pt x="108" y="2089"/>
                    <a:pt x="108" y="2089"/>
                  </a:cubicBezTo>
                  <a:cubicBezTo>
                    <a:pt x="94" y="2089"/>
                    <a:pt x="83" y="2078"/>
                    <a:pt x="83" y="2064"/>
                  </a:cubicBezTo>
                  <a:cubicBezTo>
                    <a:pt x="83" y="2050"/>
                    <a:pt x="94" y="2039"/>
                    <a:pt x="108" y="2039"/>
                  </a:cubicBezTo>
                  <a:cubicBezTo>
                    <a:pt x="394" y="2039"/>
                    <a:pt x="394" y="2039"/>
                    <a:pt x="394" y="2039"/>
                  </a:cubicBezTo>
                  <a:cubicBezTo>
                    <a:pt x="408" y="2039"/>
                    <a:pt x="419" y="2050"/>
                    <a:pt x="419" y="2064"/>
                  </a:cubicBezTo>
                  <a:cubicBezTo>
                    <a:pt x="419" y="2078"/>
                    <a:pt x="408" y="2089"/>
                    <a:pt x="394" y="2089"/>
                  </a:cubicBezTo>
                  <a:close/>
                  <a:moveTo>
                    <a:pt x="394" y="1974"/>
                  </a:moveTo>
                  <a:cubicBezTo>
                    <a:pt x="108" y="1974"/>
                    <a:pt x="108" y="1974"/>
                    <a:pt x="108" y="1974"/>
                  </a:cubicBezTo>
                  <a:cubicBezTo>
                    <a:pt x="94" y="1974"/>
                    <a:pt x="83" y="1963"/>
                    <a:pt x="83" y="1949"/>
                  </a:cubicBezTo>
                  <a:cubicBezTo>
                    <a:pt x="83" y="1935"/>
                    <a:pt x="94" y="1924"/>
                    <a:pt x="108" y="1924"/>
                  </a:cubicBezTo>
                  <a:cubicBezTo>
                    <a:pt x="394" y="1924"/>
                    <a:pt x="394" y="1924"/>
                    <a:pt x="394" y="1924"/>
                  </a:cubicBezTo>
                  <a:cubicBezTo>
                    <a:pt x="408" y="1924"/>
                    <a:pt x="419" y="1935"/>
                    <a:pt x="419" y="1949"/>
                  </a:cubicBezTo>
                  <a:cubicBezTo>
                    <a:pt x="419" y="1963"/>
                    <a:pt x="408" y="1974"/>
                    <a:pt x="394" y="1974"/>
                  </a:cubicBezTo>
                  <a:close/>
                  <a:moveTo>
                    <a:pt x="384" y="1836"/>
                  </a:moveTo>
                  <a:cubicBezTo>
                    <a:pt x="365" y="1836"/>
                    <a:pt x="350" y="1820"/>
                    <a:pt x="350" y="1801"/>
                  </a:cubicBezTo>
                  <a:cubicBezTo>
                    <a:pt x="350" y="1782"/>
                    <a:pt x="365" y="1766"/>
                    <a:pt x="384" y="1766"/>
                  </a:cubicBezTo>
                  <a:cubicBezTo>
                    <a:pt x="404" y="1766"/>
                    <a:pt x="419" y="1782"/>
                    <a:pt x="419" y="1801"/>
                  </a:cubicBezTo>
                  <a:cubicBezTo>
                    <a:pt x="419" y="1820"/>
                    <a:pt x="404" y="1836"/>
                    <a:pt x="384" y="1836"/>
                  </a:cubicBezTo>
                  <a:close/>
                  <a:moveTo>
                    <a:pt x="1770" y="1413"/>
                  </a:moveTo>
                  <a:cubicBezTo>
                    <a:pt x="1643" y="1413"/>
                    <a:pt x="1643" y="1413"/>
                    <a:pt x="1643" y="1413"/>
                  </a:cubicBezTo>
                  <a:cubicBezTo>
                    <a:pt x="1643" y="1329"/>
                    <a:pt x="1643" y="1329"/>
                    <a:pt x="1643" y="1329"/>
                  </a:cubicBezTo>
                  <a:cubicBezTo>
                    <a:pt x="1643" y="1203"/>
                    <a:pt x="1541" y="1101"/>
                    <a:pt x="1415" y="1101"/>
                  </a:cubicBezTo>
                  <a:cubicBezTo>
                    <a:pt x="1082" y="1101"/>
                    <a:pt x="1082" y="1101"/>
                    <a:pt x="1082" y="1101"/>
                  </a:cubicBezTo>
                  <a:cubicBezTo>
                    <a:pt x="1085" y="1112"/>
                    <a:pt x="1086" y="1124"/>
                    <a:pt x="1086" y="1136"/>
                  </a:cubicBezTo>
                  <a:cubicBezTo>
                    <a:pt x="1086" y="1148"/>
                    <a:pt x="1085" y="1159"/>
                    <a:pt x="1082" y="1171"/>
                  </a:cubicBezTo>
                  <a:cubicBezTo>
                    <a:pt x="1415" y="1171"/>
                    <a:pt x="1415" y="1171"/>
                    <a:pt x="1415" y="1171"/>
                  </a:cubicBezTo>
                  <a:cubicBezTo>
                    <a:pt x="1503" y="1171"/>
                    <a:pt x="1574" y="1242"/>
                    <a:pt x="1574" y="1329"/>
                  </a:cubicBezTo>
                  <a:cubicBezTo>
                    <a:pt x="1574" y="1413"/>
                    <a:pt x="1574" y="1413"/>
                    <a:pt x="1574" y="1413"/>
                  </a:cubicBezTo>
                  <a:cubicBezTo>
                    <a:pt x="1417" y="1413"/>
                    <a:pt x="1417" y="1413"/>
                    <a:pt x="1417" y="1413"/>
                  </a:cubicBezTo>
                  <a:cubicBezTo>
                    <a:pt x="1382" y="1413"/>
                    <a:pt x="1354" y="1441"/>
                    <a:pt x="1354" y="1476"/>
                  </a:cubicBezTo>
                  <a:cubicBezTo>
                    <a:pt x="1354" y="2162"/>
                    <a:pt x="1354" y="2162"/>
                    <a:pt x="1354" y="2162"/>
                  </a:cubicBezTo>
                  <a:cubicBezTo>
                    <a:pt x="1354" y="2197"/>
                    <a:pt x="1382" y="2225"/>
                    <a:pt x="1417" y="2225"/>
                  </a:cubicBezTo>
                  <a:cubicBezTo>
                    <a:pt x="1770" y="2225"/>
                    <a:pt x="1770" y="2225"/>
                    <a:pt x="1770" y="2225"/>
                  </a:cubicBezTo>
                  <a:cubicBezTo>
                    <a:pt x="1805" y="2225"/>
                    <a:pt x="1833" y="2197"/>
                    <a:pt x="1833" y="2162"/>
                  </a:cubicBezTo>
                  <a:cubicBezTo>
                    <a:pt x="1833" y="1476"/>
                    <a:pt x="1833" y="1476"/>
                    <a:pt x="1833" y="1476"/>
                  </a:cubicBezTo>
                  <a:cubicBezTo>
                    <a:pt x="1833" y="1441"/>
                    <a:pt x="1805" y="1413"/>
                    <a:pt x="1770" y="1413"/>
                  </a:cubicBezTo>
                  <a:close/>
                  <a:moveTo>
                    <a:pt x="1748" y="2089"/>
                  </a:moveTo>
                  <a:cubicBezTo>
                    <a:pt x="1462" y="2089"/>
                    <a:pt x="1462" y="2089"/>
                    <a:pt x="1462" y="2089"/>
                  </a:cubicBezTo>
                  <a:cubicBezTo>
                    <a:pt x="1448" y="2089"/>
                    <a:pt x="1437" y="2078"/>
                    <a:pt x="1437" y="2064"/>
                  </a:cubicBezTo>
                  <a:cubicBezTo>
                    <a:pt x="1437" y="2050"/>
                    <a:pt x="1448" y="2039"/>
                    <a:pt x="1462" y="2039"/>
                  </a:cubicBezTo>
                  <a:cubicBezTo>
                    <a:pt x="1748" y="2039"/>
                    <a:pt x="1748" y="2039"/>
                    <a:pt x="1748" y="2039"/>
                  </a:cubicBezTo>
                  <a:cubicBezTo>
                    <a:pt x="1762" y="2039"/>
                    <a:pt x="1773" y="2050"/>
                    <a:pt x="1773" y="2064"/>
                  </a:cubicBezTo>
                  <a:cubicBezTo>
                    <a:pt x="1773" y="2078"/>
                    <a:pt x="1762" y="2089"/>
                    <a:pt x="1748" y="2089"/>
                  </a:cubicBezTo>
                  <a:close/>
                  <a:moveTo>
                    <a:pt x="1748" y="1974"/>
                  </a:moveTo>
                  <a:cubicBezTo>
                    <a:pt x="1462" y="1974"/>
                    <a:pt x="1462" y="1974"/>
                    <a:pt x="1462" y="1974"/>
                  </a:cubicBezTo>
                  <a:cubicBezTo>
                    <a:pt x="1448" y="1974"/>
                    <a:pt x="1437" y="1963"/>
                    <a:pt x="1437" y="1949"/>
                  </a:cubicBezTo>
                  <a:cubicBezTo>
                    <a:pt x="1437" y="1935"/>
                    <a:pt x="1448" y="1924"/>
                    <a:pt x="1462" y="1924"/>
                  </a:cubicBezTo>
                  <a:cubicBezTo>
                    <a:pt x="1748" y="1924"/>
                    <a:pt x="1748" y="1924"/>
                    <a:pt x="1748" y="1924"/>
                  </a:cubicBezTo>
                  <a:cubicBezTo>
                    <a:pt x="1762" y="1924"/>
                    <a:pt x="1773" y="1935"/>
                    <a:pt x="1773" y="1949"/>
                  </a:cubicBezTo>
                  <a:cubicBezTo>
                    <a:pt x="1773" y="1963"/>
                    <a:pt x="1762" y="1974"/>
                    <a:pt x="1748" y="1974"/>
                  </a:cubicBezTo>
                  <a:close/>
                  <a:moveTo>
                    <a:pt x="1738" y="1836"/>
                  </a:moveTo>
                  <a:cubicBezTo>
                    <a:pt x="1719" y="1836"/>
                    <a:pt x="1703" y="1820"/>
                    <a:pt x="1703" y="1801"/>
                  </a:cubicBezTo>
                  <a:cubicBezTo>
                    <a:pt x="1703" y="1782"/>
                    <a:pt x="1719" y="1766"/>
                    <a:pt x="1738" y="1766"/>
                  </a:cubicBezTo>
                  <a:cubicBezTo>
                    <a:pt x="1757" y="1766"/>
                    <a:pt x="1773" y="1782"/>
                    <a:pt x="1773" y="1801"/>
                  </a:cubicBezTo>
                  <a:cubicBezTo>
                    <a:pt x="1773" y="1820"/>
                    <a:pt x="1757" y="1836"/>
                    <a:pt x="1738" y="1836"/>
                  </a:cubicBezTo>
                  <a:close/>
                  <a:moveTo>
                    <a:pt x="650" y="592"/>
                  </a:moveTo>
                  <a:cubicBezTo>
                    <a:pt x="1184" y="592"/>
                    <a:pt x="1184" y="592"/>
                    <a:pt x="1184" y="592"/>
                  </a:cubicBezTo>
                  <a:cubicBezTo>
                    <a:pt x="1246" y="592"/>
                    <a:pt x="1296" y="541"/>
                    <a:pt x="1296" y="479"/>
                  </a:cubicBezTo>
                  <a:cubicBezTo>
                    <a:pt x="1296" y="113"/>
                    <a:pt x="1296" y="113"/>
                    <a:pt x="1296" y="113"/>
                  </a:cubicBezTo>
                  <a:cubicBezTo>
                    <a:pt x="1296" y="51"/>
                    <a:pt x="1246" y="0"/>
                    <a:pt x="1184" y="0"/>
                  </a:cubicBezTo>
                  <a:cubicBezTo>
                    <a:pt x="650" y="0"/>
                    <a:pt x="650" y="0"/>
                    <a:pt x="650" y="0"/>
                  </a:cubicBezTo>
                  <a:cubicBezTo>
                    <a:pt x="588" y="0"/>
                    <a:pt x="537" y="51"/>
                    <a:pt x="537" y="113"/>
                  </a:cubicBezTo>
                  <a:cubicBezTo>
                    <a:pt x="537" y="479"/>
                    <a:pt x="537" y="479"/>
                    <a:pt x="537" y="479"/>
                  </a:cubicBezTo>
                  <a:cubicBezTo>
                    <a:pt x="537" y="541"/>
                    <a:pt x="588" y="592"/>
                    <a:pt x="650" y="592"/>
                  </a:cubicBezTo>
                  <a:close/>
                  <a:moveTo>
                    <a:pt x="603" y="113"/>
                  </a:moveTo>
                  <a:cubicBezTo>
                    <a:pt x="603" y="87"/>
                    <a:pt x="624" y="66"/>
                    <a:pt x="650" y="66"/>
                  </a:cubicBezTo>
                  <a:cubicBezTo>
                    <a:pt x="1184" y="66"/>
                    <a:pt x="1184" y="66"/>
                    <a:pt x="1184" y="66"/>
                  </a:cubicBezTo>
                  <a:cubicBezTo>
                    <a:pt x="1210" y="66"/>
                    <a:pt x="1231" y="87"/>
                    <a:pt x="1231" y="113"/>
                  </a:cubicBezTo>
                  <a:cubicBezTo>
                    <a:pt x="1231" y="479"/>
                    <a:pt x="1231" y="479"/>
                    <a:pt x="1231" y="479"/>
                  </a:cubicBezTo>
                  <a:cubicBezTo>
                    <a:pt x="1231" y="505"/>
                    <a:pt x="1210" y="526"/>
                    <a:pt x="1184" y="526"/>
                  </a:cubicBezTo>
                  <a:cubicBezTo>
                    <a:pt x="650" y="526"/>
                    <a:pt x="650" y="526"/>
                    <a:pt x="650" y="526"/>
                  </a:cubicBezTo>
                  <a:cubicBezTo>
                    <a:pt x="624" y="526"/>
                    <a:pt x="603" y="505"/>
                    <a:pt x="603" y="479"/>
                  </a:cubicBezTo>
                  <a:lnTo>
                    <a:pt x="603" y="113"/>
                  </a:lnTo>
                  <a:close/>
                  <a:moveTo>
                    <a:pt x="405" y="902"/>
                  </a:moveTo>
                  <a:cubicBezTo>
                    <a:pt x="882" y="902"/>
                    <a:pt x="882" y="902"/>
                    <a:pt x="882" y="902"/>
                  </a:cubicBezTo>
                  <a:cubicBezTo>
                    <a:pt x="882" y="1021"/>
                    <a:pt x="882" y="1021"/>
                    <a:pt x="882" y="1021"/>
                  </a:cubicBezTo>
                  <a:cubicBezTo>
                    <a:pt x="844" y="1033"/>
                    <a:pt x="814" y="1063"/>
                    <a:pt x="803" y="1101"/>
                  </a:cubicBezTo>
                  <a:cubicBezTo>
                    <a:pt x="799" y="1112"/>
                    <a:pt x="797" y="1124"/>
                    <a:pt x="797" y="1136"/>
                  </a:cubicBezTo>
                  <a:cubicBezTo>
                    <a:pt x="797" y="1148"/>
                    <a:pt x="799" y="1160"/>
                    <a:pt x="803" y="1171"/>
                  </a:cubicBezTo>
                  <a:cubicBezTo>
                    <a:pt x="814" y="1209"/>
                    <a:pt x="844" y="1238"/>
                    <a:pt x="882" y="1250"/>
                  </a:cubicBezTo>
                  <a:cubicBezTo>
                    <a:pt x="893" y="1253"/>
                    <a:pt x="905" y="1255"/>
                    <a:pt x="917" y="1255"/>
                  </a:cubicBezTo>
                  <a:cubicBezTo>
                    <a:pt x="929" y="1255"/>
                    <a:pt x="941" y="1253"/>
                    <a:pt x="952" y="1250"/>
                  </a:cubicBezTo>
                  <a:cubicBezTo>
                    <a:pt x="990" y="1238"/>
                    <a:pt x="1020" y="1209"/>
                    <a:pt x="1031" y="1171"/>
                  </a:cubicBezTo>
                  <a:cubicBezTo>
                    <a:pt x="1034" y="1160"/>
                    <a:pt x="1036" y="1148"/>
                    <a:pt x="1036" y="1136"/>
                  </a:cubicBezTo>
                  <a:cubicBezTo>
                    <a:pt x="1036" y="1124"/>
                    <a:pt x="1034" y="1112"/>
                    <a:pt x="1031" y="1101"/>
                  </a:cubicBezTo>
                  <a:cubicBezTo>
                    <a:pt x="1019" y="1063"/>
                    <a:pt x="990" y="1033"/>
                    <a:pt x="952" y="1021"/>
                  </a:cubicBezTo>
                  <a:cubicBezTo>
                    <a:pt x="952" y="902"/>
                    <a:pt x="952" y="902"/>
                    <a:pt x="952" y="902"/>
                  </a:cubicBezTo>
                  <a:cubicBezTo>
                    <a:pt x="1429" y="902"/>
                    <a:pt x="1429" y="902"/>
                    <a:pt x="1429" y="902"/>
                  </a:cubicBezTo>
                  <a:cubicBezTo>
                    <a:pt x="1444" y="902"/>
                    <a:pt x="1457" y="889"/>
                    <a:pt x="1457" y="874"/>
                  </a:cubicBezTo>
                  <a:cubicBezTo>
                    <a:pt x="1457" y="861"/>
                    <a:pt x="1457" y="861"/>
                    <a:pt x="1457" y="861"/>
                  </a:cubicBezTo>
                  <a:cubicBezTo>
                    <a:pt x="1457" y="845"/>
                    <a:pt x="1449" y="823"/>
                    <a:pt x="1439" y="811"/>
                  </a:cubicBezTo>
                  <a:cubicBezTo>
                    <a:pt x="1303" y="652"/>
                    <a:pt x="1303" y="652"/>
                    <a:pt x="1303" y="652"/>
                  </a:cubicBezTo>
                  <a:cubicBezTo>
                    <a:pt x="1293" y="640"/>
                    <a:pt x="1273" y="631"/>
                    <a:pt x="1257" y="631"/>
                  </a:cubicBezTo>
                  <a:cubicBezTo>
                    <a:pt x="577" y="631"/>
                    <a:pt x="577" y="631"/>
                    <a:pt x="577" y="631"/>
                  </a:cubicBezTo>
                  <a:cubicBezTo>
                    <a:pt x="561" y="631"/>
                    <a:pt x="540" y="640"/>
                    <a:pt x="530" y="652"/>
                  </a:cubicBezTo>
                  <a:cubicBezTo>
                    <a:pt x="395" y="811"/>
                    <a:pt x="395" y="811"/>
                    <a:pt x="395" y="811"/>
                  </a:cubicBezTo>
                  <a:cubicBezTo>
                    <a:pt x="385" y="823"/>
                    <a:pt x="377" y="845"/>
                    <a:pt x="377" y="861"/>
                  </a:cubicBezTo>
                  <a:cubicBezTo>
                    <a:pt x="377" y="874"/>
                    <a:pt x="377" y="874"/>
                    <a:pt x="377" y="874"/>
                  </a:cubicBezTo>
                  <a:cubicBezTo>
                    <a:pt x="377" y="889"/>
                    <a:pt x="389" y="902"/>
                    <a:pt x="405" y="902"/>
                  </a:cubicBezTo>
                  <a:close/>
                </a:path>
              </a:pathLst>
            </a:custGeom>
            <a:solidFill>
              <a:srgbClr val="364856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vert="horz" wrap="square" lIns="103370" tIns="51685" rIns="103370" bIns="51685" numCol="1" anchor="t" anchorCtr="0" compatLnSpc="1"/>
            <a:lstStyle/>
            <a:p>
              <a:pPr defTabSz="913765"/>
              <a:endParaRPr lang="en-US" sz="1507">
                <a:solidFill>
                  <a:srgbClr val="292929"/>
                </a:solidFill>
              </a:endParaRPr>
            </a:p>
          </p:txBody>
        </p:sp>
        <p:pic>
          <p:nvPicPr>
            <p:cNvPr id="28" name="Component 28" descr="\\MAGNUM\Projects\Microsoft\Cloud Power FY12\Design\ICONS_PNG\Increase.png"/>
            <p:cNvPicPr>
              <a:picLocks noChangeAspect="1" noChangeArrowheads="1"/>
            </p:cNvPicPr>
            <p:nvPr/>
          </p:nvPicPr>
          <p:blipFill rotWithShape="1">
            <a:blip r:embed="rId5" cstate="print">
              <a:duotone>
                <a:prstClr val="black"/>
                <a:srgbClr val="393F59">
                  <a:tint val="45000"/>
                  <a:satMod val="400000"/>
                </a:srgbClr>
              </a:duotone>
            </a:blip>
            <a:srcRect b="16251"/>
            <a:stretch>
              <a:fillRect/>
            </a:stretch>
          </p:blipFill>
          <p:spPr bwMode="auto">
            <a:xfrm>
              <a:off x="6458266" y="457200"/>
              <a:ext cx="1331114" cy="1114504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</p:pic>
        <p:sp>
          <p:nvSpPr>
            <p:cNvPr id="29" name="Component 29"/>
            <p:cNvSpPr>
              <a:spLocks noEditPoints="1"/>
            </p:cNvSpPr>
            <p:nvPr/>
          </p:nvSpPr>
          <p:spPr bwMode="black">
            <a:xfrm>
              <a:off x="8501967" y="3987632"/>
              <a:ext cx="788742" cy="507601"/>
            </a:xfrm>
            <a:custGeom>
              <a:avLst/>
              <a:gdLst>
                <a:gd name="T0" fmla="*/ 350 w 3153"/>
                <a:gd name="T1" fmla="*/ 935 h 2031"/>
                <a:gd name="T2" fmla="*/ 788 w 3153"/>
                <a:gd name="T3" fmla="*/ 0 h 2031"/>
                <a:gd name="T4" fmla="*/ 2918 w 3153"/>
                <a:gd name="T5" fmla="*/ 1882 h 2031"/>
                <a:gd name="T6" fmla="*/ 2403 w 3153"/>
                <a:gd name="T7" fmla="*/ 1493 h 2031"/>
                <a:gd name="T8" fmla="*/ 2244 w 3153"/>
                <a:gd name="T9" fmla="*/ 1424 h 2031"/>
                <a:gd name="T10" fmla="*/ 2391 w 3153"/>
                <a:gd name="T11" fmla="*/ 1458 h 2031"/>
                <a:gd name="T12" fmla="*/ 1437 w 3153"/>
                <a:gd name="T13" fmla="*/ 1486 h 2031"/>
                <a:gd name="T14" fmla="*/ 1460 w 3153"/>
                <a:gd name="T15" fmla="*/ 1427 h 2031"/>
                <a:gd name="T16" fmla="*/ 1588 w 3153"/>
                <a:gd name="T17" fmla="*/ 1440 h 2031"/>
                <a:gd name="T18" fmla="*/ 1563 w 3153"/>
                <a:gd name="T19" fmla="*/ 1636 h 2031"/>
                <a:gd name="T20" fmla="*/ 1421 w 3153"/>
                <a:gd name="T21" fmla="*/ 1612 h 2031"/>
                <a:gd name="T22" fmla="*/ 1170 w 3153"/>
                <a:gd name="T23" fmla="*/ 1604 h 2031"/>
                <a:gd name="T24" fmla="*/ 1340 w 3153"/>
                <a:gd name="T25" fmla="*/ 1589 h 2031"/>
                <a:gd name="T26" fmla="*/ 1175 w 3153"/>
                <a:gd name="T27" fmla="*/ 1631 h 2031"/>
                <a:gd name="T28" fmla="*/ 1228 w 3153"/>
                <a:gd name="T29" fmla="*/ 1433 h 2031"/>
                <a:gd name="T30" fmla="*/ 1366 w 3153"/>
                <a:gd name="T31" fmla="*/ 1441 h 2031"/>
                <a:gd name="T32" fmla="*/ 916 w 3153"/>
                <a:gd name="T33" fmla="*/ 1607 h 2031"/>
                <a:gd name="T34" fmla="*/ 1099 w 3153"/>
                <a:gd name="T35" fmla="*/ 1564 h 2031"/>
                <a:gd name="T36" fmla="*/ 911 w 3153"/>
                <a:gd name="T37" fmla="*/ 1624 h 2031"/>
                <a:gd name="T38" fmla="*/ 832 w 3153"/>
                <a:gd name="T39" fmla="*/ 1503 h 2031"/>
                <a:gd name="T40" fmla="*/ 922 w 3153"/>
                <a:gd name="T41" fmla="*/ 1437 h 2031"/>
                <a:gd name="T42" fmla="*/ 999 w 3153"/>
                <a:gd name="T43" fmla="*/ 1440 h 2031"/>
                <a:gd name="T44" fmla="*/ 1143 w 3153"/>
                <a:gd name="T45" fmla="*/ 1436 h 2031"/>
                <a:gd name="T46" fmla="*/ 1113 w 3153"/>
                <a:gd name="T47" fmla="*/ 1496 h 2031"/>
                <a:gd name="T48" fmla="*/ 692 w 3153"/>
                <a:gd name="T49" fmla="*/ 1804 h 2031"/>
                <a:gd name="T50" fmla="*/ 574 w 3153"/>
                <a:gd name="T51" fmla="*/ 1739 h 2031"/>
                <a:gd name="T52" fmla="*/ 656 w 3153"/>
                <a:gd name="T53" fmla="*/ 1687 h 2031"/>
                <a:gd name="T54" fmla="*/ 823 w 3153"/>
                <a:gd name="T55" fmla="*/ 1619 h 2031"/>
                <a:gd name="T56" fmla="*/ 669 w 3153"/>
                <a:gd name="T57" fmla="*/ 1638 h 2031"/>
                <a:gd name="T58" fmla="*/ 713 w 3153"/>
                <a:gd name="T59" fmla="*/ 1551 h 2031"/>
                <a:gd name="T60" fmla="*/ 828 w 3153"/>
                <a:gd name="T61" fmla="*/ 1613 h 2031"/>
                <a:gd name="T62" fmla="*/ 1570 w 3153"/>
                <a:gd name="T63" fmla="*/ 1798 h 2031"/>
                <a:gd name="T64" fmla="*/ 850 w 3153"/>
                <a:gd name="T65" fmla="*/ 1803 h 2031"/>
                <a:gd name="T66" fmla="*/ 882 w 3153"/>
                <a:gd name="T67" fmla="*/ 1698 h 2031"/>
                <a:gd name="T68" fmla="*/ 1563 w 3153"/>
                <a:gd name="T69" fmla="*/ 1687 h 2031"/>
                <a:gd name="T70" fmla="*/ 1670 w 3153"/>
                <a:gd name="T71" fmla="*/ 1489 h 2031"/>
                <a:gd name="T72" fmla="*/ 1693 w 3153"/>
                <a:gd name="T73" fmla="*/ 1424 h 2031"/>
                <a:gd name="T74" fmla="*/ 1793 w 3153"/>
                <a:gd name="T75" fmla="*/ 1500 h 2031"/>
                <a:gd name="T76" fmla="*/ 1675 w 3153"/>
                <a:gd name="T77" fmla="*/ 1612 h 2031"/>
                <a:gd name="T78" fmla="*/ 1843 w 3153"/>
                <a:gd name="T79" fmla="*/ 1621 h 2031"/>
                <a:gd name="T80" fmla="*/ 1804 w 3153"/>
                <a:gd name="T81" fmla="*/ 1637 h 2031"/>
                <a:gd name="T82" fmla="*/ 1866 w 3153"/>
                <a:gd name="T83" fmla="*/ 1793 h 2031"/>
                <a:gd name="T84" fmla="*/ 1690 w 3153"/>
                <a:gd name="T85" fmla="*/ 1778 h 2031"/>
                <a:gd name="T86" fmla="*/ 1686 w 3153"/>
                <a:gd name="T87" fmla="*/ 1702 h 2031"/>
                <a:gd name="T88" fmla="*/ 1724 w 3153"/>
                <a:gd name="T89" fmla="*/ 1685 h 2031"/>
                <a:gd name="T90" fmla="*/ 1843 w 3153"/>
                <a:gd name="T91" fmla="*/ 1691 h 2031"/>
                <a:gd name="T92" fmla="*/ 2009 w 3153"/>
                <a:gd name="T93" fmla="*/ 1439 h 2031"/>
                <a:gd name="T94" fmla="*/ 2140 w 3153"/>
                <a:gd name="T95" fmla="*/ 1428 h 2031"/>
                <a:gd name="T96" fmla="*/ 2161 w 3153"/>
                <a:gd name="T97" fmla="*/ 1499 h 2031"/>
                <a:gd name="T98" fmla="*/ 2064 w 3153"/>
                <a:gd name="T99" fmla="*/ 1588 h 2031"/>
                <a:gd name="T100" fmla="*/ 2218 w 3153"/>
                <a:gd name="T101" fmla="*/ 1565 h 2031"/>
                <a:gd name="T102" fmla="*/ 2225 w 3153"/>
                <a:gd name="T103" fmla="*/ 1634 h 2031"/>
                <a:gd name="T104" fmla="*/ 2319 w 3153"/>
                <a:gd name="T105" fmla="*/ 1790 h 2031"/>
                <a:gd name="T106" fmla="*/ 2131 w 3153"/>
                <a:gd name="T107" fmla="*/ 1770 h 2031"/>
                <a:gd name="T108" fmla="*/ 2145 w 3153"/>
                <a:gd name="T109" fmla="*/ 1683 h 2031"/>
                <a:gd name="T110" fmla="*/ 2340 w 3153"/>
                <a:gd name="T111" fmla="*/ 1624 h 2031"/>
                <a:gd name="T112" fmla="*/ 2463 w 3153"/>
                <a:gd name="T113" fmla="*/ 1564 h 2031"/>
                <a:gd name="T114" fmla="*/ 2434 w 3153"/>
                <a:gd name="T115" fmla="*/ 1636 h 2031"/>
                <a:gd name="T116" fmla="*/ 2415 w 3153"/>
                <a:gd name="T117" fmla="*/ 1769 h 2031"/>
                <a:gd name="T118" fmla="*/ 2500 w 3153"/>
                <a:gd name="T119" fmla="*/ 1683 h 2031"/>
                <a:gd name="T120" fmla="*/ 2605 w 3153"/>
                <a:gd name="T121" fmla="*/ 1791 h 2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53" h="2031">
                  <a:moveTo>
                    <a:pt x="448" y="830"/>
                  </a:moveTo>
                  <a:cubicBezTo>
                    <a:pt x="368" y="755"/>
                    <a:pt x="368" y="615"/>
                    <a:pt x="448" y="539"/>
                  </a:cubicBezTo>
                  <a:cubicBezTo>
                    <a:pt x="393" y="549"/>
                    <a:pt x="339" y="610"/>
                    <a:pt x="339" y="685"/>
                  </a:cubicBezTo>
                  <a:cubicBezTo>
                    <a:pt x="339" y="759"/>
                    <a:pt x="393" y="820"/>
                    <a:pt x="448" y="830"/>
                  </a:cubicBezTo>
                  <a:close/>
                  <a:moveTo>
                    <a:pt x="2814" y="685"/>
                  </a:moveTo>
                  <a:cubicBezTo>
                    <a:pt x="2815" y="610"/>
                    <a:pt x="2761" y="549"/>
                    <a:pt x="2706" y="539"/>
                  </a:cubicBezTo>
                  <a:cubicBezTo>
                    <a:pt x="2786" y="615"/>
                    <a:pt x="2786" y="755"/>
                    <a:pt x="2706" y="830"/>
                  </a:cubicBezTo>
                  <a:cubicBezTo>
                    <a:pt x="2761" y="820"/>
                    <a:pt x="2815" y="759"/>
                    <a:pt x="2814" y="685"/>
                  </a:cubicBezTo>
                  <a:close/>
                  <a:moveTo>
                    <a:pt x="2804" y="935"/>
                  </a:moveTo>
                  <a:cubicBezTo>
                    <a:pt x="2886" y="904"/>
                    <a:pt x="2970" y="808"/>
                    <a:pt x="2969" y="685"/>
                  </a:cubicBezTo>
                  <a:cubicBezTo>
                    <a:pt x="2970" y="561"/>
                    <a:pt x="2886" y="465"/>
                    <a:pt x="2804" y="434"/>
                  </a:cubicBezTo>
                  <a:cubicBezTo>
                    <a:pt x="2871" y="501"/>
                    <a:pt x="2915" y="591"/>
                    <a:pt x="2914" y="685"/>
                  </a:cubicBezTo>
                  <a:cubicBezTo>
                    <a:pt x="2915" y="778"/>
                    <a:pt x="2871" y="868"/>
                    <a:pt x="2804" y="935"/>
                  </a:cubicBezTo>
                  <a:close/>
                  <a:moveTo>
                    <a:pt x="350" y="935"/>
                  </a:moveTo>
                  <a:cubicBezTo>
                    <a:pt x="282" y="868"/>
                    <a:pt x="239" y="778"/>
                    <a:pt x="239" y="685"/>
                  </a:cubicBezTo>
                  <a:cubicBezTo>
                    <a:pt x="239" y="591"/>
                    <a:pt x="282" y="501"/>
                    <a:pt x="350" y="434"/>
                  </a:cubicBezTo>
                  <a:cubicBezTo>
                    <a:pt x="267" y="465"/>
                    <a:pt x="183" y="561"/>
                    <a:pt x="184" y="685"/>
                  </a:cubicBezTo>
                  <a:cubicBezTo>
                    <a:pt x="183" y="808"/>
                    <a:pt x="267" y="904"/>
                    <a:pt x="350" y="935"/>
                  </a:cubicBezTo>
                  <a:close/>
                  <a:moveTo>
                    <a:pt x="2877" y="1804"/>
                  </a:moveTo>
                  <a:cubicBezTo>
                    <a:pt x="2844" y="1765"/>
                    <a:pt x="2811" y="1726"/>
                    <a:pt x="2778" y="1687"/>
                  </a:cubicBezTo>
                  <a:cubicBezTo>
                    <a:pt x="2705" y="1601"/>
                    <a:pt x="2633" y="1516"/>
                    <a:pt x="2560" y="1430"/>
                  </a:cubicBezTo>
                  <a:cubicBezTo>
                    <a:pt x="2557" y="1426"/>
                    <a:pt x="2553" y="1421"/>
                    <a:pt x="2549" y="1417"/>
                  </a:cubicBezTo>
                  <a:cubicBezTo>
                    <a:pt x="2534" y="1399"/>
                    <a:pt x="2511" y="1389"/>
                    <a:pt x="2489" y="1381"/>
                  </a:cubicBezTo>
                  <a:cubicBezTo>
                    <a:pt x="2466" y="1373"/>
                    <a:pt x="2441" y="1368"/>
                    <a:pt x="2416" y="1367"/>
                  </a:cubicBezTo>
                  <a:cubicBezTo>
                    <a:pt x="2503" y="1344"/>
                    <a:pt x="2567" y="1266"/>
                    <a:pt x="2567" y="1172"/>
                  </a:cubicBezTo>
                  <a:cubicBezTo>
                    <a:pt x="2567" y="202"/>
                    <a:pt x="2567" y="202"/>
                    <a:pt x="2567" y="202"/>
                  </a:cubicBezTo>
                  <a:cubicBezTo>
                    <a:pt x="2567" y="90"/>
                    <a:pt x="2476" y="0"/>
                    <a:pt x="2365" y="0"/>
                  </a:cubicBezTo>
                  <a:cubicBezTo>
                    <a:pt x="788" y="0"/>
                    <a:pt x="788" y="0"/>
                    <a:pt x="788" y="0"/>
                  </a:cubicBezTo>
                  <a:cubicBezTo>
                    <a:pt x="677" y="0"/>
                    <a:pt x="586" y="90"/>
                    <a:pt x="586" y="202"/>
                  </a:cubicBezTo>
                  <a:cubicBezTo>
                    <a:pt x="586" y="1172"/>
                    <a:pt x="586" y="1172"/>
                    <a:pt x="586" y="1172"/>
                  </a:cubicBezTo>
                  <a:cubicBezTo>
                    <a:pt x="586" y="1266"/>
                    <a:pt x="651" y="1345"/>
                    <a:pt x="738" y="1368"/>
                  </a:cubicBezTo>
                  <a:cubicBezTo>
                    <a:pt x="689" y="1370"/>
                    <a:pt x="633" y="1388"/>
                    <a:pt x="600" y="1426"/>
                  </a:cubicBezTo>
                  <a:cubicBezTo>
                    <a:pt x="575" y="1457"/>
                    <a:pt x="549" y="1487"/>
                    <a:pt x="524" y="1518"/>
                  </a:cubicBezTo>
                  <a:cubicBezTo>
                    <a:pt x="446" y="1610"/>
                    <a:pt x="368" y="1703"/>
                    <a:pt x="290" y="1796"/>
                  </a:cubicBezTo>
                  <a:cubicBezTo>
                    <a:pt x="271" y="1819"/>
                    <a:pt x="235" y="1852"/>
                    <a:pt x="235" y="1884"/>
                  </a:cubicBezTo>
                  <a:cubicBezTo>
                    <a:pt x="235" y="1971"/>
                    <a:pt x="235" y="1971"/>
                    <a:pt x="235" y="1971"/>
                  </a:cubicBezTo>
                  <a:cubicBezTo>
                    <a:pt x="236" y="1982"/>
                    <a:pt x="238" y="1993"/>
                    <a:pt x="244" y="2002"/>
                  </a:cubicBezTo>
                  <a:cubicBezTo>
                    <a:pt x="264" y="2030"/>
                    <a:pt x="304" y="2031"/>
                    <a:pt x="336" y="2031"/>
                  </a:cubicBezTo>
                  <a:cubicBezTo>
                    <a:pt x="380" y="2031"/>
                    <a:pt x="2688" y="2031"/>
                    <a:pt x="2758" y="2031"/>
                  </a:cubicBezTo>
                  <a:cubicBezTo>
                    <a:pt x="2792" y="2031"/>
                    <a:pt x="2831" y="2027"/>
                    <a:pt x="2865" y="2020"/>
                  </a:cubicBezTo>
                  <a:cubicBezTo>
                    <a:pt x="2888" y="2016"/>
                    <a:pt x="2915" y="2003"/>
                    <a:pt x="2918" y="1976"/>
                  </a:cubicBezTo>
                  <a:cubicBezTo>
                    <a:pt x="2918" y="1882"/>
                    <a:pt x="2918" y="1882"/>
                    <a:pt x="2918" y="1882"/>
                  </a:cubicBezTo>
                  <a:cubicBezTo>
                    <a:pt x="2921" y="1861"/>
                    <a:pt x="2909" y="1841"/>
                    <a:pt x="2896" y="1826"/>
                  </a:cubicBezTo>
                  <a:cubicBezTo>
                    <a:pt x="2889" y="1818"/>
                    <a:pt x="2883" y="1811"/>
                    <a:pt x="2877" y="1804"/>
                  </a:cubicBezTo>
                  <a:close/>
                  <a:moveTo>
                    <a:pt x="705" y="1159"/>
                  </a:moveTo>
                  <a:cubicBezTo>
                    <a:pt x="705" y="215"/>
                    <a:pt x="705" y="215"/>
                    <a:pt x="705" y="215"/>
                  </a:cubicBezTo>
                  <a:cubicBezTo>
                    <a:pt x="705" y="157"/>
                    <a:pt x="752" y="111"/>
                    <a:pt x="809" y="111"/>
                  </a:cubicBezTo>
                  <a:cubicBezTo>
                    <a:pt x="2344" y="111"/>
                    <a:pt x="2344" y="111"/>
                    <a:pt x="2344" y="111"/>
                  </a:cubicBezTo>
                  <a:cubicBezTo>
                    <a:pt x="2401" y="111"/>
                    <a:pt x="2448" y="157"/>
                    <a:pt x="2448" y="215"/>
                  </a:cubicBezTo>
                  <a:cubicBezTo>
                    <a:pt x="2448" y="1159"/>
                    <a:pt x="2448" y="1159"/>
                    <a:pt x="2448" y="1159"/>
                  </a:cubicBezTo>
                  <a:cubicBezTo>
                    <a:pt x="2448" y="1216"/>
                    <a:pt x="2401" y="1263"/>
                    <a:pt x="2344" y="1263"/>
                  </a:cubicBezTo>
                  <a:cubicBezTo>
                    <a:pt x="809" y="1263"/>
                    <a:pt x="809" y="1263"/>
                    <a:pt x="809" y="1263"/>
                  </a:cubicBezTo>
                  <a:cubicBezTo>
                    <a:pt x="752" y="1263"/>
                    <a:pt x="705" y="1216"/>
                    <a:pt x="705" y="1159"/>
                  </a:cubicBezTo>
                  <a:close/>
                  <a:moveTo>
                    <a:pt x="2407" y="1487"/>
                  </a:moveTo>
                  <a:cubicBezTo>
                    <a:pt x="2407" y="1489"/>
                    <a:pt x="2406" y="1491"/>
                    <a:pt x="2404" y="1493"/>
                  </a:cubicBezTo>
                  <a:cubicBezTo>
                    <a:pt x="2404" y="1493"/>
                    <a:pt x="2403" y="1493"/>
                    <a:pt x="2403" y="1493"/>
                  </a:cubicBezTo>
                  <a:cubicBezTo>
                    <a:pt x="2403" y="1493"/>
                    <a:pt x="2403" y="1493"/>
                    <a:pt x="2403" y="1493"/>
                  </a:cubicBezTo>
                  <a:cubicBezTo>
                    <a:pt x="2403" y="1494"/>
                    <a:pt x="2403" y="1494"/>
                    <a:pt x="2402" y="1494"/>
                  </a:cubicBezTo>
                  <a:cubicBezTo>
                    <a:pt x="2402" y="1494"/>
                    <a:pt x="2402" y="1494"/>
                    <a:pt x="2401" y="1495"/>
                  </a:cubicBezTo>
                  <a:cubicBezTo>
                    <a:pt x="2401" y="1495"/>
                    <a:pt x="2400" y="1495"/>
                    <a:pt x="2400" y="1496"/>
                  </a:cubicBezTo>
                  <a:cubicBezTo>
                    <a:pt x="2399" y="1496"/>
                    <a:pt x="2399" y="1496"/>
                    <a:pt x="2398" y="1496"/>
                  </a:cubicBezTo>
                  <a:cubicBezTo>
                    <a:pt x="2388" y="1501"/>
                    <a:pt x="2374" y="1500"/>
                    <a:pt x="2362" y="1500"/>
                  </a:cubicBezTo>
                  <a:cubicBezTo>
                    <a:pt x="2304" y="1500"/>
                    <a:pt x="2304" y="1500"/>
                    <a:pt x="2304" y="1500"/>
                  </a:cubicBezTo>
                  <a:cubicBezTo>
                    <a:pt x="2293" y="1500"/>
                    <a:pt x="2281" y="1498"/>
                    <a:pt x="2271" y="1493"/>
                  </a:cubicBezTo>
                  <a:cubicBezTo>
                    <a:pt x="2267" y="1491"/>
                    <a:pt x="2263" y="1489"/>
                    <a:pt x="2260" y="1487"/>
                  </a:cubicBezTo>
                  <a:cubicBezTo>
                    <a:pt x="2257" y="1484"/>
                    <a:pt x="2254" y="1482"/>
                    <a:pt x="2252" y="1479"/>
                  </a:cubicBezTo>
                  <a:cubicBezTo>
                    <a:pt x="2250" y="1474"/>
                    <a:pt x="2250" y="1474"/>
                    <a:pt x="2250" y="1474"/>
                  </a:cubicBezTo>
                  <a:cubicBezTo>
                    <a:pt x="2244" y="1463"/>
                    <a:pt x="2236" y="1453"/>
                    <a:pt x="2231" y="1441"/>
                  </a:cubicBezTo>
                  <a:cubicBezTo>
                    <a:pt x="2227" y="1433"/>
                    <a:pt x="2231" y="1429"/>
                    <a:pt x="2238" y="1426"/>
                  </a:cubicBezTo>
                  <a:cubicBezTo>
                    <a:pt x="2240" y="1425"/>
                    <a:pt x="2242" y="1424"/>
                    <a:pt x="2244" y="1424"/>
                  </a:cubicBezTo>
                  <a:cubicBezTo>
                    <a:pt x="2248" y="1423"/>
                    <a:pt x="2253" y="1422"/>
                    <a:pt x="2258" y="1422"/>
                  </a:cubicBezTo>
                  <a:cubicBezTo>
                    <a:pt x="2266" y="1422"/>
                    <a:pt x="2266" y="1422"/>
                    <a:pt x="2266" y="1422"/>
                  </a:cubicBezTo>
                  <a:cubicBezTo>
                    <a:pt x="2266" y="1422"/>
                    <a:pt x="2266" y="1422"/>
                    <a:pt x="2266" y="1422"/>
                  </a:cubicBezTo>
                  <a:cubicBezTo>
                    <a:pt x="2282" y="1422"/>
                    <a:pt x="2297" y="1422"/>
                    <a:pt x="2312" y="1422"/>
                  </a:cubicBezTo>
                  <a:cubicBezTo>
                    <a:pt x="2313" y="1422"/>
                    <a:pt x="2313" y="1422"/>
                    <a:pt x="2313" y="1422"/>
                  </a:cubicBezTo>
                  <a:cubicBezTo>
                    <a:pt x="2328" y="1422"/>
                    <a:pt x="2328" y="1422"/>
                    <a:pt x="2328" y="1422"/>
                  </a:cubicBezTo>
                  <a:cubicBezTo>
                    <a:pt x="2333" y="1422"/>
                    <a:pt x="2339" y="1422"/>
                    <a:pt x="2344" y="1423"/>
                  </a:cubicBezTo>
                  <a:cubicBezTo>
                    <a:pt x="2347" y="1424"/>
                    <a:pt x="2351" y="1425"/>
                    <a:pt x="2354" y="1426"/>
                  </a:cubicBezTo>
                  <a:cubicBezTo>
                    <a:pt x="2355" y="1426"/>
                    <a:pt x="2355" y="1426"/>
                    <a:pt x="2356" y="1426"/>
                  </a:cubicBezTo>
                  <a:cubicBezTo>
                    <a:pt x="2356" y="1427"/>
                    <a:pt x="2356" y="1427"/>
                    <a:pt x="2357" y="1427"/>
                  </a:cubicBezTo>
                  <a:cubicBezTo>
                    <a:pt x="2357" y="1427"/>
                    <a:pt x="2358" y="1427"/>
                    <a:pt x="2358" y="1427"/>
                  </a:cubicBezTo>
                  <a:cubicBezTo>
                    <a:pt x="2363" y="1429"/>
                    <a:pt x="2367" y="1431"/>
                    <a:pt x="2371" y="1433"/>
                  </a:cubicBezTo>
                  <a:cubicBezTo>
                    <a:pt x="2374" y="1436"/>
                    <a:pt x="2377" y="1438"/>
                    <a:pt x="2379" y="1441"/>
                  </a:cubicBezTo>
                  <a:cubicBezTo>
                    <a:pt x="2391" y="1458"/>
                    <a:pt x="2391" y="1458"/>
                    <a:pt x="2391" y="1458"/>
                  </a:cubicBezTo>
                  <a:cubicBezTo>
                    <a:pt x="2394" y="1463"/>
                    <a:pt x="2401" y="1471"/>
                    <a:pt x="2404" y="1478"/>
                  </a:cubicBezTo>
                  <a:cubicBezTo>
                    <a:pt x="2404" y="1478"/>
                    <a:pt x="2404" y="1478"/>
                    <a:pt x="2404" y="1478"/>
                  </a:cubicBezTo>
                  <a:cubicBezTo>
                    <a:pt x="2406" y="1481"/>
                    <a:pt x="2407" y="1484"/>
                    <a:pt x="2407" y="1487"/>
                  </a:cubicBezTo>
                  <a:close/>
                  <a:moveTo>
                    <a:pt x="1589" y="1480"/>
                  </a:moveTo>
                  <a:cubicBezTo>
                    <a:pt x="1589" y="1483"/>
                    <a:pt x="1588" y="1485"/>
                    <a:pt x="1587" y="1487"/>
                  </a:cubicBezTo>
                  <a:cubicBezTo>
                    <a:pt x="1576" y="1507"/>
                    <a:pt x="1525" y="1502"/>
                    <a:pt x="1507" y="1502"/>
                  </a:cubicBezTo>
                  <a:cubicBezTo>
                    <a:pt x="1496" y="1502"/>
                    <a:pt x="1485" y="1502"/>
                    <a:pt x="1474" y="1502"/>
                  </a:cubicBezTo>
                  <a:cubicBezTo>
                    <a:pt x="1464" y="1502"/>
                    <a:pt x="1451" y="1500"/>
                    <a:pt x="1442" y="1493"/>
                  </a:cubicBezTo>
                  <a:cubicBezTo>
                    <a:pt x="1442" y="1493"/>
                    <a:pt x="1441" y="1492"/>
                    <a:pt x="1441" y="1492"/>
                  </a:cubicBezTo>
                  <a:cubicBezTo>
                    <a:pt x="1441" y="1492"/>
                    <a:pt x="1440" y="1491"/>
                    <a:pt x="1440" y="1491"/>
                  </a:cubicBezTo>
                  <a:cubicBezTo>
                    <a:pt x="1439" y="1490"/>
                    <a:pt x="1439" y="1490"/>
                    <a:pt x="1439" y="1489"/>
                  </a:cubicBezTo>
                  <a:cubicBezTo>
                    <a:pt x="1439" y="1489"/>
                    <a:pt x="1439" y="1489"/>
                    <a:pt x="1438" y="1489"/>
                  </a:cubicBezTo>
                  <a:cubicBezTo>
                    <a:pt x="1438" y="1489"/>
                    <a:pt x="1438" y="1489"/>
                    <a:pt x="1438" y="1489"/>
                  </a:cubicBezTo>
                  <a:cubicBezTo>
                    <a:pt x="1438" y="1488"/>
                    <a:pt x="1437" y="1487"/>
                    <a:pt x="1437" y="1486"/>
                  </a:cubicBezTo>
                  <a:cubicBezTo>
                    <a:pt x="1436" y="1484"/>
                    <a:pt x="1436" y="1483"/>
                    <a:pt x="1436" y="1481"/>
                  </a:cubicBezTo>
                  <a:cubicBezTo>
                    <a:pt x="1436" y="1479"/>
                    <a:pt x="1436" y="1479"/>
                    <a:pt x="1436" y="1479"/>
                  </a:cubicBezTo>
                  <a:cubicBezTo>
                    <a:pt x="1437" y="1477"/>
                    <a:pt x="1437" y="1474"/>
                    <a:pt x="1437" y="1472"/>
                  </a:cubicBezTo>
                  <a:cubicBezTo>
                    <a:pt x="1437" y="1471"/>
                    <a:pt x="1437" y="1471"/>
                    <a:pt x="1437" y="1471"/>
                  </a:cubicBezTo>
                  <a:cubicBezTo>
                    <a:pt x="1438" y="1463"/>
                    <a:pt x="1438" y="1454"/>
                    <a:pt x="1440" y="1446"/>
                  </a:cubicBezTo>
                  <a:cubicBezTo>
                    <a:pt x="1440" y="1443"/>
                    <a:pt x="1440" y="1443"/>
                    <a:pt x="1440" y="1443"/>
                  </a:cubicBezTo>
                  <a:cubicBezTo>
                    <a:pt x="1441" y="1441"/>
                    <a:pt x="1442" y="1438"/>
                    <a:pt x="1444" y="1436"/>
                  </a:cubicBezTo>
                  <a:cubicBezTo>
                    <a:pt x="1446" y="1434"/>
                    <a:pt x="1448" y="1433"/>
                    <a:pt x="1450" y="1431"/>
                  </a:cubicBezTo>
                  <a:cubicBezTo>
                    <a:pt x="1450" y="1431"/>
                    <a:pt x="1450" y="1431"/>
                    <a:pt x="1450" y="1431"/>
                  </a:cubicBezTo>
                  <a:cubicBezTo>
                    <a:pt x="1451" y="1431"/>
                    <a:pt x="1451" y="1430"/>
                    <a:pt x="1452" y="1430"/>
                  </a:cubicBezTo>
                  <a:cubicBezTo>
                    <a:pt x="1452" y="1430"/>
                    <a:pt x="1453" y="1430"/>
                    <a:pt x="1453" y="1429"/>
                  </a:cubicBezTo>
                  <a:cubicBezTo>
                    <a:pt x="1453" y="1429"/>
                    <a:pt x="1454" y="1429"/>
                    <a:pt x="1454" y="1429"/>
                  </a:cubicBezTo>
                  <a:cubicBezTo>
                    <a:pt x="1455" y="1428"/>
                    <a:pt x="1457" y="1428"/>
                    <a:pt x="1458" y="1427"/>
                  </a:cubicBezTo>
                  <a:cubicBezTo>
                    <a:pt x="1459" y="1427"/>
                    <a:pt x="1459" y="1427"/>
                    <a:pt x="1460" y="1427"/>
                  </a:cubicBezTo>
                  <a:cubicBezTo>
                    <a:pt x="1461" y="1426"/>
                    <a:pt x="1463" y="1426"/>
                    <a:pt x="1464" y="1426"/>
                  </a:cubicBezTo>
                  <a:cubicBezTo>
                    <a:pt x="1465" y="1426"/>
                    <a:pt x="1465" y="1425"/>
                    <a:pt x="1466" y="1425"/>
                  </a:cubicBezTo>
                  <a:cubicBezTo>
                    <a:pt x="1466" y="1425"/>
                    <a:pt x="1466" y="1425"/>
                    <a:pt x="1466" y="1425"/>
                  </a:cubicBezTo>
                  <a:cubicBezTo>
                    <a:pt x="1467" y="1425"/>
                    <a:pt x="1468" y="1425"/>
                    <a:pt x="1468" y="1425"/>
                  </a:cubicBezTo>
                  <a:cubicBezTo>
                    <a:pt x="1472" y="1424"/>
                    <a:pt x="1476" y="1424"/>
                    <a:pt x="1480" y="1424"/>
                  </a:cubicBezTo>
                  <a:cubicBezTo>
                    <a:pt x="1483" y="1424"/>
                    <a:pt x="1483" y="1424"/>
                    <a:pt x="1483" y="1424"/>
                  </a:cubicBezTo>
                  <a:cubicBezTo>
                    <a:pt x="1487" y="1424"/>
                    <a:pt x="1492" y="1424"/>
                    <a:pt x="1496" y="1424"/>
                  </a:cubicBezTo>
                  <a:cubicBezTo>
                    <a:pt x="1550" y="1424"/>
                    <a:pt x="1550" y="1424"/>
                    <a:pt x="1550" y="1424"/>
                  </a:cubicBezTo>
                  <a:cubicBezTo>
                    <a:pt x="1551" y="1424"/>
                    <a:pt x="1552" y="1424"/>
                    <a:pt x="1554" y="1424"/>
                  </a:cubicBezTo>
                  <a:cubicBezTo>
                    <a:pt x="1554" y="1424"/>
                    <a:pt x="1555" y="1424"/>
                    <a:pt x="1555" y="1424"/>
                  </a:cubicBezTo>
                  <a:cubicBezTo>
                    <a:pt x="1556" y="1424"/>
                    <a:pt x="1558" y="1424"/>
                    <a:pt x="1559" y="1424"/>
                  </a:cubicBezTo>
                  <a:cubicBezTo>
                    <a:pt x="1570" y="1425"/>
                    <a:pt x="1582" y="1428"/>
                    <a:pt x="1586" y="1438"/>
                  </a:cubicBezTo>
                  <a:cubicBezTo>
                    <a:pt x="1587" y="1438"/>
                    <a:pt x="1587" y="1439"/>
                    <a:pt x="1587" y="1440"/>
                  </a:cubicBezTo>
                  <a:cubicBezTo>
                    <a:pt x="1588" y="1440"/>
                    <a:pt x="1588" y="1440"/>
                    <a:pt x="1588" y="1440"/>
                  </a:cubicBezTo>
                  <a:cubicBezTo>
                    <a:pt x="1591" y="1452"/>
                    <a:pt x="1588" y="1466"/>
                    <a:pt x="1589" y="1478"/>
                  </a:cubicBezTo>
                  <a:lnTo>
                    <a:pt x="1589" y="1480"/>
                  </a:lnTo>
                  <a:close/>
                  <a:moveTo>
                    <a:pt x="1511" y="1543"/>
                  </a:moveTo>
                  <a:cubicBezTo>
                    <a:pt x="1531" y="1543"/>
                    <a:pt x="1577" y="1537"/>
                    <a:pt x="1588" y="1559"/>
                  </a:cubicBezTo>
                  <a:cubicBezTo>
                    <a:pt x="1589" y="1561"/>
                    <a:pt x="1590" y="1563"/>
                    <a:pt x="1590" y="1566"/>
                  </a:cubicBezTo>
                  <a:cubicBezTo>
                    <a:pt x="1590" y="1589"/>
                    <a:pt x="1590" y="1589"/>
                    <a:pt x="1590" y="1589"/>
                  </a:cubicBezTo>
                  <a:cubicBezTo>
                    <a:pt x="1590" y="1595"/>
                    <a:pt x="1590" y="1602"/>
                    <a:pt x="1590" y="1609"/>
                  </a:cubicBezTo>
                  <a:cubicBezTo>
                    <a:pt x="1590" y="1609"/>
                    <a:pt x="1590" y="1609"/>
                    <a:pt x="1590" y="1609"/>
                  </a:cubicBezTo>
                  <a:cubicBezTo>
                    <a:pt x="1590" y="1612"/>
                    <a:pt x="1590" y="1612"/>
                    <a:pt x="1590" y="1612"/>
                  </a:cubicBezTo>
                  <a:cubicBezTo>
                    <a:pt x="1590" y="1615"/>
                    <a:pt x="1589" y="1619"/>
                    <a:pt x="1587" y="1622"/>
                  </a:cubicBezTo>
                  <a:cubicBezTo>
                    <a:pt x="1587" y="1622"/>
                    <a:pt x="1586" y="1623"/>
                    <a:pt x="1586" y="1623"/>
                  </a:cubicBezTo>
                  <a:cubicBezTo>
                    <a:pt x="1585" y="1624"/>
                    <a:pt x="1584" y="1625"/>
                    <a:pt x="1583" y="1626"/>
                  </a:cubicBezTo>
                  <a:cubicBezTo>
                    <a:pt x="1583" y="1626"/>
                    <a:pt x="1583" y="1626"/>
                    <a:pt x="1583" y="1626"/>
                  </a:cubicBezTo>
                  <a:cubicBezTo>
                    <a:pt x="1578" y="1631"/>
                    <a:pt x="1571" y="1634"/>
                    <a:pt x="1563" y="1636"/>
                  </a:cubicBezTo>
                  <a:cubicBezTo>
                    <a:pt x="1563" y="1636"/>
                    <a:pt x="1563" y="1636"/>
                    <a:pt x="1563" y="1636"/>
                  </a:cubicBezTo>
                  <a:cubicBezTo>
                    <a:pt x="1563" y="1636"/>
                    <a:pt x="1563" y="1636"/>
                    <a:pt x="1563" y="1636"/>
                  </a:cubicBezTo>
                  <a:cubicBezTo>
                    <a:pt x="1560" y="1637"/>
                    <a:pt x="1558" y="1637"/>
                    <a:pt x="1556" y="1637"/>
                  </a:cubicBezTo>
                  <a:cubicBezTo>
                    <a:pt x="1555" y="1637"/>
                    <a:pt x="1554" y="1637"/>
                    <a:pt x="1554" y="1638"/>
                  </a:cubicBezTo>
                  <a:cubicBezTo>
                    <a:pt x="1551" y="1638"/>
                    <a:pt x="1548" y="1638"/>
                    <a:pt x="1546" y="1638"/>
                  </a:cubicBezTo>
                  <a:cubicBezTo>
                    <a:pt x="1546" y="1638"/>
                    <a:pt x="1546" y="1638"/>
                    <a:pt x="1546" y="1638"/>
                  </a:cubicBezTo>
                  <a:cubicBezTo>
                    <a:pt x="1463" y="1638"/>
                    <a:pt x="1463" y="1638"/>
                    <a:pt x="1463" y="1638"/>
                  </a:cubicBezTo>
                  <a:cubicBezTo>
                    <a:pt x="1453" y="1638"/>
                    <a:pt x="1441" y="1636"/>
                    <a:pt x="1432" y="1631"/>
                  </a:cubicBezTo>
                  <a:cubicBezTo>
                    <a:pt x="1432" y="1631"/>
                    <a:pt x="1432" y="1631"/>
                    <a:pt x="1432" y="1631"/>
                  </a:cubicBezTo>
                  <a:cubicBezTo>
                    <a:pt x="1432" y="1631"/>
                    <a:pt x="1432" y="1630"/>
                    <a:pt x="1432" y="1630"/>
                  </a:cubicBezTo>
                  <a:cubicBezTo>
                    <a:pt x="1431" y="1629"/>
                    <a:pt x="1429" y="1628"/>
                    <a:pt x="1427" y="1627"/>
                  </a:cubicBezTo>
                  <a:cubicBezTo>
                    <a:pt x="1426" y="1626"/>
                    <a:pt x="1425" y="1624"/>
                    <a:pt x="1424" y="1623"/>
                  </a:cubicBezTo>
                  <a:cubicBezTo>
                    <a:pt x="1424" y="1623"/>
                    <a:pt x="1424" y="1623"/>
                    <a:pt x="1424" y="1622"/>
                  </a:cubicBezTo>
                  <a:cubicBezTo>
                    <a:pt x="1422" y="1619"/>
                    <a:pt x="1421" y="1616"/>
                    <a:pt x="1421" y="1612"/>
                  </a:cubicBezTo>
                  <a:cubicBezTo>
                    <a:pt x="1422" y="1606"/>
                    <a:pt x="1422" y="1606"/>
                    <a:pt x="1422" y="1606"/>
                  </a:cubicBezTo>
                  <a:cubicBezTo>
                    <a:pt x="1422" y="1606"/>
                    <a:pt x="1422" y="1606"/>
                    <a:pt x="1422" y="1606"/>
                  </a:cubicBezTo>
                  <a:cubicBezTo>
                    <a:pt x="1424" y="1593"/>
                    <a:pt x="1425" y="1580"/>
                    <a:pt x="1427" y="1567"/>
                  </a:cubicBezTo>
                  <a:cubicBezTo>
                    <a:pt x="1427" y="1566"/>
                    <a:pt x="1427" y="1566"/>
                    <a:pt x="1427" y="1566"/>
                  </a:cubicBezTo>
                  <a:cubicBezTo>
                    <a:pt x="1427" y="1566"/>
                    <a:pt x="1427" y="1566"/>
                    <a:pt x="1427" y="1565"/>
                  </a:cubicBezTo>
                  <a:cubicBezTo>
                    <a:pt x="1432" y="1536"/>
                    <a:pt x="1490" y="1543"/>
                    <a:pt x="1511" y="1543"/>
                  </a:cubicBezTo>
                  <a:close/>
                  <a:moveTo>
                    <a:pt x="1175" y="1631"/>
                  </a:moveTo>
                  <a:cubicBezTo>
                    <a:pt x="1173" y="1630"/>
                    <a:pt x="1172" y="1629"/>
                    <a:pt x="1170" y="1627"/>
                  </a:cubicBezTo>
                  <a:cubicBezTo>
                    <a:pt x="1169" y="1626"/>
                    <a:pt x="1169" y="1625"/>
                    <a:pt x="1168" y="1624"/>
                  </a:cubicBezTo>
                  <a:cubicBezTo>
                    <a:pt x="1168" y="1623"/>
                    <a:pt x="1168" y="1623"/>
                    <a:pt x="1168" y="1623"/>
                  </a:cubicBezTo>
                  <a:cubicBezTo>
                    <a:pt x="1166" y="1620"/>
                    <a:pt x="1166" y="1616"/>
                    <a:pt x="1167" y="1613"/>
                  </a:cubicBezTo>
                  <a:cubicBezTo>
                    <a:pt x="1169" y="1607"/>
                    <a:pt x="1169" y="1607"/>
                    <a:pt x="1169" y="1607"/>
                  </a:cubicBezTo>
                  <a:cubicBezTo>
                    <a:pt x="1169" y="1607"/>
                    <a:pt x="1169" y="1607"/>
                    <a:pt x="1169" y="1607"/>
                  </a:cubicBezTo>
                  <a:cubicBezTo>
                    <a:pt x="1169" y="1606"/>
                    <a:pt x="1169" y="1605"/>
                    <a:pt x="1170" y="1604"/>
                  </a:cubicBezTo>
                  <a:cubicBezTo>
                    <a:pt x="1181" y="1567"/>
                    <a:pt x="1181" y="1567"/>
                    <a:pt x="1181" y="1567"/>
                  </a:cubicBezTo>
                  <a:cubicBezTo>
                    <a:pt x="1181" y="1566"/>
                    <a:pt x="1181" y="1566"/>
                    <a:pt x="1182" y="1565"/>
                  </a:cubicBezTo>
                  <a:cubicBezTo>
                    <a:pt x="1193" y="1537"/>
                    <a:pt x="1244" y="1543"/>
                    <a:pt x="1268" y="1543"/>
                  </a:cubicBezTo>
                  <a:cubicBezTo>
                    <a:pt x="1278" y="1543"/>
                    <a:pt x="1297" y="1542"/>
                    <a:pt x="1314" y="1543"/>
                  </a:cubicBezTo>
                  <a:cubicBezTo>
                    <a:pt x="1317" y="1544"/>
                    <a:pt x="1320" y="1544"/>
                    <a:pt x="1323" y="1545"/>
                  </a:cubicBezTo>
                  <a:cubicBezTo>
                    <a:pt x="1323" y="1545"/>
                    <a:pt x="1323" y="1545"/>
                    <a:pt x="1324" y="1545"/>
                  </a:cubicBezTo>
                  <a:cubicBezTo>
                    <a:pt x="1332" y="1547"/>
                    <a:pt x="1339" y="1551"/>
                    <a:pt x="1342" y="1556"/>
                  </a:cubicBezTo>
                  <a:cubicBezTo>
                    <a:pt x="1342" y="1557"/>
                    <a:pt x="1342" y="1557"/>
                    <a:pt x="1343" y="1557"/>
                  </a:cubicBezTo>
                  <a:cubicBezTo>
                    <a:pt x="1343" y="1558"/>
                    <a:pt x="1343" y="1558"/>
                    <a:pt x="1343" y="1558"/>
                  </a:cubicBezTo>
                  <a:cubicBezTo>
                    <a:pt x="1343" y="1558"/>
                    <a:pt x="1343" y="1559"/>
                    <a:pt x="1343" y="1559"/>
                  </a:cubicBezTo>
                  <a:cubicBezTo>
                    <a:pt x="1344" y="1561"/>
                    <a:pt x="1345" y="1564"/>
                    <a:pt x="1344" y="1567"/>
                  </a:cubicBezTo>
                  <a:cubicBezTo>
                    <a:pt x="1344" y="1569"/>
                    <a:pt x="1344" y="1569"/>
                    <a:pt x="1344" y="1569"/>
                  </a:cubicBezTo>
                  <a:cubicBezTo>
                    <a:pt x="1344" y="1569"/>
                    <a:pt x="1344" y="1569"/>
                    <a:pt x="1344" y="1569"/>
                  </a:cubicBezTo>
                  <a:cubicBezTo>
                    <a:pt x="1343" y="1576"/>
                    <a:pt x="1341" y="1583"/>
                    <a:pt x="1340" y="1589"/>
                  </a:cubicBezTo>
                  <a:cubicBezTo>
                    <a:pt x="1336" y="1612"/>
                    <a:pt x="1336" y="1612"/>
                    <a:pt x="1336" y="1612"/>
                  </a:cubicBezTo>
                  <a:cubicBezTo>
                    <a:pt x="1336" y="1616"/>
                    <a:pt x="1334" y="1619"/>
                    <a:pt x="1331" y="1622"/>
                  </a:cubicBezTo>
                  <a:cubicBezTo>
                    <a:pt x="1331" y="1623"/>
                    <a:pt x="1330" y="1623"/>
                    <a:pt x="1330" y="1623"/>
                  </a:cubicBezTo>
                  <a:cubicBezTo>
                    <a:pt x="1330" y="1624"/>
                    <a:pt x="1329" y="1624"/>
                    <a:pt x="1329" y="1624"/>
                  </a:cubicBezTo>
                  <a:cubicBezTo>
                    <a:pt x="1328" y="1625"/>
                    <a:pt x="1327" y="1626"/>
                    <a:pt x="1326" y="1627"/>
                  </a:cubicBezTo>
                  <a:cubicBezTo>
                    <a:pt x="1320" y="1632"/>
                    <a:pt x="1312" y="1635"/>
                    <a:pt x="1305" y="1636"/>
                  </a:cubicBezTo>
                  <a:cubicBezTo>
                    <a:pt x="1305" y="1637"/>
                    <a:pt x="1305" y="1637"/>
                    <a:pt x="1305" y="1637"/>
                  </a:cubicBezTo>
                  <a:cubicBezTo>
                    <a:pt x="1304" y="1637"/>
                    <a:pt x="1304" y="1637"/>
                    <a:pt x="1304" y="1637"/>
                  </a:cubicBezTo>
                  <a:cubicBezTo>
                    <a:pt x="1302" y="1637"/>
                    <a:pt x="1300" y="1638"/>
                    <a:pt x="1297" y="1638"/>
                  </a:cubicBezTo>
                  <a:cubicBezTo>
                    <a:pt x="1297" y="1638"/>
                    <a:pt x="1296" y="1638"/>
                    <a:pt x="1295" y="1638"/>
                  </a:cubicBezTo>
                  <a:cubicBezTo>
                    <a:pt x="1292" y="1638"/>
                    <a:pt x="1290" y="1639"/>
                    <a:pt x="1287" y="1639"/>
                  </a:cubicBezTo>
                  <a:cubicBezTo>
                    <a:pt x="1287" y="1639"/>
                    <a:pt x="1287" y="1639"/>
                    <a:pt x="1287" y="1639"/>
                  </a:cubicBezTo>
                  <a:cubicBezTo>
                    <a:pt x="1204" y="1639"/>
                    <a:pt x="1204" y="1639"/>
                    <a:pt x="1204" y="1639"/>
                  </a:cubicBezTo>
                  <a:cubicBezTo>
                    <a:pt x="1194" y="1639"/>
                    <a:pt x="1183" y="1637"/>
                    <a:pt x="1175" y="1631"/>
                  </a:cubicBezTo>
                  <a:cubicBezTo>
                    <a:pt x="1175" y="1631"/>
                    <a:pt x="1175" y="1631"/>
                    <a:pt x="1175" y="1631"/>
                  </a:cubicBezTo>
                  <a:close/>
                  <a:moveTo>
                    <a:pt x="1278" y="1502"/>
                  </a:moveTo>
                  <a:cubicBezTo>
                    <a:pt x="1266" y="1502"/>
                    <a:pt x="1253" y="1502"/>
                    <a:pt x="1241" y="1502"/>
                  </a:cubicBezTo>
                  <a:cubicBezTo>
                    <a:pt x="1230" y="1502"/>
                    <a:pt x="1213" y="1500"/>
                    <a:pt x="1207" y="1489"/>
                  </a:cubicBezTo>
                  <a:cubicBezTo>
                    <a:pt x="1207" y="1488"/>
                    <a:pt x="1207" y="1487"/>
                    <a:pt x="1207" y="1486"/>
                  </a:cubicBezTo>
                  <a:cubicBezTo>
                    <a:pt x="1206" y="1486"/>
                    <a:pt x="1206" y="1485"/>
                    <a:pt x="1206" y="1484"/>
                  </a:cubicBezTo>
                  <a:cubicBezTo>
                    <a:pt x="1206" y="1483"/>
                    <a:pt x="1207" y="1482"/>
                    <a:pt x="1207" y="1481"/>
                  </a:cubicBezTo>
                  <a:cubicBezTo>
                    <a:pt x="1207" y="1481"/>
                    <a:pt x="1207" y="1481"/>
                    <a:pt x="1207" y="1481"/>
                  </a:cubicBezTo>
                  <a:cubicBezTo>
                    <a:pt x="1207" y="1481"/>
                    <a:pt x="1207" y="1481"/>
                    <a:pt x="1207" y="1481"/>
                  </a:cubicBezTo>
                  <a:cubicBezTo>
                    <a:pt x="1207" y="1478"/>
                    <a:pt x="1209" y="1474"/>
                    <a:pt x="1210" y="1472"/>
                  </a:cubicBezTo>
                  <a:cubicBezTo>
                    <a:pt x="1212" y="1463"/>
                    <a:pt x="1214" y="1453"/>
                    <a:pt x="1218" y="1445"/>
                  </a:cubicBezTo>
                  <a:cubicBezTo>
                    <a:pt x="1218" y="1444"/>
                    <a:pt x="1218" y="1444"/>
                    <a:pt x="1218" y="1444"/>
                  </a:cubicBezTo>
                  <a:cubicBezTo>
                    <a:pt x="1219" y="1441"/>
                    <a:pt x="1221" y="1438"/>
                    <a:pt x="1223" y="1436"/>
                  </a:cubicBezTo>
                  <a:cubicBezTo>
                    <a:pt x="1225" y="1435"/>
                    <a:pt x="1226" y="1434"/>
                    <a:pt x="1228" y="1433"/>
                  </a:cubicBezTo>
                  <a:cubicBezTo>
                    <a:pt x="1233" y="1429"/>
                    <a:pt x="1239" y="1427"/>
                    <a:pt x="1245" y="1426"/>
                  </a:cubicBezTo>
                  <a:cubicBezTo>
                    <a:pt x="1246" y="1426"/>
                    <a:pt x="1246" y="1426"/>
                    <a:pt x="1247" y="1426"/>
                  </a:cubicBezTo>
                  <a:cubicBezTo>
                    <a:pt x="1251" y="1425"/>
                    <a:pt x="1257" y="1424"/>
                    <a:pt x="1262" y="1424"/>
                  </a:cubicBezTo>
                  <a:cubicBezTo>
                    <a:pt x="1269" y="1424"/>
                    <a:pt x="1269" y="1424"/>
                    <a:pt x="1269" y="1424"/>
                  </a:cubicBezTo>
                  <a:cubicBezTo>
                    <a:pt x="1271" y="1424"/>
                    <a:pt x="1274" y="1424"/>
                    <a:pt x="1276" y="1424"/>
                  </a:cubicBezTo>
                  <a:cubicBezTo>
                    <a:pt x="1291" y="1424"/>
                    <a:pt x="1307" y="1424"/>
                    <a:pt x="1322" y="1424"/>
                  </a:cubicBezTo>
                  <a:cubicBezTo>
                    <a:pt x="1324" y="1424"/>
                    <a:pt x="1326" y="1424"/>
                    <a:pt x="1329" y="1424"/>
                  </a:cubicBezTo>
                  <a:cubicBezTo>
                    <a:pt x="1331" y="1424"/>
                    <a:pt x="1331" y="1424"/>
                    <a:pt x="1331" y="1424"/>
                  </a:cubicBezTo>
                  <a:cubicBezTo>
                    <a:pt x="1332" y="1424"/>
                    <a:pt x="1332" y="1424"/>
                    <a:pt x="1333" y="1424"/>
                  </a:cubicBezTo>
                  <a:cubicBezTo>
                    <a:pt x="1335" y="1424"/>
                    <a:pt x="1337" y="1424"/>
                    <a:pt x="1339" y="1425"/>
                  </a:cubicBezTo>
                  <a:cubicBezTo>
                    <a:pt x="1339" y="1425"/>
                    <a:pt x="1339" y="1425"/>
                    <a:pt x="1339" y="1425"/>
                  </a:cubicBezTo>
                  <a:cubicBezTo>
                    <a:pt x="1351" y="1426"/>
                    <a:pt x="1364" y="1429"/>
                    <a:pt x="1366" y="1439"/>
                  </a:cubicBezTo>
                  <a:cubicBezTo>
                    <a:pt x="1366" y="1439"/>
                    <a:pt x="1366" y="1440"/>
                    <a:pt x="1366" y="1440"/>
                  </a:cubicBezTo>
                  <a:cubicBezTo>
                    <a:pt x="1366" y="1440"/>
                    <a:pt x="1366" y="1440"/>
                    <a:pt x="1366" y="1441"/>
                  </a:cubicBezTo>
                  <a:cubicBezTo>
                    <a:pt x="1367" y="1452"/>
                    <a:pt x="1362" y="1467"/>
                    <a:pt x="1360" y="1478"/>
                  </a:cubicBezTo>
                  <a:cubicBezTo>
                    <a:pt x="1360" y="1478"/>
                    <a:pt x="1360" y="1478"/>
                    <a:pt x="1360" y="1478"/>
                  </a:cubicBezTo>
                  <a:cubicBezTo>
                    <a:pt x="1359" y="1481"/>
                    <a:pt x="1359" y="1481"/>
                    <a:pt x="1359" y="1481"/>
                  </a:cubicBezTo>
                  <a:cubicBezTo>
                    <a:pt x="1359" y="1483"/>
                    <a:pt x="1358" y="1485"/>
                    <a:pt x="1356" y="1487"/>
                  </a:cubicBezTo>
                  <a:cubicBezTo>
                    <a:pt x="1356" y="1488"/>
                    <a:pt x="1355" y="1488"/>
                    <a:pt x="1355" y="1489"/>
                  </a:cubicBezTo>
                  <a:cubicBezTo>
                    <a:pt x="1355" y="1489"/>
                    <a:pt x="1355" y="1489"/>
                    <a:pt x="1355" y="1489"/>
                  </a:cubicBezTo>
                  <a:cubicBezTo>
                    <a:pt x="1355" y="1489"/>
                    <a:pt x="1355" y="1489"/>
                    <a:pt x="1354" y="1489"/>
                  </a:cubicBezTo>
                  <a:cubicBezTo>
                    <a:pt x="1339" y="1507"/>
                    <a:pt x="1298" y="1502"/>
                    <a:pt x="1278" y="1502"/>
                  </a:cubicBezTo>
                  <a:close/>
                  <a:moveTo>
                    <a:pt x="911" y="1620"/>
                  </a:moveTo>
                  <a:cubicBezTo>
                    <a:pt x="911" y="1619"/>
                    <a:pt x="911" y="1618"/>
                    <a:pt x="911" y="1618"/>
                  </a:cubicBezTo>
                  <a:cubicBezTo>
                    <a:pt x="912" y="1616"/>
                    <a:pt x="912" y="1615"/>
                    <a:pt x="913" y="1614"/>
                  </a:cubicBezTo>
                  <a:cubicBezTo>
                    <a:pt x="913" y="1614"/>
                    <a:pt x="913" y="1614"/>
                    <a:pt x="913" y="1613"/>
                  </a:cubicBezTo>
                  <a:cubicBezTo>
                    <a:pt x="913" y="1612"/>
                    <a:pt x="913" y="1612"/>
                    <a:pt x="913" y="1612"/>
                  </a:cubicBezTo>
                  <a:cubicBezTo>
                    <a:pt x="914" y="1611"/>
                    <a:pt x="915" y="1609"/>
                    <a:pt x="916" y="1607"/>
                  </a:cubicBezTo>
                  <a:cubicBezTo>
                    <a:pt x="922" y="1594"/>
                    <a:pt x="928" y="1582"/>
                    <a:pt x="935" y="1569"/>
                  </a:cubicBezTo>
                  <a:cubicBezTo>
                    <a:pt x="935" y="1569"/>
                    <a:pt x="935" y="1569"/>
                    <a:pt x="935" y="1569"/>
                  </a:cubicBezTo>
                  <a:cubicBezTo>
                    <a:pt x="935" y="1568"/>
                    <a:pt x="935" y="1568"/>
                    <a:pt x="935" y="1568"/>
                  </a:cubicBezTo>
                  <a:cubicBezTo>
                    <a:pt x="936" y="1567"/>
                    <a:pt x="936" y="1566"/>
                    <a:pt x="937" y="1566"/>
                  </a:cubicBezTo>
                  <a:cubicBezTo>
                    <a:pt x="937" y="1565"/>
                    <a:pt x="938" y="1564"/>
                    <a:pt x="938" y="1563"/>
                  </a:cubicBezTo>
                  <a:cubicBezTo>
                    <a:pt x="938" y="1563"/>
                    <a:pt x="938" y="1563"/>
                    <a:pt x="939" y="1563"/>
                  </a:cubicBezTo>
                  <a:cubicBezTo>
                    <a:pt x="956" y="1539"/>
                    <a:pt x="997" y="1544"/>
                    <a:pt x="1023" y="1544"/>
                  </a:cubicBezTo>
                  <a:cubicBezTo>
                    <a:pt x="1023" y="1544"/>
                    <a:pt x="1023" y="1544"/>
                    <a:pt x="1023" y="1544"/>
                  </a:cubicBezTo>
                  <a:cubicBezTo>
                    <a:pt x="1030" y="1544"/>
                    <a:pt x="1049" y="1542"/>
                    <a:pt x="1066" y="1544"/>
                  </a:cubicBezTo>
                  <a:cubicBezTo>
                    <a:pt x="1071" y="1544"/>
                    <a:pt x="1077" y="1544"/>
                    <a:pt x="1081" y="1545"/>
                  </a:cubicBezTo>
                  <a:cubicBezTo>
                    <a:pt x="1084" y="1546"/>
                    <a:pt x="1087" y="1547"/>
                    <a:pt x="1089" y="1548"/>
                  </a:cubicBezTo>
                  <a:cubicBezTo>
                    <a:pt x="1095" y="1551"/>
                    <a:pt x="1099" y="1556"/>
                    <a:pt x="1099" y="1562"/>
                  </a:cubicBezTo>
                  <a:cubicBezTo>
                    <a:pt x="1099" y="1562"/>
                    <a:pt x="1099" y="1562"/>
                    <a:pt x="1099" y="1562"/>
                  </a:cubicBezTo>
                  <a:cubicBezTo>
                    <a:pt x="1099" y="1563"/>
                    <a:pt x="1099" y="1563"/>
                    <a:pt x="1099" y="1564"/>
                  </a:cubicBezTo>
                  <a:cubicBezTo>
                    <a:pt x="1099" y="1565"/>
                    <a:pt x="1099" y="1566"/>
                    <a:pt x="1099" y="1567"/>
                  </a:cubicBezTo>
                  <a:cubicBezTo>
                    <a:pt x="1082" y="1613"/>
                    <a:pt x="1082" y="1613"/>
                    <a:pt x="1082" y="1613"/>
                  </a:cubicBezTo>
                  <a:cubicBezTo>
                    <a:pt x="1081" y="1617"/>
                    <a:pt x="1078" y="1620"/>
                    <a:pt x="1075" y="1623"/>
                  </a:cubicBezTo>
                  <a:cubicBezTo>
                    <a:pt x="1071" y="1626"/>
                    <a:pt x="1067" y="1629"/>
                    <a:pt x="1062" y="1631"/>
                  </a:cubicBezTo>
                  <a:cubicBezTo>
                    <a:pt x="1062" y="1632"/>
                    <a:pt x="1061" y="1632"/>
                    <a:pt x="1061" y="1632"/>
                  </a:cubicBezTo>
                  <a:cubicBezTo>
                    <a:pt x="1054" y="1635"/>
                    <a:pt x="1047" y="1637"/>
                    <a:pt x="1039" y="1639"/>
                  </a:cubicBezTo>
                  <a:cubicBezTo>
                    <a:pt x="1038" y="1639"/>
                    <a:pt x="1038" y="1639"/>
                    <a:pt x="1038" y="1639"/>
                  </a:cubicBezTo>
                  <a:cubicBezTo>
                    <a:pt x="1036" y="1639"/>
                    <a:pt x="1035" y="1639"/>
                    <a:pt x="1034" y="1639"/>
                  </a:cubicBezTo>
                  <a:cubicBezTo>
                    <a:pt x="1020" y="1640"/>
                    <a:pt x="1005" y="1639"/>
                    <a:pt x="990" y="1639"/>
                  </a:cubicBezTo>
                  <a:cubicBezTo>
                    <a:pt x="975" y="1639"/>
                    <a:pt x="960" y="1640"/>
                    <a:pt x="945" y="1640"/>
                  </a:cubicBezTo>
                  <a:cubicBezTo>
                    <a:pt x="935" y="1640"/>
                    <a:pt x="920" y="1638"/>
                    <a:pt x="914" y="1628"/>
                  </a:cubicBezTo>
                  <a:cubicBezTo>
                    <a:pt x="913" y="1628"/>
                    <a:pt x="913" y="1628"/>
                    <a:pt x="913" y="1627"/>
                  </a:cubicBezTo>
                  <a:cubicBezTo>
                    <a:pt x="913" y="1627"/>
                    <a:pt x="912" y="1626"/>
                    <a:pt x="912" y="1626"/>
                  </a:cubicBezTo>
                  <a:cubicBezTo>
                    <a:pt x="912" y="1625"/>
                    <a:pt x="912" y="1624"/>
                    <a:pt x="911" y="1624"/>
                  </a:cubicBezTo>
                  <a:cubicBezTo>
                    <a:pt x="911" y="1624"/>
                    <a:pt x="911" y="1624"/>
                    <a:pt x="911" y="1624"/>
                  </a:cubicBezTo>
                  <a:cubicBezTo>
                    <a:pt x="911" y="1623"/>
                    <a:pt x="911" y="1623"/>
                    <a:pt x="911" y="1623"/>
                  </a:cubicBezTo>
                  <a:cubicBezTo>
                    <a:pt x="911" y="1622"/>
                    <a:pt x="911" y="1621"/>
                    <a:pt x="911" y="1620"/>
                  </a:cubicBezTo>
                  <a:close/>
                  <a:moveTo>
                    <a:pt x="910" y="1465"/>
                  </a:moveTo>
                  <a:cubicBezTo>
                    <a:pt x="910" y="1465"/>
                    <a:pt x="910" y="1465"/>
                    <a:pt x="910" y="1465"/>
                  </a:cubicBezTo>
                  <a:cubicBezTo>
                    <a:pt x="900" y="1482"/>
                    <a:pt x="900" y="1482"/>
                    <a:pt x="900" y="1482"/>
                  </a:cubicBezTo>
                  <a:cubicBezTo>
                    <a:pt x="899" y="1485"/>
                    <a:pt x="896" y="1488"/>
                    <a:pt x="893" y="1490"/>
                  </a:cubicBezTo>
                  <a:cubicBezTo>
                    <a:pt x="889" y="1493"/>
                    <a:pt x="885" y="1495"/>
                    <a:pt x="880" y="1497"/>
                  </a:cubicBezTo>
                  <a:cubicBezTo>
                    <a:pt x="879" y="1497"/>
                    <a:pt x="878" y="1498"/>
                    <a:pt x="876" y="1498"/>
                  </a:cubicBezTo>
                  <a:cubicBezTo>
                    <a:pt x="876" y="1499"/>
                    <a:pt x="875" y="1499"/>
                    <a:pt x="874" y="1499"/>
                  </a:cubicBezTo>
                  <a:cubicBezTo>
                    <a:pt x="874" y="1499"/>
                    <a:pt x="874" y="1499"/>
                    <a:pt x="874" y="1499"/>
                  </a:cubicBezTo>
                  <a:cubicBezTo>
                    <a:pt x="871" y="1500"/>
                    <a:pt x="868" y="1501"/>
                    <a:pt x="865" y="1502"/>
                  </a:cubicBezTo>
                  <a:cubicBezTo>
                    <a:pt x="859" y="1503"/>
                    <a:pt x="854" y="1503"/>
                    <a:pt x="848" y="1503"/>
                  </a:cubicBezTo>
                  <a:cubicBezTo>
                    <a:pt x="832" y="1503"/>
                    <a:pt x="832" y="1503"/>
                    <a:pt x="832" y="1503"/>
                  </a:cubicBezTo>
                  <a:cubicBezTo>
                    <a:pt x="832" y="1503"/>
                    <a:pt x="832" y="1503"/>
                    <a:pt x="832" y="1503"/>
                  </a:cubicBezTo>
                  <a:cubicBezTo>
                    <a:pt x="812" y="1503"/>
                    <a:pt x="793" y="1504"/>
                    <a:pt x="774" y="1504"/>
                  </a:cubicBezTo>
                  <a:cubicBezTo>
                    <a:pt x="765" y="1504"/>
                    <a:pt x="747" y="1502"/>
                    <a:pt x="745" y="1491"/>
                  </a:cubicBezTo>
                  <a:cubicBezTo>
                    <a:pt x="745" y="1489"/>
                    <a:pt x="745" y="1488"/>
                    <a:pt x="746" y="1486"/>
                  </a:cubicBezTo>
                  <a:cubicBezTo>
                    <a:pt x="747" y="1482"/>
                    <a:pt x="751" y="1478"/>
                    <a:pt x="753" y="1475"/>
                  </a:cubicBezTo>
                  <a:cubicBezTo>
                    <a:pt x="760" y="1464"/>
                    <a:pt x="766" y="1452"/>
                    <a:pt x="775" y="1443"/>
                  </a:cubicBezTo>
                  <a:cubicBezTo>
                    <a:pt x="775" y="1442"/>
                    <a:pt x="776" y="1442"/>
                    <a:pt x="776" y="1441"/>
                  </a:cubicBezTo>
                  <a:cubicBezTo>
                    <a:pt x="776" y="1441"/>
                    <a:pt x="777" y="1441"/>
                    <a:pt x="777" y="1441"/>
                  </a:cubicBezTo>
                  <a:cubicBezTo>
                    <a:pt x="799" y="1419"/>
                    <a:pt x="845" y="1425"/>
                    <a:pt x="873" y="1425"/>
                  </a:cubicBezTo>
                  <a:cubicBezTo>
                    <a:pt x="886" y="1425"/>
                    <a:pt x="901" y="1423"/>
                    <a:pt x="913" y="1428"/>
                  </a:cubicBezTo>
                  <a:cubicBezTo>
                    <a:pt x="913" y="1428"/>
                    <a:pt x="913" y="1428"/>
                    <a:pt x="913" y="1428"/>
                  </a:cubicBezTo>
                  <a:cubicBezTo>
                    <a:pt x="915" y="1429"/>
                    <a:pt x="916" y="1430"/>
                    <a:pt x="917" y="1430"/>
                  </a:cubicBezTo>
                  <a:cubicBezTo>
                    <a:pt x="917" y="1430"/>
                    <a:pt x="917" y="1431"/>
                    <a:pt x="918" y="1431"/>
                  </a:cubicBezTo>
                  <a:cubicBezTo>
                    <a:pt x="920" y="1432"/>
                    <a:pt x="922" y="1435"/>
                    <a:pt x="922" y="1437"/>
                  </a:cubicBezTo>
                  <a:cubicBezTo>
                    <a:pt x="923" y="1439"/>
                    <a:pt x="923" y="1442"/>
                    <a:pt x="921" y="1444"/>
                  </a:cubicBezTo>
                  <a:cubicBezTo>
                    <a:pt x="920" y="1446"/>
                    <a:pt x="920" y="1446"/>
                    <a:pt x="920" y="1446"/>
                  </a:cubicBezTo>
                  <a:cubicBezTo>
                    <a:pt x="918" y="1452"/>
                    <a:pt x="913" y="1460"/>
                    <a:pt x="910" y="1465"/>
                  </a:cubicBezTo>
                  <a:close/>
                  <a:moveTo>
                    <a:pt x="1095" y="1502"/>
                  </a:moveTo>
                  <a:cubicBezTo>
                    <a:pt x="1093" y="1502"/>
                    <a:pt x="1091" y="1502"/>
                    <a:pt x="1089" y="1502"/>
                  </a:cubicBezTo>
                  <a:cubicBezTo>
                    <a:pt x="1089" y="1502"/>
                    <a:pt x="1089" y="1503"/>
                    <a:pt x="1088" y="1503"/>
                  </a:cubicBezTo>
                  <a:cubicBezTo>
                    <a:pt x="1077" y="1504"/>
                    <a:pt x="1066" y="1503"/>
                    <a:pt x="1054" y="1503"/>
                  </a:cubicBezTo>
                  <a:cubicBezTo>
                    <a:pt x="1007" y="1503"/>
                    <a:pt x="1007" y="1503"/>
                    <a:pt x="1007" y="1503"/>
                  </a:cubicBezTo>
                  <a:cubicBezTo>
                    <a:pt x="997" y="1503"/>
                    <a:pt x="980" y="1501"/>
                    <a:pt x="976" y="1490"/>
                  </a:cubicBezTo>
                  <a:cubicBezTo>
                    <a:pt x="976" y="1489"/>
                    <a:pt x="976" y="1488"/>
                    <a:pt x="976" y="1487"/>
                  </a:cubicBezTo>
                  <a:cubicBezTo>
                    <a:pt x="976" y="1486"/>
                    <a:pt x="976" y="1486"/>
                    <a:pt x="976" y="1485"/>
                  </a:cubicBezTo>
                  <a:cubicBezTo>
                    <a:pt x="977" y="1481"/>
                    <a:pt x="980" y="1477"/>
                    <a:pt x="982" y="1473"/>
                  </a:cubicBezTo>
                  <a:cubicBezTo>
                    <a:pt x="986" y="1463"/>
                    <a:pt x="990" y="1449"/>
                    <a:pt x="998" y="1441"/>
                  </a:cubicBezTo>
                  <a:cubicBezTo>
                    <a:pt x="998" y="1440"/>
                    <a:pt x="999" y="1440"/>
                    <a:pt x="999" y="1440"/>
                  </a:cubicBezTo>
                  <a:cubicBezTo>
                    <a:pt x="1000" y="1439"/>
                    <a:pt x="1000" y="1439"/>
                    <a:pt x="1000" y="1438"/>
                  </a:cubicBezTo>
                  <a:cubicBezTo>
                    <a:pt x="1001" y="1438"/>
                    <a:pt x="1001" y="1438"/>
                    <a:pt x="1001" y="1438"/>
                  </a:cubicBezTo>
                  <a:cubicBezTo>
                    <a:pt x="1002" y="1437"/>
                    <a:pt x="1002" y="1437"/>
                    <a:pt x="1002" y="1437"/>
                  </a:cubicBezTo>
                  <a:cubicBezTo>
                    <a:pt x="1003" y="1436"/>
                    <a:pt x="1003" y="1436"/>
                    <a:pt x="1003" y="1436"/>
                  </a:cubicBezTo>
                  <a:cubicBezTo>
                    <a:pt x="1010" y="1431"/>
                    <a:pt x="1018" y="1428"/>
                    <a:pt x="1027" y="1427"/>
                  </a:cubicBezTo>
                  <a:cubicBezTo>
                    <a:pt x="1027" y="1427"/>
                    <a:pt x="1027" y="1426"/>
                    <a:pt x="1028" y="1426"/>
                  </a:cubicBezTo>
                  <a:cubicBezTo>
                    <a:pt x="1033" y="1425"/>
                    <a:pt x="1038" y="1425"/>
                    <a:pt x="1043" y="1425"/>
                  </a:cubicBezTo>
                  <a:cubicBezTo>
                    <a:pt x="1072" y="1425"/>
                    <a:pt x="1072" y="1425"/>
                    <a:pt x="1072" y="1425"/>
                  </a:cubicBezTo>
                  <a:cubicBezTo>
                    <a:pt x="1081" y="1425"/>
                    <a:pt x="1090" y="1425"/>
                    <a:pt x="1099" y="1425"/>
                  </a:cubicBezTo>
                  <a:cubicBezTo>
                    <a:pt x="1112" y="1425"/>
                    <a:pt x="1130" y="1423"/>
                    <a:pt x="1140" y="1432"/>
                  </a:cubicBezTo>
                  <a:cubicBezTo>
                    <a:pt x="1140" y="1433"/>
                    <a:pt x="1141" y="1433"/>
                    <a:pt x="1141" y="1434"/>
                  </a:cubicBezTo>
                  <a:cubicBezTo>
                    <a:pt x="1142" y="1434"/>
                    <a:pt x="1142" y="1434"/>
                    <a:pt x="1142" y="1434"/>
                  </a:cubicBezTo>
                  <a:cubicBezTo>
                    <a:pt x="1142" y="1434"/>
                    <a:pt x="1142" y="1435"/>
                    <a:pt x="1142" y="1435"/>
                  </a:cubicBezTo>
                  <a:cubicBezTo>
                    <a:pt x="1143" y="1435"/>
                    <a:pt x="1143" y="1436"/>
                    <a:pt x="1143" y="1436"/>
                  </a:cubicBezTo>
                  <a:cubicBezTo>
                    <a:pt x="1144" y="1438"/>
                    <a:pt x="1144" y="1440"/>
                    <a:pt x="1144" y="1442"/>
                  </a:cubicBezTo>
                  <a:cubicBezTo>
                    <a:pt x="1143" y="1452"/>
                    <a:pt x="1135" y="1467"/>
                    <a:pt x="1133" y="1473"/>
                  </a:cubicBezTo>
                  <a:cubicBezTo>
                    <a:pt x="1133" y="1474"/>
                    <a:pt x="1133" y="1474"/>
                    <a:pt x="1133" y="1474"/>
                  </a:cubicBezTo>
                  <a:cubicBezTo>
                    <a:pt x="1132" y="1476"/>
                    <a:pt x="1131" y="1478"/>
                    <a:pt x="1130" y="1480"/>
                  </a:cubicBezTo>
                  <a:cubicBezTo>
                    <a:pt x="1130" y="1481"/>
                    <a:pt x="1130" y="1481"/>
                    <a:pt x="1130" y="1481"/>
                  </a:cubicBezTo>
                  <a:cubicBezTo>
                    <a:pt x="1130" y="1482"/>
                    <a:pt x="1129" y="1483"/>
                    <a:pt x="1129" y="1483"/>
                  </a:cubicBezTo>
                  <a:cubicBezTo>
                    <a:pt x="1129" y="1484"/>
                    <a:pt x="1128" y="1484"/>
                    <a:pt x="1128" y="1485"/>
                  </a:cubicBezTo>
                  <a:cubicBezTo>
                    <a:pt x="1128" y="1485"/>
                    <a:pt x="1127" y="1486"/>
                    <a:pt x="1127" y="1487"/>
                  </a:cubicBezTo>
                  <a:cubicBezTo>
                    <a:pt x="1126" y="1487"/>
                    <a:pt x="1126" y="1487"/>
                    <a:pt x="1126" y="1488"/>
                  </a:cubicBezTo>
                  <a:cubicBezTo>
                    <a:pt x="1125" y="1488"/>
                    <a:pt x="1125" y="1488"/>
                    <a:pt x="1125" y="1488"/>
                  </a:cubicBezTo>
                  <a:cubicBezTo>
                    <a:pt x="1124" y="1489"/>
                    <a:pt x="1124" y="1489"/>
                    <a:pt x="1124" y="1490"/>
                  </a:cubicBezTo>
                  <a:cubicBezTo>
                    <a:pt x="1122" y="1491"/>
                    <a:pt x="1121" y="1492"/>
                    <a:pt x="1119" y="1493"/>
                  </a:cubicBezTo>
                  <a:cubicBezTo>
                    <a:pt x="1117" y="1494"/>
                    <a:pt x="1115" y="1495"/>
                    <a:pt x="1114" y="1496"/>
                  </a:cubicBezTo>
                  <a:cubicBezTo>
                    <a:pt x="1113" y="1496"/>
                    <a:pt x="1113" y="1496"/>
                    <a:pt x="1113" y="1496"/>
                  </a:cubicBezTo>
                  <a:cubicBezTo>
                    <a:pt x="1112" y="1497"/>
                    <a:pt x="1112" y="1497"/>
                    <a:pt x="1112" y="1497"/>
                  </a:cubicBezTo>
                  <a:cubicBezTo>
                    <a:pt x="1106" y="1499"/>
                    <a:pt x="1100" y="1501"/>
                    <a:pt x="1095" y="1502"/>
                  </a:cubicBezTo>
                  <a:close/>
                  <a:moveTo>
                    <a:pt x="773" y="1710"/>
                  </a:moveTo>
                  <a:cubicBezTo>
                    <a:pt x="773" y="1710"/>
                    <a:pt x="773" y="1710"/>
                    <a:pt x="773" y="1710"/>
                  </a:cubicBezTo>
                  <a:cubicBezTo>
                    <a:pt x="771" y="1721"/>
                    <a:pt x="762" y="1732"/>
                    <a:pt x="756" y="1742"/>
                  </a:cubicBezTo>
                  <a:cubicBezTo>
                    <a:pt x="756" y="1742"/>
                    <a:pt x="756" y="1742"/>
                    <a:pt x="756" y="1742"/>
                  </a:cubicBezTo>
                  <a:cubicBezTo>
                    <a:pt x="750" y="1753"/>
                    <a:pt x="744" y="1767"/>
                    <a:pt x="736" y="1777"/>
                  </a:cubicBezTo>
                  <a:cubicBezTo>
                    <a:pt x="735" y="1778"/>
                    <a:pt x="735" y="1779"/>
                    <a:pt x="734" y="1781"/>
                  </a:cubicBezTo>
                  <a:cubicBezTo>
                    <a:pt x="734" y="1781"/>
                    <a:pt x="733" y="1781"/>
                    <a:pt x="733" y="1781"/>
                  </a:cubicBezTo>
                  <a:cubicBezTo>
                    <a:pt x="732" y="1782"/>
                    <a:pt x="731" y="1783"/>
                    <a:pt x="730" y="1784"/>
                  </a:cubicBezTo>
                  <a:cubicBezTo>
                    <a:pt x="729" y="1785"/>
                    <a:pt x="729" y="1785"/>
                    <a:pt x="728" y="1786"/>
                  </a:cubicBezTo>
                  <a:cubicBezTo>
                    <a:pt x="728" y="1786"/>
                    <a:pt x="728" y="1786"/>
                    <a:pt x="728" y="1786"/>
                  </a:cubicBezTo>
                  <a:cubicBezTo>
                    <a:pt x="719" y="1794"/>
                    <a:pt x="708" y="1799"/>
                    <a:pt x="696" y="1802"/>
                  </a:cubicBezTo>
                  <a:cubicBezTo>
                    <a:pt x="695" y="1803"/>
                    <a:pt x="693" y="1803"/>
                    <a:pt x="692" y="1804"/>
                  </a:cubicBezTo>
                  <a:cubicBezTo>
                    <a:pt x="685" y="1805"/>
                    <a:pt x="678" y="1806"/>
                    <a:pt x="671" y="1806"/>
                  </a:cubicBezTo>
                  <a:cubicBezTo>
                    <a:pt x="665" y="1806"/>
                    <a:pt x="665" y="1806"/>
                    <a:pt x="665" y="1806"/>
                  </a:cubicBezTo>
                  <a:cubicBezTo>
                    <a:pt x="665" y="1806"/>
                    <a:pt x="665" y="1806"/>
                    <a:pt x="665" y="1806"/>
                  </a:cubicBezTo>
                  <a:cubicBezTo>
                    <a:pt x="636" y="1806"/>
                    <a:pt x="607" y="1807"/>
                    <a:pt x="578" y="1807"/>
                  </a:cubicBezTo>
                  <a:cubicBezTo>
                    <a:pt x="575" y="1807"/>
                    <a:pt x="573" y="1806"/>
                    <a:pt x="571" y="1806"/>
                  </a:cubicBezTo>
                  <a:cubicBezTo>
                    <a:pt x="567" y="1806"/>
                    <a:pt x="563" y="1805"/>
                    <a:pt x="560" y="1804"/>
                  </a:cubicBezTo>
                  <a:cubicBezTo>
                    <a:pt x="555" y="1802"/>
                    <a:pt x="551" y="1800"/>
                    <a:pt x="549" y="1797"/>
                  </a:cubicBezTo>
                  <a:cubicBezTo>
                    <a:pt x="546" y="1794"/>
                    <a:pt x="545" y="1790"/>
                    <a:pt x="545" y="1786"/>
                  </a:cubicBezTo>
                  <a:cubicBezTo>
                    <a:pt x="545" y="1783"/>
                    <a:pt x="546" y="1780"/>
                    <a:pt x="548" y="1777"/>
                  </a:cubicBezTo>
                  <a:cubicBezTo>
                    <a:pt x="548" y="1776"/>
                    <a:pt x="549" y="1776"/>
                    <a:pt x="549" y="1776"/>
                  </a:cubicBezTo>
                  <a:cubicBezTo>
                    <a:pt x="549" y="1775"/>
                    <a:pt x="549" y="1774"/>
                    <a:pt x="550" y="1774"/>
                  </a:cubicBezTo>
                  <a:cubicBezTo>
                    <a:pt x="551" y="1772"/>
                    <a:pt x="551" y="1772"/>
                    <a:pt x="551" y="1772"/>
                  </a:cubicBezTo>
                  <a:cubicBezTo>
                    <a:pt x="551" y="1772"/>
                    <a:pt x="551" y="1772"/>
                    <a:pt x="551" y="1772"/>
                  </a:cubicBezTo>
                  <a:cubicBezTo>
                    <a:pt x="558" y="1761"/>
                    <a:pt x="566" y="1750"/>
                    <a:pt x="574" y="1739"/>
                  </a:cubicBezTo>
                  <a:cubicBezTo>
                    <a:pt x="579" y="1730"/>
                    <a:pt x="585" y="1720"/>
                    <a:pt x="592" y="1713"/>
                  </a:cubicBezTo>
                  <a:cubicBezTo>
                    <a:pt x="593" y="1712"/>
                    <a:pt x="593" y="1711"/>
                    <a:pt x="594" y="1710"/>
                  </a:cubicBezTo>
                  <a:cubicBezTo>
                    <a:pt x="594" y="1710"/>
                    <a:pt x="595" y="1710"/>
                    <a:pt x="595" y="1710"/>
                  </a:cubicBezTo>
                  <a:cubicBezTo>
                    <a:pt x="596" y="1708"/>
                    <a:pt x="598" y="1707"/>
                    <a:pt x="600" y="1705"/>
                  </a:cubicBezTo>
                  <a:cubicBezTo>
                    <a:pt x="600" y="1705"/>
                    <a:pt x="600" y="1705"/>
                    <a:pt x="600" y="1705"/>
                  </a:cubicBezTo>
                  <a:cubicBezTo>
                    <a:pt x="600" y="1705"/>
                    <a:pt x="600" y="1705"/>
                    <a:pt x="600" y="1705"/>
                  </a:cubicBezTo>
                  <a:cubicBezTo>
                    <a:pt x="610" y="1697"/>
                    <a:pt x="622" y="1692"/>
                    <a:pt x="635" y="1690"/>
                  </a:cubicBezTo>
                  <a:cubicBezTo>
                    <a:pt x="635" y="1690"/>
                    <a:pt x="635" y="1690"/>
                    <a:pt x="635" y="1690"/>
                  </a:cubicBezTo>
                  <a:cubicBezTo>
                    <a:pt x="636" y="1690"/>
                    <a:pt x="636" y="1690"/>
                    <a:pt x="636" y="1690"/>
                  </a:cubicBezTo>
                  <a:cubicBezTo>
                    <a:pt x="638" y="1689"/>
                    <a:pt x="640" y="1689"/>
                    <a:pt x="643" y="1688"/>
                  </a:cubicBezTo>
                  <a:cubicBezTo>
                    <a:pt x="644" y="1688"/>
                    <a:pt x="646" y="1688"/>
                    <a:pt x="647" y="1688"/>
                  </a:cubicBezTo>
                  <a:cubicBezTo>
                    <a:pt x="649" y="1688"/>
                    <a:pt x="650" y="1688"/>
                    <a:pt x="652" y="1688"/>
                  </a:cubicBezTo>
                  <a:cubicBezTo>
                    <a:pt x="653" y="1687"/>
                    <a:pt x="654" y="1687"/>
                    <a:pt x="655" y="1687"/>
                  </a:cubicBezTo>
                  <a:cubicBezTo>
                    <a:pt x="656" y="1687"/>
                    <a:pt x="656" y="1687"/>
                    <a:pt x="656" y="1687"/>
                  </a:cubicBezTo>
                  <a:cubicBezTo>
                    <a:pt x="656" y="1687"/>
                    <a:pt x="656" y="1687"/>
                    <a:pt x="656" y="1687"/>
                  </a:cubicBezTo>
                  <a:cubicBezTo>
                    <a:pt x="683" y="1687"/>
                    <a:pt x="709" y="1687"/>
                    <a:pt x="736" y="1687"/>
                  </a:cubicBezTo>
                  <a:cubicBezTo>
                    <a:pt x="736" y="1687"/>
                    <a:pt x="736" y="1687"/>
                    <a:pt x="736" y="1687"/>
                  </a:cubicBezTo>
                  <a:cubicBezTo>
                    <a:pt x="740" y="1687"/>
                    <a:pt x="740" y="1687"/>
                    <a:pt x="740" y="1687"/>
                  </a:cubicBezTo>
                  <a:cubicBezTo>
                    <a:pt x="747" y="1687"/>
                    <a:pt x="753" y="1688"/>
                    <a:pt x="757" y="1689"/>
                  </a:cubicBezTo>
                  <a:cubicBezTo>
                    <a:pt x="759" y="1690"/>
                    <a:pt x="760" y="1690"/>
                    <a:pt x="761" y="1691"/>
                  </a:cubicBezTo>
                  <a:cubicBezTo>
                    <a:pt x="761" y="1691"/>
                    <a:pt x="762" y="1691"/>
                    <a:pt x="763" y="1691"/>
                  </a:cubicBezTo>
                  <a:cubicBezTo>
                    <a:pt x="763" y="1692"/>
                    <a:pt x="763" y="1692"/>
                    <a:pt x="764" y="1692"/>
                  </a:cubicBezTo>
                  <a:cubicBezTo>
                    <a:pt x="771" y="1695"/>
                    <a:pt x="775" y="1701"/>
                    <a:pt x="773" y="1710"/>
                  </a:cubicBezTo>
                  <a:close/>
                  <a:moveTo>
                    <a:pt x="828" y="1613"/>
                  </a:moveTo>
                  <a:cubicBezTo>
                    <a:pt x="827" y="1614"/>
                    <a:pt x="827" y="1614"/>
                    <a:pt x="827" y="1614"/>
                  </a:cubicBezTo>
                  <a:cubicBezTo>
                    <a:pt x="827" y="1614"/>
                    <a:pt x="827" y="1614"/>
                    <a:pt x="827" y="1614"/>
                  </a:cubicBezTo>
                  <a:cubicBezTo>
                    <a:pt x="826" y="1616"/>
                    <a:pt x="825" y="1617"/>
                    <a:pt x="824" y="1619"/>
                  </a:cubicBezTo>
                  <a:cubicBezTo>
                    <a:pt x="824" y="1619"/>
                    <a:pt x="824" y="1619"/>
                    <a:pt x="823" y="1619"/>
                  </a:cubicBezTo>
                  <a:cubicBezTo>
                    <a:pt x="817" y="1627"/>
                    <a:pt x="807" y="1632"/>
                    <a:pt x="797" y="1635"/>
                  </a:cubicBezTo>
                  <a:cubicBezTo>
                    <a:pt x="797" y="1635"/>
                    <a:pt x="797" y="1635"/>
                    <a:pt x="797" y="1635"/>
                  </a:cubicBezTo>
                  <a:cubicBezTo>
                    <a:pt x="795" y="1636"/>
                    <a:pt x="794" y="1636"/>
                    <a:pt x="792" y="1636"/>
                  </a:cubicBezTo>
                  <a:cubicBezTo>
                    <a:pt x="791" y="1637"/>
                    <a:pt x="790" y="1637"/>
                    <a:pt x="789" y="1637"/>
                  </a:cubicBezTo>
                  <a:cubicBezTo>
                    <a:pt x="788" y="1637"/>
                    <a:pt x="788" y="1638"/>
                    <a:pt x="787" y="1638"/>
                  </a:cubicBezTo>
                  <a:cubicBezTo>
                    <a:pt x="781" y="1639"/>
                    <a:pt x="774" y="1640"/>
                    <a:pt x="768" y="1640"/>
                  </a:cubicBezTo>
                  <a:cubicBezTo>
                    <a:pt x="767" y="1640"/>
                    <a:pt x="767" y="1640"/>
                    <a:pt x="767" y="1640"/>
                  </a:cubicBezTo>
                  <a:cubicBezTo>
                    <a:pt x="756" y="1641"/>
                    <a:pt x="745" y="1640"/>
                    <a:pt x="735" y="1640"/>
                  </a:cubicBezTo>
                  <a:cubicBezTo>
                    <a:pt x="718" y="1640"/>
                    <a:pt x="702" y="1640"/>
                    <a:pt x="685" y="1640"/>
                  </a:cubicBezTo>
                  <a:cubicBezTo>
                    <a:pt x="683" y="1640"/>
                    <a:pt x="680" y="1640"/>
                    <a:pt x="677" y="1640"/>
                  </a:cubicBezTo>
                  <a:cubicBezTo>
                    <a:pt x="677" y="1640"/>
                    <a:pt x="677" y="1640"/>
                    <a:pt x="676" y="1640"/>
                  </a:cubicBezTo>
                  <a:cubicBezTo>
                    <a:pt x="674" y="1639"/>
                    <a:pt x="672" y="1639"/>
                    <a:pt x="669" y="1638"/>
                  </a:cubicBezTo>
                  <a:cubicBezTo>
                    <a:pt x="669" y="1638"/>
                    <a:pt x="669" y="1638"/>
                    <a:pt x="669" y="1638"/>
                  </a:cubicBezTo>
                  <a:cubicBezTo>
                    <a:pt x="669" y="1638"/>
                    <a:pt x="669" y="1638"/>
                    <a:pt x="669" y="1638"/>
                  </a:cubicBezTo>
                  <a:cubicBezTo>
                    <a:pt x="662" y="1636"/>
                    <a:pt x="655" y="1632"/>
                    <a:pt x="655" y="1624"/>
                  </a:cubicBezTo>
                  <a:cubicBezTo>
                    <a:pt x="655" y="1623"/>
                    <a:pt x="655" y="1621"/>
                    <a:pt x="656" y="1620"/>
                  </a:cubicBezTo>
                  <a:cubicBezTo>
                    <a:pt x="656" y="1619"/>
                    <a:pt x="656" y="1619"/>
                    <a:pt x="656" y="1618"/>
                  </a:cubicBezTo>
                  <a:cubicBezTo>
                    <a:pt x="657" y="1617"/>
                    <a:pt x="657" y="1616"/>
                    <a:pt x="658" y="1614"/>
                  </a:cubicBezTo>
                  <a:cubicBezTo>
                    <a:pt x="658" y="1614"/>
                    <a:pt x="658" y="1614"/>
                    <a:pt x="658" y="1614"/>
                  </a:cubicBezTo>
                  <a:cubicBezTo>
                    <a:pt x="659" y="1613"/>
                    <a:pt x="659" y="1613"/>
                    <a:pt x="659" y="1613"/>
                  </a:cubicBezTo>
                  <a:cubicBezTo>
                    <a:pt x="660" y="1612"/>
                    <a:pt x="661" y="1610"/>
                    <a:pt x="662" y="1609"/>
                  </a:cubicBezTo>
                  <a:cubicBezTo>
                    <a:pt x="670" y="1597"/>
                    <a:pt x="678" y="1585"/>
                    <a:pt x="686" y="1572"/>
                  </a:cubicBezTo>
                  <a:cubicBezTo>
                    <a:pt x="687" y="1572"/>
                    <a:pt x="687" y="1572"/>
                    <a:pt x="687" y="1572"/>
                  </a:cubicBezTo>
                  <a:cubicBezTo>
                    <a:pt x="689" y="1568"/>
                    <a:pt x="689" y="1568"/>
                    <a:pt x="689" y="1568"/>
                  </a:cubicBezTo>
                  <a:cubicBezTo>
                    <a:pt x="692" y="1565"/>
                    <a:pt x="695" y="1562"/>
                    <a:pt x="699" y="1559"/>
                  </a:cubicBezTo>
                  <a:cubicBezTo>
                    <a:pt x="702" y="1557"/>
                    <a:pt x="705" y="1555"/>
                    <a:pt x="708" y="1554"/>
                  </a:cubicBezTo>
                  <a:cubicBezTo>
                    <a:pt x="709" y="1553"/>
                    <a:pt x="710" y="1553"/>
                    <a:pt x="711" y="1552"/>
                  </a:cubicBezTo>
                  <a:cubicBezTo>
                    <a:pt x="712" y="1552"/>
                    <a:pt x="712" y="1552"/>
                    <a:pt x="713" y="1551"/>
                  </a:cubicBezTo>
                  <a:cubicBezTo>
                    <a:pt x="713" y="1551"/>
                    <a:pt x="714" y="1551"/>
                    <a:pt x="714" y="1551"/>
                  </a:cubicBezTo>
                  <a:cubicBezTo>
                    <a:pt x="715" y="1551"/>
                    <a:pt x="715" y="1551"/>
                    <a:pt x="716" y="1550"/>
                  </a:cubicBezTo>
                  <a:cubicBezTo>
                    <a:pt x="720" y="1549"/>
                    <a:pt x="725" y="1547"/>
                    <a:pt x="730" y="1546"/>
                  </a:cubicBezTo>
                  <a:cubicBezTo>
                    <a:pt x="735" y="1545"/>
                    <a:pt x="741" y="1544"/>
                    <a:pt x="747" y="1544"/>
                  </a:cubicBezTo>
                  <a:cubicBezTo>
                    <a:pt x="763" y="1544"/>
                    <a:pt x="763" y="1544"/>
                    <a:pt x="763" y="1544"/>
                  </a:cubicBezTo>
                  <a:cubicBezTo>
                    <a:pt x="767" y="1544"/>
                    <a:pt x="770" y="1544"/>
                    <a:pt x="774" y="1544"/>
                  </a:cubicBezTo>
                  <a:cubicBezTo>
                    <a:pt x="789" y="1544"/>
                    <a:pt x="803" y="1544"/>
                    <a:pt x="818" y="1544"/>
                  </a:cubicBezTo>
                  <a:cubicBezTo>
                    <a:pt x="818" y="1544"/>
                    <a:pt x="818" y="1544"/>
                    <a:pt x="818" y="1544"/>
                  </a:cubicBezTo>
                  <a:cubicBezTo>
                    <a:pt x="824" y="1544"/>
                    <a:pt x="824" y="1544"/>
                    <a:pt x="824" y="1544"/>
                  </a:cubicBezTo>
                  <a:cubicBezTo>
                    <a:pt x="830" y="1544"/>
                    <a:pt x="835" y="1545"/>
                    <a:pt x="839" y="1546"/>
                  </a:cubicBezTo>
                  <a:cubicBezTo>
                    <a:pt x="843" y="1547"/>
                    <a:pt x="845" y="1548"/>
                    <a:pt x="847" y="1549"/>
                  </a:cubicBezTo>
                  <a:cubicBezTo>
                    <a:pt x="854" y="1553"/>
                    <a:pt x="858" y="1559"/>
                    <a:pt x="853" y="1568"/>
                  </a:cubicBezTo>
                  <a:cubicBezTo>
                    <a:pt x="848" y="1579"/>
                    <a:pt x="841" y="1590"/>
                    <a:pt x="835" y="1600"/>
                  </a:cubicBezTo>
                  <a:cubicBezTo>
                    <a:pt x="828" y="1613"/>
                    <a:pt x="828" y="1613"/>
                    <a:pt x="828" y="1613"/>
                  </a:cubicBezTo>
                  <a:cubicBezTo>
                    <a:pt x="828" y="1613"/>
                    <a:pt x="828" y="1613"/>
                    <a:pt x="828" y="1613"/>
                  </a:cubicBezTo>
                  <a:close/>
                  <a:moveTo>
                    <a:pt x="1592" y="1771"/>
                  </a:moveTo>
                  <a:cubicBezTo>
                    <a:pt x="1592" y="1773"/>
                    <a:pt x="1592" y="1775"/>
                    <a:pt x="1591" y="1777"/>
                  </a:cubicBezTo>
                  <a:cubicBezTo>
                    <a:pt x="1591" y="1778"/>
                    <a:pt x="1591" y="1778"/>
                    <a:pt x="1591" y="1778"/>
                  </a:cubicBezTo>
                  <a:cubicBezTo>
                    <a:pt x="1590" y="1780"/>
                    <a:pt x="1590" y="1782"/>
                    <a:pt x="1589" y="1783"/>
                  </a:cubicBezTo>
                  <a:cubicBezTo>
                    <a:pt x="1589" y="1783"/>
                    <a:pt x="1589" y="1783"/>
                    <a:pt x="1589" y="1784"/>
                  </a:cubicBezTo>
                  <a:cubicBezTo>
                    <a:pt x="1588" y="1784"/>
                    <a:pt x="1588" y="1784"/>
                    <a:pt x="1588" y="1784"/>
                  </a:cubicBezTo>
                  <a:cubicBezTo>
                    <a:pt x="1587" y="1786"/>
                    <a:pt x="1586" y="1788"/>
                    <a:pt x="1584" y="1789"/>
                  </a:cubicBezTo>
                  <a:cubicBezTo>
                    <a:pt x="1584" y="1789"/>
                    <a:pt x="1584" y="1789"/>
                    <a:pt x="1584" y="1789"/>
                  </a:cubicBezTo>
                  <a:cubicBezTo>
                    <a:pt x="1582" y="1791"/>
                    <a:pt x="1581" y="1792"/>
                    <a:pt x="1579" y="1794"/>
                  </a:cubicBezTo>
                  <a:cubicBezTo>
                    <a:pt x="1578" y="1794"/>
                    <a:pt x="1578" y="1794"/>
                    <a:pt x="1578" y="1794"/>
                  </a:cubicBezTo>
                  <a:cubicBezTo>
                    <a:pt x="1578" y="1794"/>
                    <a:pt x="1577" y="1795"/>
                    <a:pt x="1577" y="1795"/>
                  </a:cubicBezTo>
                  <a:cubicBezTo>
                    <a:pt x="1575" y="1796"/>
                    <a:pt x="1573" y="1797"/>
                    <a:pt x="1571" y="1798"/>
                  </a:cubicBezTo>
                  <a:cubicBezTo>
                    <a:pt x="1571" y="1798"/>
                    <a:pt x="1571" y="1798"/>
                    <a:pt x="1570" y="1798"/>
                  </a:cubicBezTo>
                  <a:cubicBezTo>
                    <a:pt x="1569" y="1799"/>
                    <a:pt x="1567" y="1800"/>
                    <a:pt x="1566" y="1800"/>
                  </a:cubicBezTo>
                  <a:cubicBezTo>
                    <a:pt x="1565" y="1800"/>
                    <a:pt x="1564" y="1801"/>
                    <a:pt x="1563" y="1801"/>
                  </a:cubicBezTo>
                  <a:cubicBezTo>
                    <a:pt x="1563" y="1801"/>
                    <a:pt x="1563" y="1801"/>
                    <a:pt x="1562" y="1801"/>
                  </a:cubicBezTo>
                  <a:cubicBezTo>
                    <a:pt x="1562" y="1801"/>
                    <a:pt x="1561" y="1801"/>
                    <a:pt x="1561" y="1802"/>
                  </a:cubicBezTo>
                  <a:cubicBezTo>
                    <a:pt x="1559" y="1802"/>
                    <a:pt x="1557" y="1802"/>
                    <a:pt x="1555" y="1803"/>
                  </a:cubicBezTo>
                  <a:cubicBezTo>
                    <a:pt x="1553" y="1803"/>
                    <a:pt x="1551" y="1803"/>
                    <a:pt x="1550" y="1803"/>
                  </a:cubicBezTo>
                  <a:cubicBezTo>
                    <a:pt x="1548" y="1804"/>
                    <a:pt x="1546" y="1804"/>
                    <a:pt x="1544" y="1804"/>
                  </a:cubicBezTo>
                  <a:cubicBezTo>
                    <a:pt x="1544" y="1804"/>
                    <a:pt x="1543" y="1804"/>
                    <a:pt x="1542" y="1804"/>
                  </a:cubicBezTo>
                  <a:cubicBezTo>
                    <a:pt x="1540" y="1804"/>
                    <a:pt x="1540" y="1804"/>
                    <a:pt x="1540" y="1804"/>
                  </a:cubicBezTo>
                  <a:cubicBezTo>
                    <a:pt x="1540" y="1804"/>
                    <a:pt x="1540" y="1804"/>
                    <a:pt x="1540" y="1804"/>
                  </a:cubicBezTo>
                  <a:cubicBezTo>
                    <a:pt x="1530" y="1804"/>
                    <a:pt x="1519" y="1804"/>
                    <a:pt x="1509" y="1804"/>
                  </a:cubicBezTo>
                  <a:cubicBezTo>
                    <a:pt x="1461" y="1804"/>
                    <a:pt x="908" y="1806"/>
                    <a:pt x="869" y="1806"/>
                  </a:cubicBezTo>
                  <a:cubicBezTo>
                    <a:pt x="866" y="1806"/>
                    <a:pt x="863" y="1806"/>
                    <a:pt x="861" y="1805"/>
                  </a:cubicBezTo>
                  <a:cubicBezTo>
                    <a:pt x="857" y="1805"/>
                    <a:pt x="853" y="1804"/>
                    <a:pt x="850" y="1803"/>
                  </a:cubicBezTo>
                  <a:cubicBezTo>
                    <a:pt x="845" y="1802"/>
                    <a:pt x="841" y="1799"/>
                    <a:pt x="838" y="1796"/>
                  </a:cubicBezTo>
                  <a:cubicBezTo>
                    <a:pt x="835" y="1793"/>
                    <a:pt x="833" y="1790"/>
                    <a:pt x="832" y="1786"/>
                  </a:cubicBezTo>
                  <a:cubicBezTo>
                    <a:pt x="832" y="1782"/>
                    <a:pt x="832" y="1778"/>
                    <a:pt x="834" y="1773"/>
                  </a:cubicBezTo>
                  <a:cubicBezTo>
                    <a:pt x="836" y="1771"/>
                    <a:pt x="836" y="1771"/>
                    <a:pt x="836" y="1771"/>
                  </a:cubicBezTo>
                  <a:cubicBezTo>
                    <a:pt x="836" y="1771"/>
                    <a:pt x="836" y="1771"/>
                    <a:pt x="836" y="1771"/>
                  </a:cubicBezTo>
                  <a:cubicBezTo>
                    <a:pt x="842" y="1758"/>
                    <a:pt x="848" y="1745"/>
                    <a:pt x="854" y="1732"/>
                  </a:cubicBezTo>
                  <a:cubicBezTo>
                    <a:pt x="856" y="1730"/>
                    <a:pt x="857" y="1728"/>
                    <a:pt x="858" y="1726"/>
                  </a:cubicBezTo>
                  <a:cubicBezTo>
                    <a:pt x="862" y="1716"/>
                    <a:pt x="862" y="1716"/>
                    <a:pt x="862" y="1716"/>
                  </a:cubicBezTo>
                  <a:cubicBezTo>
                    <a:pt x="864" y="1712"/>
                    <a:pt x="868" y="1708"/>
                    <a:pt x="872" y="1704"/>
                  </a:cubicBezTo>
                  <a:cubicBezTo>
                    <a:pt x="873" y="1704"/>
                    <a:pt x="874" y="1703"/>
                    <a:pt x="875" y="1702"/>
                  </a:cubicBezTo>
                  <a:cubicBezTo>
                    <a:pt x="875" y="1702"/>
                    <a:pt x="876" y="1701"/>
                    <a:pt x="877" y="1701"/>
                  </a:cubicBezTo>
                  <a:cubicBezTo>
                    <a:pt x="878" y="1700"/>
                    <a:pt x="878" y="1700"/>
                    <a:pt x="879" y="1699"/>
                  </a:cubicBezTo>
                  <a:cubicBezTo>
                    <a:pt x="880" y="1699"/>
                    <a:pt x="880" y="1699"/>
                    <a:pt x="880" y="1699"/>
                  </a:cubicBezTo>
                  <a:cubicBezTo>
                    <a:pt x="881" y="1698"/>
                    <a:pt x="881" y="1698"/>
                    <a:pt x="882" y="1698"/>
                  </a:cubicBezTo>
                  <a:cubicBezTo>
                    <a:pt x="883" y="1697"/>
                    <a:pt x="885" y="1696"/>
                    <a:pt x="886" y="1695"/>
                  </a:cubicBezTo>
                  <a:cubicBezTo>
                    <a:pt x="887" y="1695"/>
                    <a:pt x="888" y="1695"/>
                    <a:pt x="889" y="1694"/>
                  </a:cubicBezTo>
                  <a:cubicBezTo>
                    <a:pt x="890" y="1694"/>
                    <a:pt x="891" y="1693"/>
                    <a:pt x="893" y="1693"/>
                  </a:cubicBezTo>
                  <a:cubicBezTo>
                    <a:pt x="895" y="1692"/>
                    <a:pt x="897" y="1691"/>
                    <a:pt x="899" y="1690"/>
                  </a:cubicBezTo>
                  <a:cubicBezTo>
                    <a:pt x="900" y="1690"/>
                    <a:pt x="901" y="1690"/>
                    <a:pt x="903" y="1689"/>
                  </a:cubicBezTo>
                  <a:cubicBezTo>
                    <a:pt x="903" y="1689"/>
                    <a:pt x="904" y="1689"/>
                    <a:pt x="904" y="1689"/>
                  </a:cubicBezTo>
                  <a:cubicBezTo>
                    <a:pt x="910" y="1687"/>
                    <a:pt x="917" y="1687"/>
                    <a:pt x="923" y="1687"/>
                  </a:cubicBezTo>
                  <a:cubicBezTo>
                    <a:pt x="923" y="1687"/>
                    <a:pt x="1503" y="1685"/>
                    <a:pt x="1525" y="1685"/>
                  </a:cubicBezTo>
                  <a:cubicBezTo>
                    <a:pt x="1531" y="1685"/>
                    <a:pt x="1538" y="1685"/>
                    <a:pt x="1545" y="1685"/>
                  </a:cubicBezTo>
                  <a:cubicBezTo>
                    <a:pt x="1548" y="1685"/>
                    <a:pt x="1551" y="1685"/>
                    <a:pt x="1554" y="1686"/>
                  </a:cubicBezTo>
                  <a:cubicBezTo>
                    <a:pt x="1554" y="1686"/>
                    <a:pt x="1555" y="1686"/>
                    <a:pt x="1555" y="1686"/>
                  </a:cubicBezTo>
                  <a:cubicBezTo>
                    <a:pt x="1557" y="1686"/>
                    <a:pt x="1560" y="1686"/>
                    <a:pt x="1562" y="1687"/>
                  </a:cubicBezTo>
                  <a:cubicBezTo>
                    <a:pt x="1562" y="1687"/>
                    <a:pt x="1563" y="1687"/>
                    <a:pt x="1563" y="1687"/>
                  </a:cubicBezTo>
                  <a:cubicBezTo>
                    <a:pt x="1563" y="1687"/>
                    <a:pt x="1563" y="1687"/>
                    <a:pt x="1563" y="1687"/>
                  </a:cubicBezTo>
                  <a:cubicBezTo>
                    <a:pt x="1566" y="1688"/>
                    <a:pt x="1568" y="1689"/>
                    <a:pt x="1570" y="1690"/>
                  </a:cubicBezTo>
                  <a:cubicBezTo>
                    <a:pt x="1570" y="1690"/>
                    <a:pt x="1571" y="1690"/>
                    <a:pt x="1571" y="1690"/>
                  </a:cubicBezTo>
                  <a:cubicBezTo>
                    <a:pt x="1573" y="1691"/>
                    <a:pt x="1575" y="1692"/>
                    <a:pt x="1577" y="1693"/>
                  </a:cubicBezTo>
                  <a:cubicBezTo>
                    <a:pt x="1577" y="1693"/>
                    <a:pt x="1577" y="1693"/>
                    <a:pt x="1578" y="1693"/>
                  </a:cubicBezTo>
                  <a:cubicBezTo>
                    <a:pt x="1578" y="1694"/>
                    <a:pt x="1578" y="1694"/>
                    <a:pt x="1578" y="1694"/>
                  </a:cubicBezTo>
                  <a:cubicBezTo>
                    <a:pt x="1580" y="1695"/>
                    <a:pt x="1581" y="1696"/>
                    <a:pt x="1582" y="1697"/>
                  </a:cubicBezTo>
                  <a:cubicBezTo>
                    <a:pt x="1584" y="1698"/>
                    <a:pt x="1586" y="1700"/>
                    <a:pt x="1588" y="1703"/>
                  </a:cubicBezTo>
                  <a:cubicBezTo>
                    <a:pt x="1590" y="1706"/>
                    <a:pt x="1592" y="1710"/>
                    <a:pt x="1592" y="1714"/>
                  </a:cubicBezTo>
                  <a:cubicBezTo>
                    <a:pt x="1592" y="1717"/>
                    <a:pt x="1592" y="1717"/>
                    <a:pt x="1592" y="1717"/>
                  </a:cubicBezTo>
                  <a:cubicBezTo>
                    <a:pt x="1592" y="1717"/>
                    <a:pt x="1592" y="1717"/>
                    <a:pt x="1592" y="1717"/>
                  </a:cubicBezTo>
                  <a:cubicBezTo>
                    <a:pt x="1592" y="1731"/>
                    <a:pt x="1592" y="1746"/>
                    <a:pt x="1592" y="1760"/>
                  </a:cubicBezTo>
                  <a:cubicBezTo>
                    <a:pt x="1592" y="1764"/>
                    <a:pt x="1593" y="1767"/>
                    <a:pt x="1592" y="1771"/>
                  </a:cubicBezTo>
                  <a:close/>
                  <a:moveTo>
                    <a:pt x="1671" y="1490"/>
                  </a:moveTo>
                  <a:cubicBezTo>
                    <a:pt x="1671" y="1490"/>
                    <a:pt x="1670" y="1489"/>
                    <a:pt x="1670" y="1489"/>
                  </a:cubicBezTo>
                  <a:cubicBezTo>
                    <a:pt x="1670" y="1489"/>
                    <a:pt x="1669" y="1489"/>
                    <a:pt x="1669" y="1488"/>
                  </a:cubicBezTo>
                  <a:cubicBezTo>
                    <a:pt x="1667" y="1486"/>
                    <a:pt x="1666" y="1483"/>
                    <a:pt x="1665" y="1480"/>
                  </a:cubicBezTo>
                  <a:cubicBezTo>
                    <a:pt x="1665" y="1477"/>
                    <a:pt x="1665" y="1477"/>
                    <a:pt x="1665" y="1477"/>
                  </a:cubicBezTo>
                  <a:cubicBezTo>
                    <a:pt x="1665" y="1475"/>
                    <a:pt x="1665" y="1473"/>
                    <a:pt x="1665" y="1471"/>
                  </a:cubicBezTo>
                  <a:cubicBezTo>
                    <a:pt x="1665" y="1471"/>
                    <a:pt x="1665" y="1471"/>
                    <a:pt x="1665" y="1471"/>
                  </a:cubicBezTo>
                  <a:cubicBezTo>
                    <a:pt x="1664" y="1463"/>
                    <a:pt x="1662" y="1454"/>
                    <a:pt x="1663" y="1445"/>
                  </a:cubicBezTo>
                  <a:cubicBezTo>
                    <a:pt x="1663" y="1443"/>
                    <a:pt x="1663" y="1443"/>
                    <a:pt x="1663" y="1443"/>
                  </a:cubicBezTo>
                  <a:cubicBezTo>
                    <a:pt x="1662" y="1440"/>
                    <a:pt x="1663" y="1437"/>
                    <a:pt x="1665" y="1435"/>
                  </a:cubicBezTo>
                  <a:cubicBezTo>
                    <a:pt x="1667" y="1433"/>
                    <a:pt x="1669" y="1431"/>
                    <a:pt x="1673" y="1429"/>
                  </a:cubicBezTo>
                  <a:cubicBezTo>
                    <a:pt x="1676" y="1427"/>
                    <a:pt x="1680" y="1426"/>
                    <a:pt x="1684" y="1425"/>
                  </a:cubicBezTo>
                  <a:cubicBezTo>
                    <a:pt x="1684" y="1425"/>
                    <a:pt x="1684" y="1425"/>
                    <a:pt x="1684" y="1425"/>
                  </a:cubicBezTo>
                  <a:cubicBezTo>
                    <a:pt x="1685" y="1425"/>
                    <a:pt x="1685" y="1425"/>
                    <a:pt x="1685" y="1425"/>
                  </a:cubicBezTo>
                  <a:cubicBezTo>
                    <a:pt x="1687" y="1424"/>
                    <a:pt x="1689" y="1424"/>
                    <a:pt x="1690" y="1424"/>
                  </a:cubicBezTo>
                  <a:cubicBezTo>
                    <a:pt x="1691" y="1424"/>
                    <a:pt x="1692" y="1424"/>
                    <a:pt x="1693" y="1424"/>
                  </a:cubicBezTo>
                  <a:cubicBezTo>
                    <a:pt x="1700" y="1423"/>
                    <a:pt x="1708" y="1423"/>
                    <a:pt x="1716" y="1423"/>
                  </a:cubicBezTo>
                  <a:cubicBezTo>
                    <a:pt x="1769" y="1423"/>
                    <a:pt x="1769" y="1423"/>
                    <a:pt x="1769" y="1423"/>
                  </a:cubicBezTo>
                  <a:cubicBezTo>
                    <a:pt x="1772" y="1423"/>
                    <a:pt x="1775" y="1423"/>
                    <a:pt x="1778" y="1424"/>
                  </a:cubicBezTo>
                  <a:cubicBezTo>
                    <a:pt x="1792" y="1425"/>
                    <a:pt x="1808" y="1429"/>
                    <a:pt x="1810" y="1442"/>
                  </a:cubicBezTo>
                  <a:cubicBezTo>
                    <a:pt x="1814" y="1454"/>
                    <a:pt x="1815" y="1466"/>
                    <a:pt x="1817" y="1478"/>
                  </a:cubicBezTo>
                  <a:cubicBezTo>
                    <a:pt x="1818" y="1480"/>
                    <a:pt x="1818" y="1480"/>
                    <a:pt x="1818" y="1480"/>
                  </a:cubicBezTo>
                  <a:cubicBezTo>
                    <a:pt x="1818" y="1482"/>
                    <a:pt x="1818" y="1485"/>
                    <a:pt x="1817" y="1487"/>
                  </a:cubicBezTo>
                  <a:cubicBezTo>
                    <a:pt x="1817" y="1487"/>
                    <a:pt x="1817" y="1488"/>
                    <a:pt x="1816" y="1488"/>
                  </a:cubicBezTo>
                  <a:cubicBezTo>
                    <a:pt x="1816" y="1488"/>
                    <a:pt x="1816" y="1488"/>
                    <a:pt x="1816" y="1488"/>
                  </a:cubicBezTo>
                  <a:cubicBezTo>
                    <a:pt x="1816" y="1488"/>
                    <a:pt x="1816" y="1488"/>
                    <a:pt x="1816" y="1488"/>
                  </a:cubicBezTo>
                  <a:cubicBezTo>
                    <a:pt x="1813" y="1494"/>
                    <a:pt x="1807" y="1497"/>
                    <a:pt x="1799" y="1499"/>
                  </a:cubicBezTo>
                  <a:cubicBezTo>
                    <a:pt x="1798" y="1499"/>
                    <a:pt x="1798" y="1499"/>
                    <a:pt x="1797" y="1499"/>
                  </a:cubicBezTo>
                  <a:cubicBezTo>
                    <a:pt x="1796" y="1500"/>
                    <a:pt x="1796" y="1500"/>
                    <a:pt x="1795" y="1500"/>
                  </a:cubicBezTo>
                  <a:cubicBezTo>
                    <a:pt x="1794" y="1500"/>
                    <a:pt x="1794" y="1500"/>
                    <a:pt x="1793" y="1500"/>
                  </a:cubicBezTo>
                  <a:cubicBezTo>
                    <a:pt x="1792" y="1500"/>
                    <a:pt x="1790" y="1501"/>
                    <a:pt x="1789" y="1501"/>
                  </a:cubicBezTo>
                  <a:cubicBezTo>
                    <a:pt x="1771" y="1503"/>
                    <a:pt x="1750" y="1501"/>
                    <a:pt x="1741" y="1501"/>
                  </a:cubicBezTo>
                  <a:cubicBezTo>
                    <a:pt x="1707" y="1501"/>
                    <a:pt x="1707" y="1501"/>
                    <a:pt x="1707" y="1501"/>
                  </a:cubicBezTo>
                  <a:cubicBezTo>
                    <a:pt x="1704" y="1501"/>
                    <a:pt x="1702" y="1501"/>
                    <a:pt x="1699" y="1501"/>
                  </a:cubicBezTo>
                  <a:cubicBezTo>
                    <a:pt x="1697" y="1501"/>
                    <a:pt x="1695" y="1500"/>
                    <a:pt x="1693" y="1500"/>
                  </a:cubicBezTo>
                  <a:cubicBezTo>
                    <a:pt x="1693" y="1500"/>
                    <a:pt x="1692" y="1500"/>
                    <a:pt x="1692" y="1500"/>
                  </a:cubicBezTo>
                  <a:cubicBezTo>
                    <a:pt x="1691" y="1500"/>
                    <a:pt x="1691" y="1500"/>
                    <a:pt x="1691" y="1500"/>
                  </a:cubicBezTo>
                  <a:cubicBezTo>
                    <a:pt x="1689" y="1499"/>
                    <a:pt x="1687" y="1499"/>
                    <a:pt x="1685" y="1498"/>
                  </a:cubicBezTo>
                  <a:cubicBezTo>
                    <a:pt x="1684" y="1498"/>
                    <a:pt x="1684" y="1497"/>
                    <a:pt x="1683" y="1497"/>
                  </a:cubicBezTo>
                  <a:cubicBezTo>
                    <a:pt x="1681" y="1496"/>
                    <a:pt x="1680" y="1496"/>
                    <a:pt x="1678" y="1495"/>
                  </a:cubicBezTo>
                  <a:cubicBezTo>
                    <a:pt x="1676" y="1494"/>
                    <a:pt x="1674" y="1492"/>
                    <a:pt x="1672" y="1491"/>
                  </a:cubicBezTo>
                  <a:cubicBezTo>
                    <a:pt x="1672" y="1491"/>
                    <a:pt x="1671" y="1490"/>
                    <a:pt x="1671" y="1490"/>
                  </a:cubicBezTo>
                  <a:close/>
                  <a:moveTo>
                    <a:pt x="1680" y="1622"/>
                  </a:moveTo>
                  <a:cubicBezTo>
                    <a:pt x="1677" y="1618"/>
                    <a:pt x="1676" y="1615"/>
                    <a:pt x="1675" y="1612"/>
                  </a:cubicBezTo>
                  <a:cubicBezTo>
                    <a:pt x="1675" y="1607"/>
                    <a:pt x="1675" y="1607"/>
                    <a:pt x="1675" y="1607"/>
                  </a:cubicBezTo>
                  <a:cubicBezTo>
                    <a:pt x="1675" y="1607"/>
                    <a:pt x="1675" y="1607"/>
                    <a:pt x="1675" y="1607"/>
                  </a:cubicBezTo>
                  <a:cubicBezTo>
                    <a:pt x="1674" y="1593"/>
                    <a:pt x="1673" y="1580"/>
                    <a:pt x="1672" y="1567"/>
                  </a:cubicBezTo>
                  <a:cubicBezTo>
                    <a:pt x="1672" y="1567"/>
                    <a:pt x="1672" y="1567"/>
                    <a:pt x="1672" y="1567"/>
                  </a:cubicBezTo>
                  <a:cubicBezTo>
                    <a:pt x="1672" y="1566"/>
                    <a:pt x="1672" y="1566"/>
                    <a:pt x="1672" y="1566"/>
                  </a:cubicBezTo>
                  <a:cubicBezTo>
                    <a:pt x="1672" y="1565"/>
                    <a:pt x="1672" y="1564"/>
                    <a:pt x="1672" y="1563"/>
                  </a:cubicBezTo>
                  <a:cubicBezTo>
                    <a:pt x="1675" y="1535"/>
                    <a:pt x="1735" y="1542"/>
                    <a:pt x="1754" y="1542"/>
                  </a:cubicBezTo>
                  <a:cubicBezTo>
                    <a:pt x="1776" y="1542"/>
                    <a:pt x="1819" y="1537"/>
                    <a:pt x="1832" y="1559"/>
                  </a:cubicBezTo>
                  <a:cubicBezTo>
                    <a:pt x="1833" y="1561"/>
                    <a:pt x="1835" y="1563"/>
                    <a:pt x="1835" y="1565"/>
                  </a:cubicBezTo>
                  <a:cubicBezTo>
                    <a:pt x="1836" y="1568"/>
                    <a:pt x="1836" y="1568"/>
                    <a:pt x="1836" y="1568"/>
                  </a:cubicBezTo>
                  <a:cubicBezTo>
                    <a:pt x="1836" y="1568"/>
                    <a:pt x="1836" y="1568"/>
                    <a:pt x="1836" y="1568"/>
                  </a:cubicBezTo>
                  <a:cubicBezTo>
                    <a:pt x="1837" y="1575"/>
                    <a:pt x="1838" y="1581"/>
                    <a:pt x="1840" y="1588"/>
                  </a:cubicBezTo>
                  <a:cubicBezTo>
                    <a:pt x="1844" y="1611"/>
                    <a:pt x="1844" y="1611"/>
                    <a:pt x="1844" y="1611"/>
                  </a:cubicBezTo>
                  <a:cubicBezTo>
                    <a:pt x="1845" y="1615"/>
                    <a:pt x="1844" y="1618"/>
                    <a:pt x="1843" y="1621"/>
                  </a:cubicBezTo>
                  <a:cubicBezTo>
                    <a:pt x="1842" y="1623"/>
                    <a:pt x="1840" y="1625"/>
                    <a:pt x="1838" y="1627"/>
                  </a:cubicBezTo>
                  <a:cubicBezTo>
                    <a:pt x="1838" y="1627"/>
                    <a:pt x="1837" y="1628"/>
                    <a:pt x="1836" y="1629"/>
                  </a:cubicBezTo>
                  <a:cubicBezTo>
                    <a:pt x="1836" y="1629"/>
                    <a:pt x="1835" y="1629"/>
                    <a:pt x="1835" y="1630"/>
                  </a:cubicBezTo>
                  <a:cubicBezTo>
                    <a:pt x="1835" y="1630"/>
                    <a:pt x="1834" y="1630"/>
                    <a:pt x="1834" y="1630"/>
                  </a:cubicBezTo>
                  <a:cubicBezTo>
                    <a:pt x="1833" y="1631"/>
                    <a:pt x="1832" y="1631"/>
                    <a:pt x="1830" y="1632"/>
                  </a:cubicBezTo>
                  <a:cubicBezTo>
                    <a:pt x="1829" y="1633"/>
                    <a:pt x="1828" y="1633"/>
                    <a:pt x="1827" y="1634"/>
                  </a:cubicBezTo>
                  <a:cubicBezTo>
                    <a:pt x="1826" y="1634"/>
                    <a:pt x="1825" y="1634"/>
                    <a:pt x="1825" y="1634"/>
                  </a:cubicBezTo>
                  <a:cubicBezTo>
                    <a:pt x="1824" y="1635"/>
                    <a:pt x="1823" y="1635"/>
                    <a:pt x="1822" y="1635"/>
                  </a:cubicBezTo>
                  <a:cubicBezTo>
                    <a:pt x="1821" y="1635"/>
                    <a:pt x="1820" y="1636"/>
                    <a:pt x="1819" y="1636"/>
                  </a:cubicBezTo>
                  <a:cubicBezTo>
                    <a:pt x="1818" y="1636"/>
                    <a:pt x="1818" y="1636"/>
                    <a:pt x="1818" y="1636"/>
                  </a:cubicBezTo>
                  <a:cubicBezTo>
                    <a:pt x="1816" y="1636"/>
                    <a:pt x="1814" y="1637"/>
                    <a:pt x="1812" y="1637"/>
                  </a:cubicBezTo>
                  <a:cubicBezTo>
                    <a:pt x="1809" y="1637"/>
                    <a:pt x="1807" y="1637"/>
                    <a:pt x="1805" y="1637"/>
                  </a:cubicBezTo>
                  <a:cubicBezTo>
                    <a:pt x="1805" y="1637"/>
                    <a:pt x="1805" y="1637"/>
                    <a:pt x="1805" y="1637"/>
                  </a:cubicBezTo>
                  <a:cubicBezTo>
                    <a:pt x="1804" y="1637"/>
                    <a:pt x="1804" y="1637"/>
                    <a:pt x="1804" y="1637"/>
                  </a:cubicBezTo>
                  <a:cubicBezTo>
                    <a:pt x="1804" y="1637"/>
                    <a:pt x="1804" y="1637"/>
                    <a:pt x="1804" y="1637"/>
                  </a:cubicBezTo>
                  <a:cubicBezTo>
                    <a:pt x="1777" y="1637"/>
                    <a:pt x="1750" y="1637"/>
                    <a:pt x="1722" y="1638"/>
                  </a:cubicBezTo>
                  <a:cubicBezTo>
                    <a:pt x="1719" y="1638"/>
                    <a:pt x="1716" y="1637"/>
                    <a:pt x="1714" y="1637"/>
                  </a:cubicBezTo>
                  <a:cubicBezTo>
                    <a:pt x="1713" y="1637"/>
                    <a:pt x="1712" y="1637"/>
                    <a:pt x="1712" y="1637"/>
                  </a:cubicBezTo>
                  <a:cubicBezTo>
                    <a:pt x="1709" y="1636"/>
                    <a:pt x="1707" y="1636"/>
                    <a:pt x="1705" y="1636"/>
                  </a:cubicBezTo>
                  <a:cubicBezTo>
                    <a:pt x="1705" y="1636"/>
                    <a:pt x="1705" y="1636"/>
                    <a:pt x="1705" y="1636"/>
                  </a:cubicBezTo>
                  <a:cubicBezTo>
                    <a:pt x="1704" y="1635"/>
                    <a:pt x="1704" y="1635"/>
                    <a:pt x="1704" y="1635"/>
                  </a:cubicBezTo>
                  <a:cubicBezTo>
                    <a:pt x="1701" y="1635"/>
                    <a:pt x="1699" y="1634"/>
                    <a:pt x="1697" y="1633"/>
                  </a:cubicBezTo>
                  <a:cubicBezTo>
                    <a:pt x="1696" y="1633"/>
                    <a:pt x="1695" y="1632"/>
                    <a:pt x="1695" y="1632"/>
                  </a:cubicBezTo>
                  <a:cubicBezTo>
                    <a:pt x="1693" y="1632"/>
                    <a:pt x="1692" y="1631"/>
                    <a:pt x="1691" y="1630"/>
                  </a:cubicBezTo>
                  <a:cubicBezTo>
                    <a:pt x="1691" y="1630"/>
                    <a:pt x="1690" y="1630"/>
                    <a:pt x="1690" y="1630"/>
                  </a:cubicBezTo>
                  <a:cubicBezTo>
                    <a:pt x="1686" y="1628"/>
                    <a:pt x="1682" y="1625"/>
                    <a:pt x="1680" y="1622"/>
                  </a:cubicBezTo>
                  <a:close/>
                  <a:moveTo>
                    <a:pt x="1875" y="1783"/>
                  </a:moveTo>
                  <a:cubicBezTo>
                    <a:pt x="1873" y="1787"/>
                    <a:pt x="1870" y="1790"/>
                    <a:pt x="1866" y="1793"/>
                  </a:cubicBezTo>
                  <a:cubicBezTo>
                    <a:pt x="1862" y="1796"/>
                    <a:pt x="1858" y="1799"/>
                    <a:pt x="1852" y="1800"/>
                  </a:cubicBezTo>
                  <a:cubicBezTo>
                    <a:pt x="1846" y="1802"/>
                    <a:pt x="1840" y="1803"/>
                    <a:pt x="1833" y="1803"/>
                  </a:cubicBezTo>
                  <a:cubicBezTo>
                    <a:pt x="1815" y="1803"/>
                    <a:pt x="1815" y="1803"/>
                    <a:pt x="1815" y="1803"/>
                  </a:cubicBezTo>
                  <a:cubicBezTo>
                    <a:pt x="1814" y="1803"/>
                    <a:pt x="1814" y="1803"/>
                    <a:pt x="1814" y="1803"/>
                  </a:cubicBezTo>
                  <a:cubicBezTo>
                    <a:pt x="1789" y="1803"/>
                    <a:pt x="1765" y="1803"/>
                    <a:pt x="1740" y="1803"/>
                  </a:cubicBezTo>
                  <a:cubicBezTo>
                    <a:pt x="1737" y="1803"/>
                    <a:pt x="1734" y="1803"/>
                    <a:pt x="1731" y="1803"/>
                  </a:cubicBezTo>
                  <a:cubicBezTo>
                    <a:pt x="1730" y="1803"/>
                    <a:pt x="1730" y="1803"/>
                    <a:pt x="1729" y="1803"/>
                  </a:cubicBezTo>
                  <a:cubicBezTo>
                    <a:pt x="1726" y="1802"/>
                    <a:pt x="1724" y="1802"/>
                    <a:pt x="1721" y="1801"/>
                  </a:cubicBezTo>
                  <a:cubicBezTo>
                    <a:pt x="1721" y="1801"/>
                    <a:pt x="1721" y="1801"/>
                    <a:pt x="1720" y="1801"/>
                  </a:cubicBezTo>
                  <a:cubicBezTo>
                    <a:pt x="1720" y="1801"/>
                    <a:pt x="1720" y="1801"/>
                    <a:pt x="1720" y="1801"/>
                  </a:cubicBezTo>
                  <a:cubicBezTo>
                    <a:pt x="1709" y="1798"/>
                    <a:pt x="1698" y="1792"/>
                    <a:pt x="1692" y="1783"/>
                  </a:cubicBezTo>
                  <a:cubicBezTo>
                    <a:pt x="1692" y="1783"/>
                    <a:pt x="1692" y="1783"/>
                    <a:pt x="1692" y="1783"/>
                  </a:cubicBezTo>
                  <a:cubicBezTo>
                    <a:pt x="1692" y="1783"/>
                    <a:pt x="1692" y="1783"/>
                    <a:pt x="1692" y="1783"/>
                  </a:cubicBezTo>
                  <a:cubicBezTo>
                    <a:pt x="1691" y="1782"/>
                    <a:pt x="1690" y="1780"/>
                    <a:pt x="1690" y="1778"/>
                  </a:cubicBezTo>
                  <a:cubicBezTo>
                    <a:pt x="1689" y="1777"/>
                    <a:pt x="1689" y="1776"/>
                    <a:pt x="1689" y="1775"/>
                  </a:cubicBezTo>
                  <a:cubicBezTo>
                    <a:pt x="1688" y="1774"/>
                    <a:pt x="1688" y="1773"/>
                    <a:pt x="1688" y="1772"/>
                  </a:cubicBezTo>
                  <a:cubicBezTo>
                    <a:pt x="1688" y="1772"/>
                    <a:pt x="1688" y="1771"/>
                    <a:pt x="1688" y="1771"/>
                  </a:cubicBezTo>
                  <a:cubicBezTo>
                    <a:pt x="1687" y="1769"/>
                    <a:pt x="1687" y="1769"/>
                    <a:pt x="1687" y="1769"/>
                  </a:cubicBezTo>
                  <a:cubicBezTo>
                    <a:pt x="1687" y="1769"/>
                    <a:pt x="1687" y="1769"/>
                    <a:pt x="1687" y="1769"/>
                  </a:cubicBezTo>
                  <a:cubicBezTo>
                    <a:pt x="1686" y="1756"/>
                    <a:pt x="1685" y="1742"/>
                    <a:pt x="1684" y="1728"/>
                  </a:cubicBezTo>
                  <a:cubicBezTo>
                    <a:pt x="1684" y="1725"/>
                    <a:pt x="1684" y="1723"/>
                    <a:pt x="1684" y="1721"/>
                  </a:cubicBezTo>
                  <a:cubicBezTo>
                    <a:pt x="1683" y="1714"/>
                    <a:pt x="1683" y="1714"/>
                    <a:pt x="1683" y="1714"/>
                  </a:cubicBezTo>
                  <a:cubicBezTo>
                    <a:pt x="1683" y="1713"/>
                    <a:pt x="1683" y="1713"/>
                    <a:pt x="1683" y="1713"/>
                  </a:cubicBezTo>
                  <a:cubicBezTo>
                    <a:pt x="1683" y="1711"/>
                    <a:pt x="1683" y="1710"/>
                    <a:pt x="1684" y="1709"/>
                  </a:cubicBezTo>
                  <a:cubicBezTo>
                    <a:pt x="1684" y="1708"/>
                    <a:pt x="1684" y="1707"/>
                    <a:pt x="1684" y="1707"/>
                  </a:cubicBezTo>
                  <a:cubicBezTo>
                    <a:pt x="1685" y="1706"/>
                    <a:pt x="1685" y="1705"/>
                    <a:pt x="1685" y="1704"/>
                  </a:cubicBezTo>
                  <a:cubicBezTo>
                    <a:pt x="1686" y="1703"/>
                    <a:pt x="1686" y="1703"/>
                    <a:pt x="1686" y="1702"/>
                  </a:cubicBezTo>
                  <a:cubicBezTo>
                    <a:pt x="1686" y="1702"/>
                    <a:pt x="1686" y="1702"/>
                    <a:pt x="1686" y="1702"/>
                  </a:cubicBezTo>
                  <a:cubicBezTo>
                    <a:pt x="1687" y="1700"/>
                    <a:pt x="1688" y="1699"/>
                    <a:pt x="1689" y="1698"/>
                  </a:cubicBezTo>
                  <a:cubicBezTo>
                    <a:pt x="1690" y="1697"/>
                    <a:pt x="1691" y="1697"/>
                    <a:pt x="1691" y="1696"/>
                  </a:cubicBezTo>
                  <a:cubicBezTo>
                    <a:pt x="1692" y="1695"/>
                    <a:pt x="1693" y="1695"/>
                    <a:pt x="1694" y="1694"/>
                  </a:cubicBezTo>
                  <a:cubicBezTo>
                    <a:pt x="1695" y="1694"/>
                    <a:pt x="1695" y="1693"/>
                    <a:pt x="1695" y="1693"/>
                  </a:cubicBezTo>
                  <a:cubicBezTo>
                    <a:pt x="1695" y="1693"/>
                    <a:pt x="1696" y="1693"/>
                    <a:pt x="1696" y="1693"/>
                  </a:cubicBezTo>
                  <a:cubicBezTo>
                    <a:pt x="1698" y="1692"/>
                    <a:pt x="1699" y="1691"/>
                    <a:pt x="1701" y="1690"/>
                  </a:cubicBezTo>
                  <a:cubicBezTo>
                    <a:pt x="1702" y="1690"/>
                    <a:pt x="1702" y="1689"/>
                    <a:pt x="1702" y="1689"/>
                  </a:cubicBezTo>
                  <a:cubicBezTo>
                    <a:pt x="1703" y="1689"/>
                    <a:pt x="1703" y="1689"/>
                    <a:pt x="1703" y="1689"/>
                  </a:cubicBezTo>
                  <a:cubicBezTo>
                    <a:pt x="1704" y="1689"/>
                    <a:pt x="1704" y="1689"/>
                    <a:pt x="1705" y="1688"/>
                  </a:cubicBezTo>
                  <a:cubicBezTo>
                    <a:pt x="1706" y="1688"/>
                    <a:pt x="1708" y="1687"/>
                    <a:pt x="1709" y="1687"/>
                  </a:cubicBezTo>
                  <a:cubicBezTo>
                    <a:pt x="1710" y="1687"/>
                    <a:pt x="1711" y="1686"/>
                    <a:pt x="1712" y="1686"/>
                  </a:cubicBezTo>
                  <a:cubicBezTo>
                    <a:pt x="1713" y="1686"/>
                    <a:pt x="1714" y="1686"/>
                    <a:pt x="1714" y="1686"/>
                  </a:cubicBezTo>
                  <a:cubicBezTo>
                    <a:pt x="1717" y="1685"/>
                    <a:pt x="1720" y="1685"/>
                    <a:pt x="1723" y="1685"/>
                  </a:cubicBezTo>
                  <a:cubicBezTo>
                    <a:pt x="1723" y="1685"/>
                    <a:pt x="1724" y="1685"/>
                    <a:pt x="1724" y="1685"/>
                  </a:cubicBezTo>
                  <a:cubicBezTo>
                    <a:pt x="1725" y="1685"/>
                    <a:pt x="1726" y="1685"/>
                    <a:pt x="1727" y="1685"/>
                  </a:cubicBezTo>
                  <a:cubicBezTo>
                    <a:pt x="1731" y="1685"/>
                    <a:pt x="1731" y="1685"/>
                    <a:pt x="1731" y="1685"/>
                  </a:cubicBezTo>
                  <a:cubicBezTo>
                    <a:pt x="1736" y="1684"/>
                    <a:pt x="1740" y="1684"/>
                    <a:pt x="1744" y="1684"/>
                  </a:cubicBezTo>
                  <a:cubicBezTo>
                    <a:pt x="1748" y="1684"/>
                    <a:pt x="1752" y="1684"/>
                    <a:pt x="1755" y="1684"/>
                  </a:cubicBezTo>
                  <a:cubicBezTo>
                    <a:pt x="1791" y="1684"/>
                    <a:pt x="1791" y="1684"/>
                    <a:pt x="1791" y="1684"/>
                  </a:cubicBezTo>
                  <a:cubicBezTo>
                    <a:pt x="1801" y="1684"/>
                    <a:pt x="1811" y="1684"/>
                    <a:pt x="1820" y="1685"/>
                  </a:cubicBezTo>
                  <a:cubicBezTo>
                    <a:pt x="1822" y="1685"/>
                    <a:pt x="1823" y="1685"/>
                    <a:pt x="1825" y="1685"/>
                  </a:cubicBezTo>
                  <a:cubicBezTo>
                    <a:pt x="1826" y="1686"/>
                    <a:pt x="1827" y="1686"/>
                    <a:pt x="1828" y="1686"/>
                  </a:cubicBezTo>
                  <a:cubicBezTo>
                    <a:pt x="1828" y="1686"/>
                    <a:pt x="1829" y="1686"/>
                    <a:pt x="1830" y="1686"/>
                  </a:cubicBezTo>
                  <a:cubicBezTo>
                    <a:pt x="1830" y="1686"/>
                    <a:pt x="1831" y="1686"/>
                    <a:pt x="1831" y="1687"/>
                  </a:cubicBezTo>
                  <a:cubicBezTo>
                    <a:pt x="1832" y="1687"/>
                    <a:pt x="1832" y="1687"/>
                    <a:pt x="1833" y="1687"/>
                  </a:cubicBezTo>
                  <a:cubicBezTo>
                    <a:pt x="1834" y="1687"/>
                    <a:pt x="1836" y="1688"/>
                    <a:pt x="1838" y="1689"/>
                  </a:cubicBezTo>
                  <a:cubicBezTo>
                    <a:pt x="1839" y="1689"/>
                    <a:pt x="1840" y="1689"/>
                    <a:pt x="1841" y="1690"/>
                  </a:cubicBezTo>
                  <a:cubicBezTo>
                    <a:pt x="1842" y="1690"/>
                    <a:pt x="1842" y="1690"/>
                    <a:pt x="1843" y="1691"/>
                  </a:cubicBezTo>
                  <a:cubicBezTo>
                    <a:pt x="1845" y="1691"/>
                    <a:pt x="1846" y="1692"/>
                    <a:pt x="1847" y="1693"/>
                  </a:cubicBezTo>
                  <a:cubicBezTo>
                    <a:pt x="1852" y="1695"/>
                    <a:pt x="1856" y="1698"/>
                    <a:pt x="1859" y="1702"/>
                  </a:cubicBezTo>
                  <a:cubicBezTo>
                    <a:pt x="1862" y="1705"/>
                    <a:pt x="1864" y="1709"/>
                    <a:pt x="1865" y="1713"/>
                  </a:cubicBezTo>
                  <a:cubicBezTo>
                    <a:pt x="1870" y="1736"/>
                    <a:pt x="1870" y="1736"/>
                    <a:pt x="1870" y="1736"/>
                  </a:cubicBezTo>
                  <a:cubicBezTo>
                    <a:pt x="1871" y="1746"/>
                    <a:pt x="1873" y="1755"/>
                    <a:pt x="1875" y="1764"/>
                  </a:cubicBezTo>
                  <a:cubicBezTo>
                    <a:pt x="1875" y="1764"/>
                    <a:pt x="1875" y="1764"/>
                    <a:pt x="1875" y="1764"/>
                  </a:cubicBezTo>
                  <a:cubicBezTo>
                    <a:pt x="1876" y="1770"/>
                    <a:pt x="1876" y="1770"/>
                    <a:pt x="1876" y="1770"/>
                  </a:cubicBezTo>
                  <a:cubicBezTo>
                    <a:pt x="1877" y="1775"/>
                    <a:pt x="1877" y="1779"/>
                    <a:pt x="1875" y="1783"/>
                  </a:cubicBezTo>
                  <a:close/>
                  <a:moveTo>
                    <a:pt x="2041" y="1494"/>
                  </a:moveTo>
                  <a:cubicBezTo>
                    <a:pt x="2036" y="1492"/>
                    <a:pt x="2032" y="1490"/>
                    <a:pt x="2030" y="1487"/>
                  </a:cubicBezTo>
                  <a:cubicBezTo>
                    <a:pt x="2027" y="1485"/>
                    <a:pt x="2024" y="1482"/>
                    <a:pt x="2023" y="1479"/>
                  </a:cubicBezTo>
                  <a:cubicBezTo>
                    <a:pt x="2021" y="1474"/>
                    <a:pt x="2021" y="1474"/>
                    <a:pt x="2021" y="1474"/>
                  </a:cubicBezTo>
                  <a:cubicBezTo>
                    <a:pt x="2019" y="1467"/>
                    <a:pt x="2016" y="1460"/>
                    <a:pt x="2014" y="1453"/>
                  </a:cubicBezTo>
                  <a:cubicBezTo>
                    <a:pt x="2012" y="1449"/>
                    <a:pt x="2009" y="1444"/>
                    <a:pt x="2009" y="1439"/>
                  </a:cubicBezTo>
                  <a:cubicBezTo>
                    <a:pt x="2009" y="1439"/>
                    <a:pt x="2009" y="1438"/>
                    <a:pt x="2009" y="1437"/>
                  </a:cubicBezTo>
                  <a:cubicBezTo>
                    <a:pt x="2009" y="1437"/>
                    <a:pt x="2009" y="1437"/>
                    <a:pt x="2009" y="1437"/>
                  </a:cubicBezTo>
                  <a:cubicBezTo>
                    <a:pt x="2009" y="1436"/>
                    <a:pt x="2009" y="1436"/>
                    <a:pt x="2009" y="1436"/>
                  </a:cubicBezTo>
                  <a:cubicBezTo>
                    <a:pt x="2010" y="1435"/>
                    <a:pt x="2009" y="1435"/>
                    <a:pt x="2010" y="1434"/>
                  </a:cubicBezTo>
                  <a:cubicBezTo>
                    <a:pt x="2010" y="1434"/>
                    <a:pt x="2010" y="1434"/>
                    <a:pt x="2010" y="1434"/>
                  </a:cubicBezTo>
                  <a:cubicBezTo>
                    <a:pt x="2016" y="1421"/>
                    <a:pt x="2039" y="1423"/>
                    <a:pt x="2051" y="1423"/>
                  </a:cubicBezTo>
                  <a:cubicBezTo>
                    <a:pt x="2110" y="1422"/>
                    <a:pt x="2110" y="1422"/>
                    <a:pt x="2110" y="1422"/>
                  </a:cubicBezTo>
                  <a:cubicBezTo>
                    <a:pt x="2115" y="1422"/>
                    <a:pt x="2120" y="1423"/>
                    <a:pt x="2125" y="1424"/>
                  </a:cubicBezTo>
                  <a:cubicBezTo>
                    <a:pt x="2126" y="1424"/>
                    <a:pt x="2128" y="1424"/>
                    <a:pt x="2129" y="1425"/>
                  </a:cubicBezTo>
                  <a:cubicBezTo>
                    <a:pt x="2129" y="1425"/>
                    <a:pt x="2130" y="1425"/>
                    <a:pt x="2131" y="1425"/>
                  </a:cubicBezTo>
                  <a:cubicBezTo>
                    <a:pt x="2132" y="1425"/>
                    <a:pt x="2133" y="1426"/>
                    <a:pt x="2133" y="1426"/>
                  </a:cubicBezTo>
                  <a:cubicBezTo>
                    <a:pt x="2135" y="1426"/>
                    <a:pt x="2137" y="1427"/>
                    <a:pt x="2138" y="1428"/>
                  </a:cubicBezTo>
                  <a:cubicBezTo>
                    <a:pt x="2139" y="1428"/>
                    <a:pt x="2139" y="1428"/>
                    <a:pt x="2139" y="1428"/>
                  </a:cubicBezTo>
                  <a:cubicBezTo>
                    <a:pt x="2139" y="1428"/>
                    <a:pt x="2139" y="1428"/>
                    <a:pt x="2140" y="1428"/>
                  </a:cubicBezTo>
                  <a:cubicBezTo>
                    <a:pt x="2141" y="1429"/>
                    <a:pt x="2142" y="1429"/>
                    <a:pt x="2144" y="1430"/>
                  </a:cubicBezTo>
                  <a:cubicBezTo>
                    <a:pt x="2145" y="1431"/>
                    <a:pt x="2146" y="1431"/>
                    <a:pt x="2146" y="1431"/>
                  </a:cubicBezTo>
                  <a:cubicBezTo>
                    <a:pt x="2147" y="1432"/>
                    <a:pt x="2147" y="1432"/>
                    <a:pt x="2148" y="1432"/>
                  </a:cubicBezTo>
                  <a:cubicBezTo>
                    <a:pt x="2148" y="1433"/>
                    <a:pt x="2148" y="1433"/>
                    <a:pt x="2149" y="1433"/>
                  </a:cubicBezTo>
                  <a:cubicBezTo>
                    <a:pt x="2149" y="1433"/>
                    <a:pt x="2150" y="1434"/>
                    <a:pt x="2150" y="1434"/>
                  </a:cubicBezTo>
                  <a:cubicBezTo>
                    <a:pt x="2153" y="1436"/>
                    <a:pt x="2156" y="1439"/>
                    <a:pt x="2157" y="1442"/>
                  </a:cubicBezTo>
                  <a:cubicBezTo>
                    <a:pt x="2157" y="1442"/>
                    <a:pt x="2157" y="1442"/>
                    <a:pt x="2157" y="1442"/>
                  </a:cubicBezTo>
                  <a:cubicBezTo>
                    <a:pt x="2163" y="1450"/>
                    <a:pt x="2166" y="1460"/>
                    <a:pt x="2170" y="1468"/>
                  </a:cubicBezTo>
                  <a:cubicBezTo>
                    <a:pt x="2170" y="1468"/>
                    <a:pt x="2170" y="1468"/>
                    <a:pt x="2170" y="1468"/>
                  </a:cubicBezTo>
                  <a:cubicBezTo>
                    <a:pt x="2172" y="1473"/>
                    <a:pt x="2176" y="1477"/>
                    <a:pt x="2177" y="1482"/>
                  </a:cubicBezTo>
                  <a:cubicBezTo>
                    <a:pt x="2177" y="1482"/>
                    <a:pt x="2177" y="1483"/>
                    <a:pt x="2177" y="1483"/>
                  </a:cubicBezTo>
                  <a:cubicBezTo>
                    <a:pt x="2177" y="1483"/>
                    <a:pt x="2177" y="1483"/>
                    <a:pt x="2177" y="1483"/>
                  </a:cubicBezTo>
                  <a:cubicBezTo>
                    <a:pt x="2178" y="1492"/>
                    <a:pt x="2170" y="1496"/>
                    <a:pt x="2162" y="1498"/>
                  </a:cubicBezTo>
                  <a:cubicBezTo>
                    <a:pt x="2161" y="1498"/>
                    <a:pt x="2161" y="1498"/>
                    <a:pt x="2161" y="1499"/>
                  </a:cubicBezTo>
                  <a:cubicBezTo>
                    <a:pt x="2160" y="1499"/>
                    <a:pt x="2160" y="1499"/>
                    <a:pt x="2159" y="1499"/>
                  </a:cubicBezTo>
                  <a:cubicBezTo>
                    <a:pt x="2158" y="1499"/>
                    <a:pt x="2156" y="1499"/>
                    <a:pt x="2155" y="1500"/>
                  </a:cubicBezTo>
                  <a:cubicBezTo>
                    <a:pt x="2154" y="1500"/>
                    <a:pt x="2154" y="1500"/>
                    <a:pt x="2153" y="1500"/>
                  </a:cubicBezTo>
                  <a:cubicBezTo>
                    <a:pt x="2152" y="1500"/>
                    <a:pt x="2150" y="1500"/>
                    <a:pt x="2149" y="1500"/>
                  </a:cubicBezTo>
                  <a:cubicBezTo>
                    <a:pt x="2148" y="1500"/>
                    <a:pt x="2147" y="1500"/>
                    <a:pt x="2146" y="1500"/>
                  </a:cubicBezTo>
                  <a:cubicBezTo>
                    <a:pt x="2146" y="1500"/>
                    <a:pt x="2146" y="1500"/>
                    <a:pt x="2146" y="1500"/>
                  </a:cubicBezTo>
                  <a:cubicBezTo>
                    <a:pt x="2144" y="1500"/>
                    <a:pt x="2144" y="1500"/>
                    <a:pt x="2144" y="1500"/>
                  </a:cubicBezTo>
                  <a:cubicBezTo>
                    <a:pt x="2135" y="1500"/>
                    <a:pt x="2126" y="1500"/>
                    <a:pt x="2117" y="1500"/>
                  </a:cubicBezTo>
                  <a:cubicBezTo>
                    <a:pt x="2102" y="1500"/>
                    <a:pt x="2087" y="1500"/>
                    <a:pt x="2072" y="1500"/>
                  </a:cubicBezTo>
                  <a:cubicBezTo>
                    <a:pt x="2061" y="1500"/>
                    <a:pt x="2050" y="1499"/>
                    <a:pt x="2041" y="1494"/>
                  </a:cubicBezTo>
                  <a:cubicBezTo>
                    <a:pt x="2041" y="1494"/>
                    <a:pt x="2041" y="1494"/>
                    <a:pt x="2041" y="1494"/>
                  </a:cubicBezTo>
                  <a:close/>
                  <a:moveTo>
                    <a:pt x="2079" y="1621"/>
                  </a:moveTo>
                  <a:cubicBezTo>
                    <a:pt x="2076" y="1617"/>
                    <a:pt x="2073" y="1614"/>
                    <a:pt x="2072" y="1611"/>
                  </a:cubicBezTo>
                  <a:cubicBezTo>
                    <a:pt x="2064" y="1588"/>
                    <a:pt x="2064" y="1588"/>
                    <a:pt x="2064" y="1588"/>
                  </a:cubicBezTo>
                  <a:cubicBezTo>
                    <a:pt x="2061" y="1581"/>
                    <a:pt x="2059" y="1575"/>
                    <a:pt x="2056" y="1568"/>
                  </a:cubicBezTo>
                  <a:cubicBezTo>
                    <a:pt x="2056" y="1568"/>
                    <a:pt x="2056" y="1568"/>
                    <a:pt x="2056" y="1568"/>
                  </a:cubicBezTo>
                  <a:cubicBezTo>
                    <a:pt x="2055" y="1565"/>
                    <a:pt x="2055" y="1565"/>
                    <a:pt x="2055" y="1565"/>
                  </a:cubicBezTo>
                  <a:cubicBezTo>
                    <a:pt x="2054" y="1561"/>
                    <a:pt x="2054" y="1558"/>
                    <a:pt x="2055" y="1555"/>
                  </a:cubicBezTo>
                  <a:cubicBezTo>
                    <a:pt x="2056" y="1553"/>
                    <a:pt x="2057" y="1552"/>
                    <a:pt x="2059" y="1550"/>
                  </a:cubicBezTo>
                  <a:cubicBezTo>
                    <a:pt x="2059" y="1550"/>
                    <a:pt x="2059" y="1550"/>
                    <a:pt x="2060" y="1549"/>
                  </a:cubicBezTo>
                  <a:cubicBezTo>
                    <a:pt x="2060" y="1549"/>
                    <a:pt x="2061" y="1548"/>
                    <a:pt x="2061" y="1548"/>
                  </a:cubicBezTo>
                  <a:cubicBezTo>
                    <a:pt x="2064" y="1546"/>
                    <a:pt x="2068" y="1544"/>
                    <a:pt x="2072" y="1543"/>
                  </a:cubicBezTo>
                  <a:cubicBezTo>
                    <a:pt x="2076" y="1542"/>
                    <a:pt x="2080" y="1542"/>
                    <a:pt x="2084" y="1541"/>
                  </a:cubicBezTo>
                  <a:cubicBezTo>
                    <a:pt x="2100" y="1540"/>
                    <a:pt x="2117" y="1541"/>
                    <a:pt x="2125" y="1541"/>
                  </a:cubicBezTo>
                  <a:cubicBezTo>
                    <a:pt x="2153" y="1541"/>
                    <a:pt x="2202" y="1535"/>
                    <a:pt x="2218" y="1564"/>
                  </a:cubicBezTo>
                  <a:cubicBezTo>
                    <a:pt x="2218" y="1564"/>
                    <a:pt x="2218" y="1564"/>
                    <a:pt x="2218" y="1564"/>
                  </a:cubicBezTo>
                  <a:cubicBezTo>
                    <a:pt x="2218" y="1565"/>
                    <a:pt x="2218" y="1565"/>
                    <a:pt x="2218" y="1565"/>
                  </a:cubicBezTo>
                  <a:cubicBezTo>
                    <a:pt x="2218" y="1565"/>
                    <a:pt x="2218" y="1565"/>
                    <a:pt x="2218" y="1565"/>
                  </a:cubicBezTo>
                  <a:cubicBezTo>
                    <a:pt x="2224" y="1577"/>
                    <a:pt x="2230" y="1589"/>
                    <a:pt x="2236" y="1601"/>
                  </a:cubicBezTo>
                  <a:cubicBezTo>
                    <a:pt x="2238" y="1605"/>
                    <a:pt x="2241" y="1609"/>
                    <a:pt x="2242" y="1614"/>
                  </a:cubicBezTo>
                  <a:cubicBezTo>
                    <a:pt x="2242" y="1614"/>
                    <a:pt x="2242" y="1614"/>
                    <a:pt x="2242" y="1614"/>
                  </a:cubicBezTo>
                  <a:cubicBezTo>
                    <a:pt x="2242" y="1615"/>
                    <a:pt x="2242" y="1616"/>
                    <a:pt x="2242" y="1617"/>
                  </a:cubicBezTo>
                  <a:cubicBezTo>
                    <a:pt x="2242" y="1618"/>
                    <a:pt x="2242" y="1619"/>
                    <a:pt x="2242" y="1620"/>
                  </a:cubicBezTo>
                  <a:cubicBezTo>
                    <a:pt x="2242" y="1620"/>
                    <a:pt x="2242" y="1620"/>
                    <a:pt x="2242" y="1620"/>
                  </a:cubicBezTo>
                  <a:cubicBezTo>
                    <a:pt x="2242" y="1620"/>
                    <a:pt x="2242" y="1621"/>
                    <a:pt x="2242" y="1621"/>
                  </a:cubicBezTo>
                  <a:cubicBezTo>
                    <a:pt x="2242" y="1622"/>
                    <a:pt x="2241" y="1623"/>
                    <a:pt x="2240" y="1624"/>
                  </a:cubicBezTo>
                  <a:cubicBezTo>
                    <a:pt x="2240" y="1625"/>
                    <a:pt x="2240" y="1625"/>
                    <a:pt x="2240" y="1625"/>
                  </a:cubicBezTo>
                  <a:cubicBezTo>
                    <a:pt x="2239" y="1626"/>
                    <a:pt x="2238" y="1627"/>
                    <a:pt x="2237" y="1628"/>
                  </a:cubicBezTo>
                  <a:cubicBezTo>
                    <a:pt x="2237" y="1628"/>
                    <a:pt x="2237" y="1628"/>
                    <a:pt x="2237" y="1628"/>
                  </a:cubicBezTo>
                  <a:cubicBezTo>
                    <a:pt x="2236" y="1629"/>
                    <a:pt x="2236" y="1629"/>
                    <a:pt x="2236" y="1629"/>
                  </a:cubicBezTo>
                  <a:cubicBezTo>
                    <a:pt x="2235" y="1630"/>
                    <a:pt x="2234" y="1630"/>
                    <a:pt x="2234" y="1630"/>
                  </a:cubicBezTo>
                  <a:cubicBezTo>
                    <a:pt x="2231" y="1632"/>
                    <a:pt x="2229" y="1633"/>
                    <a:pt x="2225" y="1634"/>
                  </a:cubicBezTo>
                  <a:cubicBezTo>
                    <a:pt x="2225" y="1634"/>
                    <a:pt x="2224" y="1635"/>
                    <a:pt x="2223" y="1635"/>
                  </a:cubicBezTo>
                  <a:cubicBezTo>
                    <a:pt x="2221" y="1635"/>
                    <a:pt x="2220" y="1635"/>
                    <a:pt x="2219" y="1636"/>
                  </a:cubicBezTo>
                  <a:cubicBezTo>
                    <a:pt x="2218" y="1636"/>
                    <a:pt x="2218" y="1636"/>
                    <a:pt x="2217" y="1636"/>
                  </a:cubicBezTo>
                  <a:cubicBezTo>
                    <a:pt x="2217" y="1636"/>
                    <a:pt x="2216" y="1636"/>
                    <a:pt x="2216" y="1636"/>
                  </a:cubicBezTo>
                  <a:cubicBezTo>
                    <a:pt x="2187" y="1639"/>
                    <a:pt x="2156" y="1636"/>
                    <a:pt x="2126" y="1637"/>
                  </a:cubicBezTo>
                  <a:cubicBezTo>
                    <a:pt x="2123" y="1637"/>
                    <a:pt x="2120" y="1636"/>
                    <a:pt x="2117" y="1636"/>
                  </a:cubicBezTo>
                  <a:cubicBezTo>
                    <a:pt x="2117" y="1636"/>
                    <a:pt x="2117" y="1636"/>
                    <a:pt x="2117" y="1636"/>
                  </a:cubicBezTo>
                  <a:cubicBezTo>
                    <a:pt x="2106" y="1635"/>
                    <a:pt x="2095" y="1631"/>
                    <a:pt x="2086" y="1625"/>
                  </a:cubicBezTo>
                  <a:cubicBezTo>
                    <a:pt x="2083" y="1624"/>
                    <a:pt x="2081" y="1622"/>
                    <a:pt x="2079" y="1621"/>
                  </a:cubicBezTo>
                  <a:close/>
                  <a:moveTo>
                    <a:pt x="2322" y="1782"/>
                  </a:moveTo>
                  <a:cubicBezTo>
                    <a:pt x="2322" y="1783"/>
                    <a:pt x="2321" y="1783"/>
                    <a:pt x="2321" y="1784"/>
                  </a:cubicBezTo>
                  <a:cubicBezTo>
                    <a:pt x="2321" y="1785"/>
                    <a:pt x="2321" y="1785"/>
                    <a:pt x="2321" y="1786"/>
                  </a:cubicBezTo>
                  <a:cubicBezTo>
                    <a:pt x="2320" y="1787"/>
                    <a:pt x="2320" y="1788"/>
                    <a:pt x="2319" y="1789"/>
                  </a:cubicBezTo>
                  <a:cubicBezTo>
                    <a:pt x="2319" y="1789"/>
                    <a:pt x="2319" y="1789"/>
                    <a:pt x="2319" y="1790"/>
                  </a:cubicBezTo>
                  <a:cubicBezTo>
                    <a:pt x="2318" y="1790"/>
                    <a:pt x="2318" y="1791"/>
                    <a:pt x="2317" y="1791"/>
                  </a:cubicBezTo>
                  <a:cubicBezTo>
                    <a:pt x="2317" y="1791"/>
                    <a:pt x="2317" y="1792"/>
                    <a:pt x="2316" y="1792"/>
                  </a:cubicBezTo>
                  <a:cubicBezTo>
                    <a:pt x="2316" y="1792"/>
                    <a:pt x="2316" y="1792"/>
                    <a:pt x="2316" y="1793"/>
                  </a:cubicBezTo>
                  <a:cubicBezTo>
                    <a:pt x="2310" y="1798"/>
                    <a:pt x="2303" y="1800"/>
                    <a:pt x="2296" y="1801"/>
                  </a:cubicBezTo>
                  <a:cubicBezTo>
                    <a:pt x="2296" y="1801"/>
                    <a:pt x="2295" y="1801"/>
                    <a:pt x="2295" y="1801"/>
                  </a:cubicBezTo>
                  <a:cubicBezTo>
                    <a:pt x="2292" y="1802"/>
                    <a:pt x="2289" y="1802"/>
                    <a:pt x="2286" y="1802"/>
                  </a:cubicBezTo>
                  <a:cubicBezTo>
                    <a:pt x="2286" y="1802"/>
                    <a:pt x="2286" y="1802"/>
                    <a:pt x="2286" y="1802"/>
                  </a:cubicBezTo>
                  <a:cubicBezTo>
                    <a:pt x="2283" y="1802"/>
                    <a:pt x="2283" y="1802"/>
                    <a:pt x="2283" y="1802"/>
                  </a:cubicBezTo>
                  <a:cubicBezTo>
                    <a:pt x="2280" y="1802"/>
                    <a:pt x="2277" y="1802"/>
                    <a:pt x="2275" y="1802"/>
                  </a:cubicBezTo>
                  <a:cubicBezTo>
                    <a:pt x="2193" y="1802"/>
                    <a:pt x="2193" y="1802"/>
                    <a:pt x="2193" y="1802"/>
                  </a:cubicBezTo>
                  <a:cubicBezTo>
                    <a:pt x="2190" y="1802"/>
                    <a:pt x="2187" y="1802"/>
                    <a:pt x="2184" y="1802"/>
                  </a:cubicBezTo>
                  <a:cubicBezTo>
                    <a:pt x="2183" y="1801"/>
                    <a:pt x="2182" y="1801"/>
                    <a:pt x="2181" y="1801"/>
                  </a:cubicBezTo>
                  <a:cubicBezTo>
                    <a:pt x="2164" y="1799"/>
                    <a:pt x="2144" y="1791"/>
                    <a:pt x="2135" y="1776"/>
                  </a:cubicBezTo>
                  <a:cubicBezTo>
                    <a:pt x="2133" y="1774"/>
                    <a:pt x="2132" y="1772"/>
                    <a:pt x="2131" y="1770"/>
                  </a:cubicBezTo>
                  <a:cubicBezTo>
                    <a:pt x="2131" y="1769"/>
                    <a:pt x="2131" y="1769"/>
                    <a:pt x="2131" y="1769"/>
                  </a:cubicBezTo>
                  <a:cubicBezTo>
                    <a:pt x="2131" y="1769"/>
                    <a:pt x="2131" y="1769"/>
                    <a:pt x="2131" y="1769"/>
                  </a:cubicBezTo>
                  <a:cubicBezTo>
                    <a:pt x="2127" y="1757"/>
                    <a:pt x="2122" y="1746"/>
                    <a:pt x="2118" y="1734"/>
                  </a:cubicBezTo>
                  <a:cubicBezTo>
                    <a:pt x="2116" y="1728"/>
                    <a:pt x="2112" y="1720"/>
                    <a:pt x="2110" y="1713"/>
                  </a:cubicBezTo>
                  <a:cubicBezTo>
                    <a:pt x="2110" y="1713"/>
                    <a:pt x="2110" y="1713"/>
                    <a:pt x="2110" y="1713"/>
                  </a:cubicBezTo>
                  <a:cubicBezTo>
                    <a:pt x="2110" y="1713"/>
                    <a:pt x="2110" y="1712"/>
                    <a:pt x="2110" y="1712"/>
                  </a:cubicBezTo>
                  <a:cubicBezTo>
                    <a:pt x="2110" y="1712"/>
                    <a:pt x="2109" y="1711"/>
                    <a:pt x="2109" y="1710"/>
                  </a:cubicBezTo>
                  <a:cubicBezTo>
                    <a:pt x="2109" y="1707"/>
                    <a:pt x="2109" y="1704"/>
                    <a:pt x="2109" y="1701"/>
                  </a:cubicBezTo>
                  <a:cubicBezTo>
                    <a:pt x="2110" y="1699"/>
                    <a:pt x="2111" y="1698"/>
                    <a:pt x="2112" y="1696"/>
                  </a:cubicBezTo>
                  <a:cubicBezTo>
                    <a:pt x="2112" y="1696"/>
                    <a:pt x="2112" y="1696"/>
                    <a:pt x="2112" y="1696"/>
                  </a:cubicBezTo>
                  <a:cubicBezTo>
                    <a:pt x="2117" y="1688"/>
                    <a:pt x="2126" y="1685"/>
                    <a:pt x="2136" y="1684"/>
                  </a:cubicBezTo>
                  <a:cubicBezTo>
                    <a:pt x="2136" y="1684"/>
                    <a:pt x="2136" y="1684"/>
                    <a:pt x="2137" y="1684"/>
                  </a:cubicBezTo>
                  <a:cubicBezTo>
                    <a:pt x="2139" y="1684"/>
                    <a:pt x="2141" y="1684"/>
                    <a:pt x="2144" y="1684"/>
                  </a:cubicBezTo>
                  <a:cubicBezTo>
                    <a:pt x="2144" y="1684"/>
                    <a:pt x="2145" y="1683"/>
                    <a:pt x="2145" y="1683"/>
                  </a:cubicBezTo>
                  <a:cubicBezTo>
                    <a:pt x="2151" y="1683"/>
                    <a:pt x="2151" y="1683"/>
                    <a:pt x="2151" y="1683"/>
                  </a:cubicBezTo>
                  <a:cubicBezTo>
                    <a:pt x="2152" y="1683"/>
                    <a:pt x="2153" y="1683"/>
                    <a:pt x="2155" y="1683"/>
                  </a:cubicBezTo>
                  <a:cubicBezTo>
                    <a:pt x="2180" y="1683"/>
                    <a:pt x="2205" y="1683"/>
                    <a:pt x="2231" y="1683"/>
                  </a:cubicBezTo>
                  <a:cubicBezTo>
                    <a:pt x="2231" y="1683"/>
                    <a:pt x="2231" y="1683"/>
                    <a:pt x="2231" y="1683"/>
                  </a:cubicBezTo>
                  <a:cubicBezTo>
                    <a:pt x="2231" y="1683"/>
                    <a:pt x="2231" y="1683"/>
                    <a:pt x="2231" y="1683"/>
                  </a:cubicBezTo>
                  <a:cubicBezTo>
                    <a:pt x="2234" y="1683"/>
                    <a:pt x="2237" y="1683"/>
                    <a:pt x="2240" y="1684"/>
                  </a:cubicBezTo>
                  <a:cubicBezTo>
                    <a:pt x="2240" y="1684"/>
                    <a:pt x="2241" y="1684"/>
                    <a:pt x="2241" y="1684"/>
                  </a:cubicBezTo>
                  <a:cubicBezTo>
                    <a:pt x="2258" y="1686"/>
                    <a:pt x="2277" y="1693"/>
                    <a:pt x="2287" y="1706"/>
                  </a:cubicBezTo>
                  <a:cubicBezTo>
                    <a:pt x="2289" y="1708"/>
                    <a:pt x="2290" y="1710"/>
                    <a:pt x="2291" y="1712"/>
                  </a:cubicBezTo>
                  <a:cubicBezTo>
                    <a:pt x="2294" y="1717"/>
                    <a:pt x="2294" y="1717"/>
                    <a:pt x="2294" y="1717"/>
                  </a:cubicBezTo>
                  <a:cubicBezTo>
                    <a:pt x="2299" y="1727"/>
                    <a:pt x="2304" y="1737"/>
                    <a:pt x="2309" y="1748"/>
                  </a:cubicBezTo>
                  <a:cubicBezTo>
                    <a:pt x="2312" y="1754"/>
                    <a:pt x="2318" y="1762"/>
                    <a:pt x="2320" y="1771"/>
                  </a:cubicBezTo>
                  <a:cubicBezTo>
                    <a:pt x="2322" y="1775"/>
                    <a:pt x="2323" y="1778"/>
                    <a:pt x="2322" y="1782"/>
                  </a:cubicBezTo>
                  <a:close/>
                  <a:moveTo>
                    <a:pt x="2340" y="1624"/>
                  </a:moveTo>
                  <a:cubicBezTo>
                    <a:pt x="2338" y="1622"/>
                    <a:pt x="2337" y="1621"/>
                    <a:pt x="2335" y="1620"/>
                  </a:cubicBezTo>
                  <a:cubicBezTo>
                    <a:pt x="2331" y="1617"/>
                    <a:pt x="2328" y="1613"/>
                    <a:pt x="2326" y="1610"/>
                  </a:cubicBezTo>
                  <a:cubicBezTo>
                    <a:pt x="2324" y="1607"/>
                    <a:pt x="2324" y="1607"/>
                    <a:pt x="2324" y="1607"/>
                  </a:cubicBezTo>
                  <a:cubicBezTo>
                    <a:pt x="2324" y="1607"/>
                    <a:pt x="2324" y="1607"/>
                    <a:pt x="2324" y="1607"/>
                  </a:cubicBezTo>
                  <a:cubicBezTo>
                    <a:pt x="2317" y="1594"/>
                    <a:pt x="2310" y="1582"/>
                    <a:pt x="2303" y="1569"/>
                  </a:cubicBezTo>
                  <a:cubicBezTo>
                    <a:pt x="2303" y="1569"/>
                    <a:pt x="2303" y="1569"/>
                    <a:pt x="2303" y="1569"/>
                  </a:cubicBezTo>
                  <a:cubicBezTo>
                    <a:pt x="2300" y="1564"/>
                    <a:pt x="2300" y="1564"/>
                    <a:pt x="2300" y="1564"/>
                  </a:cubicBezTo>
                  <a:cubicBezTo>
                    <a:pt x="2298" y="1561"/>
                    <a:pt x="2298" y="1558"/>
                    <a:pt x="2298" y="1555"/>
                  </a:cubicBezTo>
                  <a:cubicBezTo>
                    <a:pt x="2299" y="1552"/>
                    <a:pt x="2300" y="1550"/>
                    <a:pt x="2303" y="1547"/>
                  </a:cubicBezTo>
                  <a:cubicBezTo>
                    <a:pt x="2306" y="1545"/>
                    <a:pt x="2309" y="1544"/>
                    <a:pt x="2313" y="1542"/>
                  </a:cubicBezTo>
                  <a:cubicBezTo>
                    <a:pt x="2318" y="1541"/>
                    <a:pt x="2323" y="1541"/>
                    <a:pt x="2329" y="1541"/>
                  </a:cubicBezTo>
                  <a:cubicBezTo>
                    <a:pt x="2330" y="1541"/>
                    <a:pt x="2330" y="1541"/>
                    <a:pt x="2330" y="1541"/>
                  </a:cubicBezTo>
                  <a:cubicBezTo>
                    <a:pt x="2342" y="1540"/>
                    <a:pt x="2356" y="1540"/>
                    <a:pt x="2363" y="1540"/>
                  </a:cubicBezTo>
                  <a:cubicBezTo>
                    <a:pt x="2394" y="1540"/>
                    <a:pt x="2443" y="1534"/>
                    <a:pt x="2463" y="1564"/>
                  </a:cubicBezTo>
                  <a:cubicBezTo>
                    <a:pt x="2470" y="1573"/>
                    <a:pt x="2476" y="1583"/>
                    <a:pt x="2483" y="1593"/>
                  </a:cubicBezTo>
                  <a:cubicBezTo>
                    <a:pt x="2486" y="1598"/>
                    <a:pt x="2492" y="1605"/>
                    <a:pt x="2495" y="1611"/>
                  </a:cubicBezTo>
                  <a:cubicBezTo>
                    <a:pt x="2497" y="1614"/>
                    <a:pt x="2498" y="1617"/>
                    <a:pt x="2498" y="1620"/>
                  </a:cubicBezTo>
                  <a:cubicBezTo>
                    <a:pt x="2498" y="1621"/>
                    <a:pt x="2497" y="1623"/>
                    <a:pt x="2496" y="1625"/>
                  </a:cubicBezTo>
                  <a:cubicBezTo>
                    <a:pt x="2496" y="1626"/>
                    <a:pt x="2495" y="1627"/>
                    <a:pt x="2494" y="1628"/>
                  </a:cubicBezTo>
                  <a:cubicBezTo>
                    <a:pt x="2494" y="1628"/>
                    <a:pt x="2494" y="1628"/>
                    <a:pt x="2494" y="1628"/>
                  </a:cubicBezTo>
                  <a:cubicBezTo>
                    <a:pt x="2494" y="1628"/>
                    <a:pt x="2494" y="1628"/>
                    <a:pt x="2494" y="1628"/>
                  </a:cubicBezTo>
                  <a:cubicBezTo>
                    <a:pt x="2493" y="1629"/>
                    <a:pt x="2493" y="1629"/>
                    <a:pt x="2492" y="1630"/>
                  </a:cubicBezTo>
                  <a:cubicBezTo>
                    <a:pt x="2492" y="1630"/>
                    <a:pt x="2491" y="1630"/>
                    <a:pt x="2491" y="1630"/>
                  </a:cubicBezTo>
                  <a:cubicBezTo>
                    <a:pt x="2490" y="1631"/>
                    <a:pt x="2489" y="1631"/>
                    <a:pt x="2488" y="1632"/>
                  </a:cubicBezTo>
                  <a:cubicBezTo>
                    <a:pt x="2487" y="1632"/>
                    <a:pt x="2485" y="1633"/>
                    <a:pt x="2484" y="1633"/>
                  </a:cubicBezTo>
                  <a:cubicBezTo>
                    <a:pt x="2484" y="1633"/>
                    <a:pt x="2484" y="1634"/>
                    <a:pt x="2484" y="1634"/>
                  </a:cubicBezTo>
                  <a:cubicBezTo>
                    <a:pt x="2484" y="1634"/>
                    <a:pt x="2483" y="1634"/>
                    <a:pt x="2483" y="1634"/>
                  </a:cubicBezTo>
                  <a:cubicBezTo>
                    <a:pt x="2469" y="1638"/>
                    <a:pt x="2448" y="1636"/>
                    <a:pt x="2434" y="1636"/>
                  </a:cubicBezTo>
                  <a:cubicBezTo>
                    <a:pt x="2418" y="1636"/>
                    <a:pt x="2401" y="1636"/>
                    <a:pt x="2385" y="1636"/>
                  </a:cubicBezTo>
                  <a:cubicBezTo>
                    <a:pt x="2370" y="1636"/>
                    <a:pt x="2353" y="1632"/>
                    <a:pt x="2340" y="1624"/>
                  </a:cubicBezTo>
                  <a:close/>
                  <a:moveTo>
                    <a:pt x="2605" y="1791"/>
                  </a:moveTo>
                  <a:cubicBezTo>
                    <a:pt x="2605" y="1791"/>
                    <a:pt x="2605" y="1791"/>
                    <a:pt x="2604" y="1791"/>
                  </a:cubicBezTo>
                  <a:cubicBezTo>
                    <a:pt x="2602" y="1794"/>
                    <a:pt x="2598" y="1797"/>
                    <a:pt x="2593" y="1798"/>
                  </a:cubicBezTo>
                  <a:cubicBezTo>
                    <a:pt x="2589" y="1800"/>
                    <a:pt x="2583" y="1801"/>
                    <a:pt x="2576" y="1801"/>
                  </a:cubicBezTo>
                  <a:cubicBezTo>
                    <a:pt x="2569" y="1801"/>
                    <a:pt x="2569" y="1801"/>
                    <a:pt x="2569" y="1801"/>
                  </a:cubicBezTo>
                  <a:cubicBezTo>
                    <a:pt x="2569" y="1801"/>
                    <a:pt x="2569" y="1801"/>
                    <a:pt x="2569" y="1801"/>
                  </a:cubicBezTo>
                  <a:cubicBezTo>
                    <a:pt x="2541" y="1801"/>
                    <a:pt x="2512" y="1801"/>
                    <a:pt x="2483" y="1801"/>
                  </a:cubicBezTo>
                  <a:cubicBezTo>
                    <a:pt x="2480" y="1801"/>
                    <a:pt x="2476" y="1801"/>
                    <a:pt x="2473" y="1801"/>
                  </a:cubicBezTo>
                  <a:cubicBezTo>
                    <a:pt x="2473" y="1801"/>
                    <a:pt x="2473" y="1801"/>
                    <a:pt x="2473" y="1801"/>
                  </a:cubicBezTo>
                  <a:cubicBezTo>
                    <a:pt x="2453" y="1799"/>
                    <a:pt x="2432" y="1790"/>
                    <a:pt x="2419" y="1775"/>
                  </a:cubicBezTo>
                  <a:cubicBezTo>
                    <a:pt x="2418" y="1773"/>
                    <a:pt x="2416" y="1771"/>
                    <a:pt x="2415" y="1769"/>
                  </a:cubicBezTo>
                  <a:cubicBezTo>
                    <a:pt x="2415" y="1769"/>
                    <a:pt x="2415" y="1769"/>
                    <a:pt x="2415" y="1769"/>
                  </a:cubicBezTo>
                  <a:cubicBezTo>
                    <a:pt x="2415" y="1769"/>
                    <a:pt x="2415" y="1769"/>
                    <a:pt x="2415" y="1769"/>
                  </a:cubicBezTo>
                  <a:cubicBezTo>
                    <a:pt x="2409" y="1758"/>
                    <a:pt x="2402" y="1747"/>
                    <a:pt x="2396" y="1736"/>
                  </a:cubicBezTo>
                  <a:cubicBezTo>
                    <a:pt x="2392" y="1728"/>
                    <a:pt x="2383" y="1716"/>
                    <a:pt x="2381" y="1706"/>
                  </a:cubicBezTo>
                  <a:cubicBezTo>
                    <a:pt x="2381" y="1706"/>
                    <a:pt x="2381" y="1706"/>
                    <a:pt x="2381" y="1706"/>
                  </a:cubicBezTo>
                  <a:cubicBezTo>
                    <a:pt x="2380" y="1705"/>
                    <a:pt x="2380" y="1704"/>
                    <a:pt x="2380" y="1703"/>
                  </a:cubicBezTo>
                  <a:cubicBezTo>
                    <a:pt x="2379" y="1693"/>
                    <a:pt x="2387" y="1688"/>
                    <a:pt x="2396" y="1685"/>
                  </a:cubicBezTo>
                  <a:cubicBezTo>
                    <a:pt x="2396" y="1685"/>
                    <a:pt x="2396" y="1685"/>
                    <a:pt x="2396" y="1685"/>
                  </a:cubicBezTo>
                  <a:cubicBezTo>
                    <a:pt x="2396" y="1685"/>
                    <a:pt x="2397" y="1685"/>
                    <a:pt x="2397" y="1685"/>
                  </a:cubicBezTo>
                  <a:cubicBezTo>
                    <a:pt x="2398" y="1685"/>
                    <a:pt x="2398" y="1685"/>
                    <a:pt x="2399" y="1684"/>
                  </a:cubicBezTo>
                  <a:cubicBezTo>
                    <a:pt x="2403" y="1683"/>
                    <a:pt x="2408" y="1683"/>
                    <a:pt x="2413" y="1683"/>
                  </a:cubicBezTo>
                  <a:cubicBezTo>
                    <a:pt x="2470" y="1683"/>
                    <a:pt x="2470" y="1683"/>
                    <a:pt x="2470" y="1683"/>
                  </a:cubicBezTo>
                  <a:cubicBezTo>
                    <a:pt x="2479" y="1683"/>
                    <a:pt x="2489" y="1683"/>
                    <a:pt x="2498" y="1683"/>
                  </a:cubicBezTo>
                  <a:cubicBezTo>
                    <a:pt x="2498" y="1683"/>
                    <a:pt x="2498" y="1683"/>
                    <a:pt x="2498" y="1683"/>
                  </a:cubicBezTo>
                  <a:cubicBezTo>
                    <a:pt x="2499" y="1683"/>
                    <a:pt x="2499" y="1683"/>
                    <a:pt x="2500" y="1683"/>
                  </a:cubicBezTo>
                  <a:cubicBezTo>
                    <a:pt x="2502" y="1683"/>
                    <a:pt x="2505" y="1683"/>
                    <a:pt x="2507" y="1683"/>
                  </a:cubicBezTo>
                  <a:cubicBezTo>
                    <a:pt x="2508" y="1683"/>
                    <a:pt x="2508" y="1683"/>
                    <a:pt x="2509" y="1683"/>
                  </a:cubicBezTo>
                  <a:cubicBezTo>
                    <a:pt x="2527" y="1685"/>
                    <a:pt x="2546" y="1692"/>
                    <a:pt x="2558" y="1705"/>
                  </a:cubicBezTo>
                  <a:cubicBezTo>
                    <a:pt x="2559" y="1705"/>
                    <a:pt x="2560" y="1706"/>
                    <a:pt x="2561" y="1707"/>
                  </a:cubicBezTo>
                  <a:cubicBezTo>
                    <a:pt x="2561" y="1708"/>
                    <a:pt x="2562" y="1708"/>
                    <a:pt x="2562" y="1709"/>
                  </a:cubicBezTo>
                  <a:cubicBezTo>
                    <a:pt x="2563" y="1710"/>
                    <a:pt x="2563" y="1710"/>
                    <a:pt x="2564" y="1711"/>
                  </a:cubicBezTo>
                  <a:cubicBezTo>
                    <a:pt x="2564" y="1711"/>
                    <a:pt x="2564" y="1711"/>
                    <a:pt x="2564" y="1711"/>
                  </a:cubicBezTo>
                  <a:cubicBezTo>
                    <a:pt x="2566" y="1713"/>
                    <a:pt x="2566" y="1713"/>
                    <a:pt x="2566" y="1713"/>
                  </a:cubicBezTo>
                  <a:cubicBezTo>
                    <a:pt x="2571" y="1721"/>
                    <a:pt x="2576" y="1729"/>
                    <a:pt x="2582" y="1737"/>
                  </a:cubicBezTo>
                  <a:cubicBezTo>
                    <a:pt x="2582" y="1737"/>
                    <a:pt x="2582" y="1737"/>
                    <a:pt x="2582" y="1737"/>
                  </a:cubicBezTo>
                  <a:cubicBezTo>
                    <a:pt x="2589" y="1748"/>
                    <a:pt x="2599" y="1759"/>
                    <a:pt x="2605" y="1772"/>
                  </a:cubicBezTo>
                  <a:cubicBezTo>
                    <a:pt x="2606" y="1773"/>
                    <a:pt x="2606" y="1773"/>
                    <a:pt x="2606" y="1774"/>
                  </a:cubicBezTo>
                  <a:cubicBezTo>
                    <a:pt x="2607" y="1775"/>
                    <a:pt x="2607" y="1775"/>
                    <a:pt x="2607" y="1775"/>
                  </a:cubicBezTo>
                  <a:cubicBezTo>
                    <a:pt x="2609" y="1782"/>
                    <a:pt x="2608" y="1787"/>
                    <a:pt x="2605" y="1791"/>
                  </a:cubicBezTo>
                  <a:close/>
                  <a:moveTo>
                    <a:pt x="2937" y="318"/>
                  </a:moveTo>
                  <a:cubicBezTo>
                    <a:pt x="3034" y="414"/>
                    <a:pt x="3089" y="549"/>
                    <a:pt x="3089" y="685"/>
                  </a:cubicBezTo>
                  <a:cubicBezTo>
                    <a:pt x="3089" y="821"/>
                    <a:pt x="3034" y="955"/>
                    <a:pt x="2937" y="1051"/>
                  </a:cubicBezTo>
                  <a:cubicBezTo>
                    <a:pt x="3050" y="999"/>
                    <a:pt x="3153" y="855"/>
                    <a:pt x="3152" y="685"/>
                  </a:cubicBezTo>
                  <a:cubicBezTo>
                    <a:pt x="3153" y="514"/>
                    <a:pt x="3050" y="371"/>
                    <a:pt x="2937" y="318"/>
                  </a:cubicBezTo>
                  <a:close/>
                  <a:moveTo>
                    <a:pt x="216" y="318"/>
                  </a:moveTo>
                  <a:cubicBezTo>
                    <a:pt x="104" y="371"/>
                    <a:pt x="0" y="514"/>
                    <a:pt x="2" y="685"/>
                  </a:cubicBezTo>
                  <a:cubicBezTo>
                    <a:pt x="0" y="855"/>
                    <a:pt x="104" y="999"/>
                    <a:pt x="216" y="1051"/>
                  </a:cubicBezTo>
                  <a:cubicBezTo>
                    <a:pt x="120" y="955"/>
                    <a:pt x="64" y="821"/>
                    <a:pt x="65" y="685"/>
                  </a:cubicBezTo>
                  <a:cubicBezTo>
                    <a:pt x="64" y="549"/>
                    <a:pt x="120" y="414"/>
                    <a:pt x="216" y="318"/>
                  </a:cubicBezTo>
                  <a:close/>
                </a:path>
              </a:pathLst>
            </a:custGeom>
            <a:solidFill>
              <a:srgbClr val="364856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vert="horz" wrap="square" lIns="77535" tIns="38767" rIns="77535" bIns="38767" numCol="1" anchor="t" anchorCtr="0" compatLnSpc="1"/>
            <a:lstStyle/>
            <a:p>
              <a:endParaRPr lang="en-US" sz="1507"/>
            </a:p>
          </p:txBody>
        </p:sp>
        <p:sp>
          <p:nvSpPr>
            <p:cNvPr id="30" name="Component 30"/>
            <p:cNvSpPr/>
            <p:nvPr/>
          </p:nvSpPr>
          <p:spPr>
            <a:xfrm>
              <a:off x="1938624" y="1721498"/>
              <a:ext cx="657247" cy="107404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000000">
                    <a:alpha val="16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1" name="Component 31"/>
            <p:cNvSpPr/>
            <p:nvPr/>
          </p:nvSpPr>
          <p:spPr>
            <a:xfrm>
              <a:off x="2748574" y="3119038"/>
              <a:ext cx="657247" cy="107404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000000">
                    <a:alpha val="16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2" name="Component 32"/>
            <p:cNvSpPr/>
            <p:nvPr/>
          </p:nvSpPr>
          <p:spPr>
            <a:xfrm>
              <a:off x="3578978" y="4537320"/>
              <a:ext cx="657247" cy="106306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000000">
                    <a:alpha val="16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3" name="Component 33"/>
            <p:cNvSpPr/>
            <p:nvPr/>
          </p:nvSpPr>
          <p:spPr>
            <a:xfrm rot="10800000">
              <a:off x="5943570" y="1728362"/>
              <a:ext cx="276338" cy="1067176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87000">
                  <a:srgbClr val="000000">
                    <a:alpha val="23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4" name="Component 34"/>
            <p:cNvSpPr/>
            <p:nvPr/>
          </p:nvSpPr>
          <p:spPr>
            <a:xfrm rot="10800000">
              <a:off x="6847486" y="3122894"/>
              <a:ext cx="276338" cy="1076093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87000">
                  <a:srgbClr val="000000">
                    <a:alpha val="23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sp>
          <p:nvSpPr>
            <p:cNvPr id="35" name="Component 35"/>
            <p:cNvSpPr/>
            <p:nvPr/>
          </p:nvSpPr>
          <p:spPr>
            <a:xfrm rot="10800000">
              <a:off x="7346294" y="4537322"/>
              <a:ext cx="662022" cy="1076093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87000">
                  <a:srgbClr val="000000">
                    <a:alpha val="23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rgbClr val="D7FC88">
                <a:shade val="50000"/>
              </a:srgbClr>
            </a:lnRef>
            <a:fillRef idx="1">
              <a:srgbClr val="D7FC88"/>
            </a:fillRef>
            <a:effectRef idx="0">
              <a:srgbClr val="D7FC8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Batang" panose="02030600000101010101" charset="-127"/>
                <a:sym typeface="Batang" panose="02030600000101010101" charset="-127"/>
              </a:endParaRPr>
            </a:p>
          </p:txBody>
        </p:sp>
        <p:pic>
          <p:nvPicPr>
            <p:cNvPr id="36" name="Component 36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9878225" flipV="1">
              <a:off x="7831600" y="4238981"/>
              <a:ext cx="1428966" cy="161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pic>
          <p:nvPicPr>
            <p:cNvPr id="37" name="Component 37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7" r="7205" b="57679"/>
            <a:stretch>
              <a:fillRect/>
            </a:stretch>
          </p:blipFill>
          <p:spPr bwMode="auto">
            <a:xfrm rot="19878225" flipV="1">
              <a:off x="6852998" y="2873659"/>
              <a:ext cx="1428966" cy="161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7FC8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</p:pic>
        <p:sp>
          <p:nvSpPr>
            <p:cNvPr id="38" name="Component 38"/>
            <p:cNvSpPr txBox="1"/>
            <p:nvPr/>
          </p:nvSpPr>
          <p:spPr>
            <a:xfrm>
              <a:off x="2003870" y="2120842"/>
              <a:ext cx="4210622" cy="57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7" b="1">
                  <a:solidFill>
                    <a:srgbClr val="FFFFFF"/>
                  </a:solidFill>
                </a:rPr>
                <a:t>Lorem ipsum dolor sit </a:t>
              </a:r>
              <a:r>
                <a:rPr lang="en-US" sz="1507" b="1" smtClean="0">
                  <a:solidFill>
                    <a:srgbClr val="FFFFFF"/>
                  </a:solidFill>
                </a:rPr>
                <a:t>amet </a:t>
              </a:r>
              <a:r>
                <a:rPr lang="en-US" sz="1507" b="1">
                  <a:solidFill>
                    <a:srgbClr val="FFFFFF"/>
                  </a:solidFill>
                </a:rPr>
                <a:t>consectetur </a:t>
              </a:r>
              <a:r>
                <a:rPr lang="en-US" sz="1507">
                  <a:solidFill>
                    <a:srgbClr val="FFFFFF"/>
                  </a:solidFill>
                </a:rPr>
                <a:t>adipiscing elit. Donec luctus nibh sit </a:t>
              </a:r>
              <a:r>
                <a:rPr lang="en-US" sz="1507" smtClean="0">
                  <a:solidFill>
                    <a:srgbClr val="FFFFFF"/>
                  </a:solidFill>
                </a:rPr>
                <a:t>amet</a:t>
              </a:r>
              <a:endParaRPr lang="en-US" sz="1507">
                <a:solidFill>
                  <a:srgbClr val="FFFFFF"/>
                </a:solidFill>
              </a:endParaRPr>
            </a:p>
          </p:txBody>
        </p:sp>
        <p:sp>
          <p:nvSpPr>
            <p:cNvPr id="39" name="Component 39"/>
            <p:cNvSpPr txBox="1"/>
            <p:nvPr/>
          </p:nvSpPr>
          <p:spPr>
            <a:xfrm>
              <a:off x="2003870" y="1788804"/>
              <a:ext cx="1683508" cy="38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58" smtClean="0">
                  <a:solidFill>
                    <a:srgbClr val="FFFFFF"/>
                  </a:solidFill>
                  <a:latin typeface="+mj-lt"/>
                </a:rPr>
                <a:t>WEB DESIGN </a:t>
              </a:r>
              <a:endParaRPr lang="en-US" sz="1758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40" name="Component 40"/>
            <p:cNvSpPr txBox="1"/>
            <p:nvPr/>
          </p:nvSpPr>
          <p:spPr>
            <a:xfrm>
              <a:off x="2798181" y="3531914"/>
              <a:ext cx="4210622" cy="57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7" b="1">
                  <a:solidFill>
                    <a:srgbClr val="FFFFFF"/>
                  </a:solidFill>
                </a:rPr>
                <a:t>Lorem ipsum dolor sit </a:t>
              </a:r>
              <a:r>
                <a:rPr lang="en-US" sz="1507" b="1" smtClean="0">
                  <a:solidFill>
                    <a:srgbClr val="FFFFFF"/>
                  </a:solidFill>
                </a:rPr>
                <a:t>amet </a:t>
              </a:r>
              <a:r>
                <a:rPr lang="en-US" sz="1507" b="1">
                  <a:solidFill>
                    <a:srgbClr val="FFFFFF"/>
                  </a:solidFill>
                </a:rPr>
                <a:t>consectetur </a:t>
              </a:r>
              <a:r>
                <a:rPr lang="en-US" sz="1507">
                  <a:solidFill>
                    <a:srgbClr val="FFFFFF"/>
                  </a:solidFill>
                </a:rPr>
                <a:t>adipiscing elit. Donec luctus nibh sit </a:t>
              </a:r>
              <a:r>
                <a:rPr lang="en-US" sz="1507" smtClean="0">
                  <a:solidFill>
                    <a:srgbClr val="FFFFFF"/>
                  </a:solidFill>
                </a:rPr>
                <a:t>amet</a:t>
              </a:r>
              <a:endParaRPr lang="en-US" sz="1507">
                <a:solidFill>
                  <a:srgbClr val="FFFFFF"/>
                </a:solidFill>
              </a:endParaRPr>
            </a:p>
          </p:txBody>
        </p:sp>
        <p:sp>
          <p:nvSpPr>
            <p:cNvPr id="41" name="Component 41"/>
            <p:cNvSpPr txBox="1"/>
            <p:nvPr/>
          </p:nvSpPr>
          <p:spPr>
            <a:xfrm>
              <a:off x="2798181" y="3199876"/>
              <a:ext cx="2019726" cy="38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58" smtClean="0">
                  <a:solidFill>
                    <a:srgbClr val="FFFFFF"/>
                  </a:solidFill>
                  <a:latin typeface="+mj-lt"/>
                </a:rPr>
                <a:t>MOBILE DESIGN </a:t>
              </a:r>
              <a:endParaRPr lang="en-US" sz="1758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42" name="Component 42"/>
            <p:cNvSpPr txBox="1"/>
            <p:nvPr/>
          </p:nvSpPr>
          <p:spPr>
            <a:xfrm>
              <a:off x="3645896" y="4959405"/>
              <a:ext cx="4210622" cy="57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7" b="1">
                  <a:solidFill>
                    <a:srgbClr val="FFFFFF"/>
                  </a:solidFill>
                </a:rPr>
                <a:t>Lorem ipsum dolor sit </a:t>
              </a:r>
              <a:r>
                <a:rPr lang="en-US" sz="1507" b="1" smtClean="0">
                  <a:solidFill>
                    <a:srgbClr val="FFFFFF"/>
                  </a:solidFill>
                </a:rPr>
                <a:t>amet </a:t>
              </a:r>
              <a:r>
                <a:rPr lang="en-US" sz="1507" b="1">
                  <a:solidFill>
                    <a:srgbClr val="FFFFFF"/>
                  </a:solidFill>
                </a:rPr>
                <a:t>consectetur </a:t>
              </a:r>
              <a:r>
                <a:rPr lang="en-US" sz="1507">
                  <a:solidFill>
                    <a:srgbClr val="FFFFFF"/>
                  </a:solidFill>
                </a:rPr>
                <a:t>adipiscing elit. Donec luctus nibh sit </a:t>
              </a:r>
              <a:r>
                <a:rPr lang="en-US" sz="1507" smtClean="0">
                  <a:solidFill>
                    <a:srgbClr val="FFFFFF"/>
                  </a:solidFill>
                </a:rPr>
                <a:t>amet</a:t>
              </a:r>
              <a:endParaRPr lang="en-US" sz="1507">
                <a:solidFill>
                  <a:srgbClr val="FFFFFF"/>
                </a:solidFill>
              </a:endParaRPr>
            </a:p>
          </p:txBody>
        </p:sp>
        <p:sp>
          <p:nvSpPr>
            <p:cNvPr id="43" name="Component 43"/>
            <p:cNvSpPr txBox="1"/>
            <p:nvPr/>
          </p:nvSpPr>
          <p:spPr>
            <a:xfrm>
              <a:off x="3645896" y="4627367"/>
              <a:ext cx="2043885" cy="38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58" smtClean="0">
                  <a:solidFill>
                    <a:srgbClr val="FFFFFF"/>
                  </a:solidFill>
                  <a:latin typeface="+mj-lt"/>
                </a:rPr>
                <a:t>TABLET DESIGN </a:t>
              </a:r>
              <a:endParaRPr lang="en-US" sz="1758">
                <a:solidFill>
                  <a:srgbClr val="FFFFFF"/>
                </a:solidFill>
                <a:latin typeface="+mj-l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