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>
            <a:extLst>
              <a:ext uri="{FF2B5EF4-FFF2-40B4-BE49-F238E27FC236}">
                <a16:creationId xmlns:a16="http://schemas.microsoft.com/office/drawing/2014/main" id="{7F0E41AE-7DF3-4E06-A43D-4CEC02CB87E1}"/>
              </a:ext>
            </a:extLst>
          </p:cNvPr>
          <p:cNvGrpSpPr/>
          <p:nvPr/>
        </p:nvGrpSpPr>
        <p:grpSpPr>
          <a:xfrm>
            <a:off x="2743145" y="2773116"/>
            <a:ext cx="1821332" cy="3287004"/>
            <a:chOff x="838475" y="2773116"/>
            <a:chExt cx="1821332" cy="3287004"/>
          </a:xfrm>
        </p:grpSpPr>
        <p:sp>
          <p:nvSpPr>
            <p:cNvPr id="3" name="Comp 3">
              <a:extLst>
                <a:ext uri="{FF2B5EF4-FFF2-40B4-BE49-F238E27FC236}">
                  <a16:creationId xmlns:a16="http://schemas.microsoft.com/office/drawing/2014/main" id="{C8BBA05B-3CCD-4AD3-B251-4BCB9CB78BCC}"/>
                </a:ext>
              </a:extLst>
            </p:cNvPr>
            <p:cNvSpPr txBox="1"/>
            <p:nvPr/>
          </p:nvSpPr>
          <p:spPr>
            <a:xfrm>
              <a:off x="838475" y="3413242"/>
              <a:ext cx="1821332" cy="2646878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>
                    <a:gsLst>
                      <a:gs pos="0">
                        <a:srgbClr val="7B9CFE">
                          <a:lumMod val="20000"/>
                          <a:lumOff val="8000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</a:gradFill>
                </a:rPr>
                <a:t>A</a:t>
              </a:r>
            </a:p>
          </p:txBody>
        </p:sp>
        <p:sp>
          <p:nvSpPr>
            <p:cNvPr id="4" name="Comp 4">
              <a:extLst>
                <a:ext uri="{FF2B5EF4-FFF2-40B4-BE49-F238E27FC236}">
                  <a16:creationId xmlns:a16="http://schemas.microsoft.com/office/drawing/2014/main" id="{E56FDF49-D060-4B60-9F77-3FF285192618}"/>
                </a:ext>
              </a:extLst>
            </p:cNvPr>
            <p:cNvSpPr txBox="1"/>
            <p:nvPr/>
          </p:nvSpPr>
          <p:spPr>
            <a:xfrm>
              <a:off x="838475" y="340690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297"/>
                          <a:lumOff val="7970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" name="Comp 5">
              <a:extLst>
                <a:ext uri="{FF2B5EF4-FFF2-40B4-BE49-F238E27FC236}">
                  <a16:creationId xmlns:a16="http://schemas.microsoft.com/office/drawing/2014/main" id="{2FBCC2F6-76CA-4539-9701-D733ACB8734E}"/>
                </a:ext>
              </a:extLst>
            </p:cNvPr>
            <p:cNvSpPr txBox="1"/>
            <p:nvPr/>
          </p:nvSpPr>
          <p:spPr>
            <a:xfrm>
              <a:off x="838475" y="340056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594"/>
                          <a:lumOff val="7940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" name="Comp 6">
              <a:extLst>
                <a:ext uri="{FF2B5EF4-FFF2-40B4-BE49-F238E27FC236}">
                  <a16:creationId xmlns:a16="http://schemas.microsoft.com/office/drawing/2014/main" id="{F55D5AAC-59D2-4BD4-A818-05F6854B68BF}"/>
                </a:ext>
              </a:extLst>
            </p:cNvPr>
            <p:cNvSpPr txBox="1"/>
            <p:nvPr/>
          </p:nvSpPr>
          <p:spPr>
            <a:xfrm>
              <a:off x="838475" y="339422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0891"/>
                          <a:lumOff val="7910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" name="Comp 7">
              <a:extLst>
                <a:ext uri="{FF2B5EF4-FFF2-40B4-BE49-F238E27FC236}">
                  <a16:creationId xmlns:a16="http://schemas.microsoft.com/office/drawing/2014/main" id="{47B20596-0B71-4F58-B4F1-58B7FD30ED1E}"/>
                </a:ext>
              </a:extLst>
            </p:cNvPr>
            <p:cNvSpPr txBox="1"/>
            <p:nvPr/>
          </p:nvSpPr>
          <p:spPr>
            <a:xfrm>
              <a:off x="838475" y="338789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188"/>
                          <a:lumOff val="7881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" name="Comp 8">
              <a:extLst>
                <a:ext uri="{FF2B5EF4-FFF2-40B4-BE49-F238E27FC236}">
                  <a16:creationId xmlns:a16="http://schemas.microsoft.com/office/drawing/2014/main" id="{1255BF07-0380-443F-B4F7-B58486545EA0}"/>
                </a:ext>
              </a:extLst>
            </p:cNvPr>
            <p:cNvSpPr txBox="1"/>
            <p:nvPr/>
          </p:nvSpPr>
          <p:spPr>
            <a:xfrm>
              <a:off x="838475" y="338155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485"/>
                          <a:lumOff val="7851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" name="Comp 9">
              <a:extLst>
                <a:ext uri="{FF2B5EF4-FFF2-40B4-BE49-F238E27FC236}">
                  <a16:creationId xmlns:a16="http://schemas.microsoft.com/office/drawing/2014/main" id="{88CA9E54-82BC-4B30-BCD9-217F6B4EDC8D}"/>
                </a:ext>
              </a:extLst>
            </p:cNvPr>
            <p:cNvSpPr txBox="1"/>
            <p:nvPr/>
          </p:nvSpPr>
          <p:spPr>
            <a:xfrm>
              <a:off x="838475" y="337521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1782"/>
                          <a:lumOff val="7821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" name="Comp 10">
              <a:extLst>
                <a:ext uri="{FF2B5EF4-FFF2-40B4-BE49-F238E27FC236}">
                  <a16:creationId xmlns:a16="http://schemas.microsoft.com/office/drawing/2014/main" id="{B4F046EF-5EF2-423A-8061-BC44B5533EF2}"/>
                </a:ext>
              </a:extLst>
            </p:cNvPr>
            <p:cNvSpPr txBox="1"/>
            <p:nvPr/>
          </p:nvSpPr>
          <p:spPr>
            <a:xfrm>
              <a:off x="838475" y="336887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079"/>
                          <a:lumOff val="7792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1" name="Comp 11">
              <a:extLst>
                <a:ext uri="{FF2B5EF4-FFF2-40B4-BE49-F238E27FC236}">
                  <a16:creationId xmlns:a16="http://schemas.microsoft.com/office/drawing/2014/main" id="{598CDBB5-6E57-4AF1-A760-480602B6F9FF}"/>
                </a:ext>
              </a:extLst>
            </p:cNvPr>
            <p:cNvSpPr txBox="1"/>
            <p:nvPr/>
          </p:nvSpPr>
          <p:spPr>
            <a:xfrm>
              <a:off x="838475" y="336253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376"/>
                          <a:lumOff val="7762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2" name="Comp 12">
              <a:extLst>
                <a:ext uri="{FF2B5EF4-FFF2-40B4-BE49-F238E27FC236}">
                  <a16:creationId xmlns:a16="http://schemas.microsoft.com/office/drawing/2014/main" id="{2E8D5AE5-BB8D-4BD7-9AEC-16EDA7B56F06}"/>
                </a:ext>
              </a:extLst>
            </p:cNvPr>
            <p:cNvSpPr txBox="1"/>
            <p:nvPr/>
          </p:nvSpPr>
          <p:spPr>
            <a:xfrm>
              <a:off x="838475" y="335620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673"/>
                          <a:lumOff val="7732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3" name="Comp 13">
              <a:extLst>
                <a:ext uri="{FF2B5EF4-FFF2-40B4-BE49-F238E27FC236}">
                  <a16:creationId xmlns:a16="http://schemas.microsoft.com/office/drawing/2014/main" id="{458B4E88-D3C9-4925-B994-080F9CAE465B}"/>
                </a:ext>
              </a:extLst>
            </p:cNvPr>
            <p:cNvSpPr txBox="1"/>
            <p:nvPr/>
          </p:nvSpPr>
          <p:spPr>
            <a:xfrm>
              <a:off x="838475" y="334986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2970"/>
                          <a:lumOff val="7703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4" name="Comp 14">
              <a:extLst>
                <a:ext uri="{FF2B5EF4-FFF2-40B4-BE49-F238E27FC236}">
                  <a16:creationId xmlns:a16="http://schemas.microsoft.com/office/drawing/2014/main" id="{FAFE13D4-E1BC-4BBE-A39A-99BA96BD0E35}"/>
                </a:ext>
              </a:extLst>
            </p:cNvPr>
            <p:cNvSpPr txBox="1"/>
            <p:nvPr/>
          </p:nvSpPr>
          <p:spPr>
            <a:xfrm>
              <a:off x="838475" y="334352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267"/>
                          <a:lumOff val="7673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5" name="Comp 15">
              <a:extLst>
                <a:ext uri="{FF2B5EF4-FFF2-40B4-BE49-F238E27FC236}">
                  <a16:creationId xmlns:a16="http://schemas.microsoft.com/office/drawing/2014/main" id="{2BE14408-72E9-42E3-9EA6-7CF1C80E6D39}"/>
                </a:ext>
              </a:extLst>
            </p:cNvPr>
            <p:cNvSpPr txBox="1"/>
            <p:nvPr/>
          </p:nvSpPr>
          <p:spPr>
            <a:xfrm>
              <a:off x="838475" y="333718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564"/>
                          <a:lumOff val="7643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6" name="Comp 16">
              <a:extLst>
                <a:ext uri="{FF2B5EF4-FFF2-40B4-BE49-F238E27FC236}">
                  <a16:creationId xmlns:a16="http://schemas.microsoft.com/office/drawing/2014/main" id="{DA925527-09EE-4B41-B029-876B20F6BC8E}"/>
                </a:ext>
              </a:extLst>
            </p:cNvPr>
            <p:cNvSpPr txBox="1"/>
            <p:nvPr/>
          </p:nvSpPr>
          <p:spPr>
            <a:xfrm>
              <a:off x="838475" y="333084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3861"/>
                          <a:lumOff val="7613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7" name="Comp 17">
              <a:extLst>
                <a:ext uri="{FF2B5EF4-FFF2-40B4-BE49-F238E27FC236}">
                  <a16:creationId xmlns:a16="http://schemas.microsoft.com/office/drawing/2014/main" id="{8672B23D-20D7-45E7-91F4-CE1E3CA0325A}"/>
                </a:ext>
              </a:extLst>
            </p:cNvPr>
            <p:cNvSpPr txBox="1"/>
            <p:nvPr/>
          </p:nvSpPr>
          <p:spPr>
            <a:xfrm>
              <a:off x="838475" y="332451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158"/>
                          <a:lumOff val="7584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8" name="Comp 18">
              <a:extLst>
                <a:ext uri="{FF2B5EF4-FFF2-40B4-BE49-F238E27FC236}">
                  <a16:creationId xmlns:a16="http://schemas.microsoft.com/office/drawing/2014/main" id="{1CEFC132-0C9B-45F0-AEFD-8A81C1C0B594}"/>
                </a:ext>
              </a:extLst>
            </p:cNvPr>
            <p:cNvSpPr txBox="1"/>
            <p:nvPr/>
          </p:nvSpPr>
          <p:spPr>
            <a:xfrm>
              <a:off x="838475" y="331817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455"/>
                          <a:lumOff val="7554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9" name="Comp 19">
              <a:extLst>
                <a:ext uri="{FF2B5EF4-FFF2-40B4-BE49-F238E27FC236}">
                  <a16:creationId xmlns:a16="http://schemas.microsoft.com/office/drawing/2014/main" id="{CC0B3F1F-AAF3-4644-B593-7A3E496266CC}"/>
                </a:ext>
              </a:extLst>
            </p:cNvPr>
            <p:cNvSpPr txBox="1"/>
            <p:nvPr/>
          </p:nvSpPr>
          <p:spPr>
            <a:xfrm>
              <a:off x="838475" y="331183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4752"/>
                          <a:lumOff val="7524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0" name="Comp 20">
              <a:extLst>
                <a:ext uri="{FF2B5EF4-FFF2-40B4-BE49-F238E27FC236}">
                  <a16:creationId xmlns:a16="http://schemas.microsoft.com/office/drawing/2014/main" id="{940DFA09-BEF5-4683-909A-947CB65616B0}"/>
                </a:ext>
              </a:extLst>
            </p:cNvPr>
            <p:cNvSpPr txBox="1"/>
            <p:nvPr/>
          </p:nvSpPr>
          <p:spPr>
            <a:xfrm>
              <a:off x="838475" y="330549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050"/>
                          <a:lumOff val="749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1" name="Comp 21">
              <a:extLst>
                <a:ext uri="{FF2B5EF4-FFF2-40B4-BE49-F238E27FC236}">
                  <a16:creationId xmlns:a16="http://schemas.microsoft.com/office/drawing/2014/main" id="{D383ACB3-A7C9-4B65-A229-F6588B33BBF9}"/>
                </a:ext>
              </a:extLst>
            </p:cNvPr>
            <p:cNvSpPr txBox="1"/>
            <p:nvPr/>
          </p:nvSpPr>
          <p:spPr>
            <a:xfrm>
              <a:off x="838475" y="329916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347"/>
                          <a:lumOff val="7465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2" name="Comp 22">
              <a:extLst>
                <a:ext uri="{FF2B5EF4-FFF2-40B4-BE49-F238E27FC236}">
                  <a16:creationId xmlns:a16="http://schemas.microsoft.com/office/drawing/2014/main" id="{C9707471-09E8-4A0E-A06A-1B66F284FA7F}"/>
                </a:ext>
              </a:extLst>
            </p:cNvPr>
            <p:cNvSpPr txBox="1"/>
            <p:nvPr/>
          </p:nvSpPr>
          <p:spPr>
            <a:xfrm>
              <a:off x="838475" y="329282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644"/>
                          <a:lumOff val="7435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3" name="Comp 23">
              <a:extLst>
                <a:ext uri="{FF2B5EF4-FFF2-40B4-BE49-F238E27FC236}">
                  <a16:creationId xmlns:a16="http://schemas.microsoft.com/office/drawing/2014/main" id="{A2F76381-8E68-4DE9-B97A-9F56C1A147CE}"/>
                </a:ext>
              </a:extLst>
            </p:cNvPr>
            <p:cNvSpPr txBox="1"/>
            <p:nvPr/>
          </p:nvSpPr>
          <p:spPr>
            <a:xfrm>
              <a:off x="838475" y="328648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5941"/>
                          <a:lumOff val="7405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4" name="Comp 24">
              <a:extLst>
                <a:ext uri="{FF2B5EF4-FFF2-40B4-BE49-F238E27FC236}">
                  <a16:creationId xmlns:a16="http://schemas.microsoft.com/office/drawing/2014/main" id="{6B42E065-C740-46DC-99C0-E126086DA438}"/>
                </a:ext>
              </a:extLst>
            </p:cNvPr>
            <p:cNvSpPr txBox="1"/>
            <p:nvPr/>
          </p:nvSpPr>
          <p:spPr>
            <a:xfrm>
              <a:off x="838475" y="328014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238"/>
                          <a:lumOff val="7376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5" name="Comp 25">
              <a:extLst>
                <a:ext uri="{FF2B5EF4-FFF2-40B4-BE49-F238E27FC236}">
                  <a16:creationId xmlns:a16="http://schemas.microsoft.com/office/drawing/2014/main" id="{910E3D37-18D3-46C4-8911-0CA40BED6133}"/>
                </a:ext>
              </a:extLst>
            </p:cNvPr>
            <p:cNvSpPr txBox="1"/>
            <p:nvPr/>
          </p:nvSpPr>
          <p:spPr>
            <a:xfrm>
              <a:off x="838475" y="327380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535"/>
                          <a:lumOff val="7346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6" name="Comp 26">
              <a:extLst>
                <a:ext uri="{FF2B5EF4-FFF2-40B4-BE49-F238E27FC236}">
                  <a16:creationId xmlns:a16="http://schemas.microsoft.com/office/drawing/2014/main" id="{045CBA46-6E1F-48F1-B6DA-E83F35DE99A3}"/>
                </a:ext>
              </a:extLst>
            </p:cNvPr>
            <p:cNvSpPr txBox="1"/>
            <p:nvPr/>
          </p:nvSpPr>
          <p:spPr>
            <a:xfrm>
              <a:off x="838475" y="326747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6832"/>
                          <a:lumOff val="7316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7" name="Comp 27">
              <a:extLst>
                <a:ext uri="{FF2B5EF4-FFF2-40B4-BE49-F238E27FC236}">
                  <a16:creationId xmlns:a16="http://schemas.microsoft.com/office/drawing/2014/main" id="{414B0D44-07C7-4F19-9A4B-993F546FCDD6}"/>
                </a:ext>
              </a:extLst>
            </p:cNvPr>
            <p:cNvSpPr txBox="1"/>
            <p:nvPr/>
          </p:nvSpPr>
          <p:spPr>
            <a:xfrm>
              <a:off x="838475" y="326113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129"/>
                          <a:lumOff val="7287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8" name="Comp 28">
              <a:extLst>
                <a:ext uri="{FF2B5EF4-FFF2-40B4-BE49-F238E27FC236}">
                  <a16:creationId xmlns:a16="http://schemas.microsoft.com/office/drawing/2014/main" id="{AEF1570F-3204-452C-BAC6-4905A49C1FFB}"/>
                </a:ext>
              </a:extLst>
            </p:cNvPr>
            <p:cNvSpPr txBox="1"/>
            <p:nvPr/>
          </p:nvSpPr>
          <p:spPr>
            <a:xfrm>
              <a:off x="838475" y="325479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426"/>
                          <a:lumOff val="7257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29" name="Comp 29">
              <a:extLst>
                <a:ext uri="{FF2B5EF4-FFF2-40B4-BE49-F238E27FC236}">
                  <a16:creationId xmlns:a16="http://schemas.microsoft.com/office/drawing/2014/main" id="{C6624C01-3AE4-4DDB-B14D-CE43E321633E}"/>
                </a:ext>
              </a:extLst>
            </p:cNvPr>
            <p:cNvSpPr txBox="1"/>
            <p:nvPr/>
          </p:nvSpPr>
          <p:spPr>
            <a:xfrm>
              <a:off x="838475" y="324845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7723"/>
                          <a:lumOff val="7227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0" name="Comp 30">
              <a:extLst>
                <a:ext uri="{FF2B5EF4-FFF2-40B4-BE49-F238E27FC236}">
                  <a16:creationId xmlns:a16="http://schemas.microsoft.com/office/drawing/2014/main" id="{92BD86FD-7765-4CFB-AECE-14DAD1CA8D1A}"/>
                </a:ext>
              </a:extLst>
            </p:cNvPr>
            <p:cNvSpPr txBox="1"/>
            <p:nvPr/>
          </p:nvSpPr>
          <p:spPr>
            <a:xfrm>
              <a:off x="838475" y="324211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020"/>
                          <a:lumOff val="7198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1" name="Comp 31">
              <a:extLst>
                <a:ext uri="{FF2B5EF4-FFF2-40B4-BE49-F238E27FC236}">
                  <a16:creationId xmlns:a16="http://schemas.microsoft.com/office/drawing/2014/main" id="{7BBE5260-2901-4B97-9C3F-5BE21F581F57}"/>
                </a:ext>
              </a:extLst>
            </p:cNvPr>
            <p:cNvSpPr txBox="1"/>
            <p:nvPr/>
          </p:nvSpPr>
          <p:spPr>
            <a:xfrm>
              <a:off x="838475" y="323578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317"/>
                          <a:lumOff val="7168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2" name="Comp 32">
              <a:extLst>
                <a:ext uri="{FF2B5EF4-FFF2-40B4-BE49-F238E27FC236}">
                  <a16:creationId xmlns:a16="http://schemas.microsoft.com/office/drawing/2014/main" id="{2A961F6D-04B4-4D39-ABB9-B6564EC8DDBD}"/>
                </a:ext>
              </a:extLst>
            </p:cNvPr>
            <p:cNvSpPr txBox="1"/>
            <p:nvPr/>
          </p:nvSpPr>
          <p:spPr>
            <a:xfrm>
              <a:off x="838475" y="322944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614"/>
                          <a:lumOff val="7138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3" name="Comp 33">
              <a:extLst>
                <a:ext uri="{FF2B5EF4-FFF2-40B4-BE49-F238E27FC236}">
                  <a16:creationId xmlns:a16="http://schemas.microsoft.com/office/drawing/2014/main" id="{6DB986F5-949C-485A-AA36-DC09ACCEA15A}"/>
                </a:ext>
              </a:extLst>
            </p:cNvPr>
            <p:cNvSpPr txBox="1"/>
            <p:nvPr/>
          </p:nvSpPr>
          <p:spPr>
            <a:xfrm>
              <a:off x="838475" y="322310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8911"/>
                          <a:lumOff val="7108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4" name="Comp 34">
              <a:extLst>
                <a:ext uri="{FF2B5EF4-FFF2-40B4-BE49-F238E27FC236}">
                  <a16:creationId xmlns:a16="http://schemas.microsoft.com/office/drawing/2014/main" id="{76838AC6-33BE-4831-9B7C-E92B9A6B59BF}"/>
                </a:ext>
              </a:extLst>
            </p:cNvPr>
            <p:cNvSpPr txBox="1"/>
            <p:nvPr/>
          </p:nvSpPr>
          <p:spPr>
            <a:xfrm>
              <a:off x="838475" y="321676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208"/>
                          <a:lumOff val="7079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5" name="Comp 35">
              <a:extLst>
                <a:ext uri="{FF2B5EF4-FFF2-40B4-BE49-F238E27FC236}">
                  <a16:creationId xmlns:a16="http://schemas.microsoft.com/office/drawing/2014/main" id="{BFF98A96-8398-44DC-A72C-D2AFFE27B399}"/>
                </a:ext>
              </a:extLst>
            </p:cNvPr>
            <p:cNvSpPr txBox="1"/>
            <p:nvPr/>
          </p:nvSpPr>
          <p:spPr>
            <a:xfrm>
              <a:off x="838475" y="321043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505"/>
                          <a:lumOff val="7049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6" name="Comp 36">
              <a:extLst>
                <a:ext uri="{FF2B5EF4-FFF2-40B4-BE49-F238E27FC236}">
                  <a16:creationId xmlns:a16="http://schemas.microsoft.com/office/drawing/2014/main" id="{EC7AB00D-8E7A-42AC-8B4E-D9C8B46334B0}"/>
                </a:ext>
              </a:extLst>
            </p:cNvPr>
            <p:cNvSpPr txBox="1"/>
            <p:nvPr/>
          </p:nvSpPr>
          <p:spPr>
            <a:xfrm>
              <a:off x="838475" y="320409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29802"/>
                          <a:lumOff val="7019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7" name="Comp 37">
              <a:extLst>
                <a:ext uri="{FF2B5EF4-FFF2-40B4-BE49-F238E27FC236}">
                  <a16:creationId xmlns:a16="http://schemas.microsoft.com/office/drawing/2014/main" id="{DE116666-3DF2-4100-BD1B-925F310B9DAF}"/>
                </a:ext>
              </a:extLst>
            </p:cNvPr>
            <p:cNvSpPr txBox="1"/>
            <p:nvPr/>
          </p:nvSpPr>
          <p:spPr>
            <a:xfrm>
              <a:off x="838475" y="319775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099"/>
                          <a:lumOff val="6990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8" name="Comp 38">
              <a:extLst>
                <a:ext uri="{FF2B5EF4-FFF2-40B4-BE49-F238E27FC236}">
                  <a16:creationId xmlns:a16="http://schemas.microsoft.com/office/drawing/2014/main" id="{E818C665-85DA-4E00-97DC-6E2DE645718F}"/>
                </a:ext>
              </a:extLst>
            </p:cNvPr>
            <p:cNvSpPr txBox="1"/>
            <p:nvPr/>
          </p:nvSpPr>
          <p:spPr>
            <a:xfrm>
              <a:off x="838475" y="319141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396"/>
                          <a:lumOff val="6960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39" name="Comp 39">
              <a:extLst>
                <a:ext uri="{FF2B5EF4-FFF2-40B4-BE49-F238E27FC236}">
                  <a16:creationId xmlns:a16="http://schemas.microsoft.com/office/drawing/2014/main" id="{46063CA9-37D0-4DD1-9E7A-4DD095FDA629}"/>
                </a:ext>
              </a:extLst>
            </p:cNvPr>
            <p:cNvSpPr txBox="1"/>
            <p:nvPr/>
          </p:nvSpPr>
          <p:spPr>
            <a:xfrm>
              <a:off x="838475" y="318507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693"/>
                          <a:lumOff val="6930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0" name="Comp 40">
              <a:extLst>
                <a:ext uri="{FF2B5EF4-FFF2-40B4-BE49-F238E27FC236}">
                  <a16:creationId xmlns:a16="http://schemas.microsoft.com/office/drawing/2014/main" id="{29051D82-5E74-4A1F-8E1A-451237C0703A}"/>
                </a:ext>
              </a:extLst>
            </p:cNvPr>
            <p:cNvSpPr txBox="1"/>
            <p:nvPr/>
          </p:nvSpPr>
          <p:spPr>
            <a:xfrm>
              <a:off x="838475" y="317874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0990"/>
                          <a:lumOff val="6901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1" name="Comp 41">
              <a:extLst>
                <a:ext uri="{FF2B5EF4-FFF2-40B4-BE49-F238E27FC236}">
                  <a16:creationId xmlns:a16="http://schemas.microsoft.com/office/drawing/2014/main" id="{94E9961F-C15A-4AB3-AFE3-8ECA651E1644}"/>
                </a:ext>
              </a:extLst>
            </p:cNvPr>
            <p:cNvSpPr txBox="1"/>
            <p:nvPr/>
          </p:nvSpPr>
          <p:spPr>
            <a:xfrm>
              <a:off x="838475" y="317240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287"/>
                          <a:lumOff val="6871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2" name="Comp 42">
              <a:extLst>
                <a:ext uri="{FF2B5EF4-FFF2-40B4-BE49-F238E27FC236}">
                  <a16:creationId xmlns:a16="http://schemas.microsoft.com/office/drawing/2014/main" id="{3877700A-12D1-42E9-8F37-EA4007AF0273}"/>
                </a:ext>
              </a:extLst>
            </p:cNvPr>
            <p:cNvSpPr txBox="1"/>
            <p:nvPr/>
          </p:nvSpPr>
          <p:spPr>
            <a:xfrm>
              <a:off x="838475" y="316606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584"/>
                          <a:lumOff val="6841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3" name="Comp 43">
              <a:extLst>
                <a:ext uri="{FF2B5EF4-FFF2-40B4-BE49-F238E27FC236}">
                  <a16:creationId xmlns:a16="http://schemas.microsoft.com/office/drawing/2014/main" id="{7621B131-EF02-425A-8A77-9770401AEB44}"/>
                </a:ext>
              </a:extLst>
            </p:cNvPr>
            <p:cNvSpPr txBox="1"/>
            <p:nvPr/>
          </p:nvSpPr>
          <p:spPr>
            <a:xfrm>
              <a:off x="838475" y="315972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1881"/>
                          <a:lumOff val="6811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4" name="Comp 44">
              <a:extLst>
                <a:ext uri="{FF2B5EF4-FFF2-40B4-BE49-F238E27FC236}">
                  <a16:creationId xmlns:a16="http://schemas.microsoft.com/office/drawing/2014/main" id="{AF69C32C-7625-46AC-980B-C92294AC25CB}"/>
                </a:ext>
              </a:extLst>
            </p:cNvPr>
            <p:cNvSpPr txBox="1"/>
            <p:nvPr/>
          </p:nvSpPr>
          <p:spPr>
            <a:xfrm>
              <a:off x="838475" y="315338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178"/>
                          <a:lumOff val="6782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5" name="Comp 45">
              <a:extLst>
                <a:ext uri="{FF2B5EF4-FFF2-40B4-BE49-F238E27FC236}">
                  <a16:creationId xmlns:a16="http://schemas.microsoft.com/office/drawing/2014/main" id="{A7CF595B-161B-41EE-8896-3A622890F4AD}"/>
                </a:ext>
              </a:extLst>
            </p:cNvPr>
            <p:cNvSpPr txBox="1"/>
            <p:nvPr/>
          </p:nvSpPr>
          <p:spPr>
            <a:xfrm>
              <a:off x="838475" y="314705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475"/>
                          <a:lumOff val="6752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6" name="Comp 46">
              <a:extLst>
                <a:ext uri="{FF2B5EF4-FFF2-40B4-BE49-F238E27FC236}">
                  <a16:creationId xmlns:a16="http://schemas.microsoft.com/office/drawing/2014/main" id="{8BECC859-28AA-4528-8609-CE3770E706A7}"/>
                </a:ext>
              </a:extLst>
            </p:cNvPr>
            <p:cNvSpPr txBox="1"/>
            <p:nvPr/>
          </p:nvSpPr>
          <p:spPr>
            <a:xfrm>
              <a:off x="838475" y="314071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2772"/>
                          <a:lumOff val="6722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7" name="Comp 47">
              <a:extLst>
                <a:ext uri="{FF2B5EF4-FFF2-40B4-BE49-F238E27FC236}">
                  <a16:creationId xmlns:a16="http://schemas.microsoft.com/office/drawing/2014/main" id="{8494F1FB-123D-4051-9F0F-E62303F7CEBD}"/>
                </a:ext>
              </a:extLst>
            </p:cNvPr>
            <p:cNvSpPr txBox="1"/>
            <p:nvPr/>
          </p:nvSpPr>
          <p:spPr>
            <a:xfrm>
              <a:off x="838475" y="313437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069"/>
                          <a:lumOff val="6693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8" name="Comp 48">
              <a:extLst>
                <a:ext uri="{FF2B5EF4-FFF2-40B4-BE49-F238E27FC236}">
                  <a16:creationId xmlns:a16="http://schemas.microsoft.com/office/drawing/2014/main" id="{E0E7DBF9-AA8E-4D51-B4CD-14B21067AF09}"/>
                </a:ext>
              </a:extLst>
            </p:cNvPr>
            <p:cNvSpPr txBox="1"/>
            <p:nvPr/>
          </p:nvSpPr>
          <p:spPr>
            <a:xfrm>
              <a:off x="838475" y="312803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366"/>
                          <a:lumOff val="6663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49" name="Comp 49">
              <a:extLst>
                <a:ext uri="{FF2B5EF4-FFF2-40B4-BE49-F238E27FC236}">
                  <a16:creationId xmlns:a16="http://schemas.microsoft.com/office/drawing/2014/main" id="{583B9301-B6B9-4AAB-A601-6B085772501A}"/>
                </a:ext>
              </a:extLst>
            </p:cNvPr>
            <p:cNvSpPr txBox="1"/>
            <p:nvPr/>
          </p:nvSpPr>
          <p:spPr>
            <a:xfrm>
              <a:off x="838475" y="312170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663"/>
                          <a:lumOff val="6633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0" name="Comp 50">
              <a:extLst>
                <a:ext uri="{FF2B5EF4-FFF2-40B4-BE49-F238E27FC236}">
                  <a16:creationId xmlns:a16="http://schemas.microsoft.com/office/drawing/2014/main" id="{06775919-2F1E-472B-95D9-9E51BB84000C}"/>
                </a:ext>
              </a:extLst>
            </p:cNvPr>
            <p:cNvSpPr txBox="1"/>
            <p:nvPr/>
          </p:nvSpPr>
          <p:spPr>
            <a:xfrm>
              <a:off x="838475" y="311536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3960"/>
                          <a:lumOff val="6604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1" name="Comp 51">
              <a:extLst>
                <a:ext uri="{FF2B5EF4-FFF2-40B4-BE49-F238E27FC236}">
                  <a16:creationId xmlns:a16="http://schemas.microsoft.com/office/drawing/2014/main" id="{13711520-901E-43E3-80F9-C799DE95673D}"/>
                </a:ext>
              </a:extLst>
            </p:cNvPr>
            <p:cNvSpPr txBox="1"/>
            <p:nvPr/>
          </p:nvSpPr>
          <p:spPr>
            <a:xfrm>
              <a:off x="838475" y="310902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257"/>
                          <a:lumOff val="6574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2" name="Comp 52">
              <a:extLst>
                <a:ext uri="{FF2B5EF4-FFF2-40B4-BE49-F238E27FC236}">
                  <a16:creationId xmlns:a16="http://schemas.microsoft.com/office/drawing/2014/main" id="{10208916-F7F3-4CBD-9000-046CB03E05CF}"/>
                </a:ext>
              </a:extLst>
            </p:cNvPr>
            <p:cNvSpPr txBox="1"/>
            <p:nvPr/>
          </p:nvSpPr>
          <p:spPr>
            <a:xfrm>
              <a:off x="838475" y="310268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554"/>
                          <a:lumOff val="6544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3" name="Comp 53">
              <a:extLst>
                <a:ext uri="{FF2B5EF4-FFF2-40B4-BE49-F238E27FC236}">
                  <a16:creationId xmlns:a16="http://schemas.microsoft.com/office/drawing/2014/main" id="{B7556ED9-762C-4CB1-B1B8-0E661103BE24}"/>
                </a:ext>
              </a:extLst>
            </p:cNvPr>
            <p:cNvSpPr txBox="1"/>
            <p:nvPr/>
          </p:nvSpPr>
          <p:spPr>
            <a:xfrm>
              <a:off x="838475" y="309634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4851"/>
                          <a:lumOff val="6514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4" name="Comp 54">
              <a:extLst>
                <a:ext uri="{FF2B5EF4-FFF2-40B4-BE49-F238E27FC236}">
                  <a16:creationId xmlns:a16="http://schemas.microsoft.com/office/drawing/2014/main" id="{4EEA453C-4469-46A3-9A6B-FF0476772BA3}"/>
                </a:ext>
              </a:extLst>
            </p:cNvPr>
            <p:cNvSpPr txBox="1"/>
            <p:nvPr/>
          </p:nvSpPr>
          <p:spPr>
            <a:xfrm>
              <a:off x="838475" y="309001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149"/>
                          <a:lumOff val="6485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5" name="Comp 55">
              <a:extLst>
                <a:ext uri="{FF2B5EF4-FFF2-40B4-BE49-F238E27FC236}">
                  <a16:creationId xmlns:a16="http://schemas.microsoft.com/office/drawing/2014/main" id="{6F802EE6-60B2-4F33-A3D9-294F50F7FEC1}"/>
                </a:ext>
              </a:extLst>
            </p:cNvPr>
            <p:cNvSpPr txBox="1"/>
            <p:nvPr/>
          </p:nvSpPr>
          <p:spPr>
            <a:xfrm>
              <a:off x="838475" y="308367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446"/>
                          <a:lumOff val="6455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6" name="Comp 56">
              <a:extLst>
                <a:ext uri="{FF2B5EF4-FFF2-40B4-BE49-F238E27FC236}">
                  <a16:creationId xmlns:a16="http://schemas.microsoft.com/office/drawing/2014/main" id="{C5B6E354-86A5-4F30-841F-127D772E0F4A}"/>
                </a:ext>
              </a:extLst>
            </p:cNvPr>
            <p:cNvSpPr txBox="1"/>
            <p:nvPr/>
          </p:nvSpPr>
          <p:spPr>
            <a:xfrm>
              <a:off x="838475" y="307733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5743"/>
                          <a:lumOff val="6425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7" name="Comp 57">
              <a:extLst>
                <a:ext uri="{FF2B5EF4-FFF2-40B4-BE49-F238E27FC236}">
                  <a16:creationId xmlns:a16="http://schemas.microsoft.com/office/drawing/2014/main" id="{1FCB1995-A5AD-43F8-B254-ADDB72A74A76}"/>
                </a:ext>
              </a:extLst>
            </p:cNvPr>
            <p:cNvSpPr txBox="1"/>
            <p:nvPr/>
          </p:nvSpPr>
          <p:spPr>
            <a:xfrm>
              <a:off x="838475" y="307099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040"/>
                          <a:lumOff val="6396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8" name="Comp 58">
              <a:extLst>
                <a:ext uri="{FF2B5EF4-FFF2-40B4-BE49-F238E27FC236}">
                  <a16:creationId xmlns:a16="http://schemas.microsoft.com/office/drawing/2014/main" id="{AE117B54-ACB9-4875-88E2-92A891F9AB2F}"/>
                </a:ext>
              </a:extLst>
            </p:cNvPr>
            <p:cNvSpPr txBox="1"/>
            <p:nvPr/>
          </p:nvSpPr>
          <p:spPr>
            <a:xfrm>
              <a:off x="838475" y="306465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337"/>
                          <a:lumOff val="6366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59" name="Comp 59">
              <a:extLst>
                <a:ext uri="{FF2B5EF4-FFF2-40B4-BE49-F238E27FC236}">
                  <a16:creationId xmlns:a16="http://schemas.microsoft.com/office/drawing/2014/main" id="{53B14737-8FF7-464C-9F61-BACC30DD5962}"/>
                </a:ext>
              </a:extLst>
            </p:cNvPr>
            <p:cNvSpPr txBox="1"/>
            <p:nvPr/>
          </p:nvSpPr>
          <p:spPr>
            <a:xfrm>
              <a:off x="838475" y="305832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634"/>
                          <a:lumOff val="6336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0" name="Comp 60">
              <a:extLst>
                <a:ext uri="{FF2B5EF4-FFF2-40B4-BE49-F238E27FC236}">
                  <a16:creationId xmlns:a16="http://schemas.microsoft.com/office/drawing/2014/main" id="{D2D81650-3076-4AAD-AF72-D631D7648506}"/>
                </a:ext>
              </a:extLst>
            </p:cNvPr>
            <p:cNvSpPr txBox="1"/>
            <p:nvPr/>
          </p:nvSpPr>
          <p:spPr>
            <a:xfrm>
              <a:off x="838475" y="305198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6931"/>
                          <a:lumOff val="6306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1" name="Comp 61">
              <a:extLst>
                <a:ext uri="{FF2B5EF4-FFF2-40B4-BE49-F238E27FC236}">
                  <a16:creationId xmlns:a16="http://schemas.microsoft.com/office/drawing/2014/main" id="{49A0D76C-77F8-4155-A74A-E32FFD083705}"/>
                </a:ext>
              </a:extLst>
            </p:cNvPr>
            <p:cNvSpPr txBox="1"/>
            <p:nvPr/>
          </p:nvSpPr>
          <p:spPr>
            <a:xfrm>
              <a:off x="838475" y="304564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228"/>
                          <a:lumOff val="6277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2" name="Comp 62">
              <a:extLst>
                <a:ext uri="{FF2B5EF4-FFF2-40B4-BE49-F238E27FC236}">
                  <a16:creationId xmlns:a16="http://schemas.microsoft.com/office/drawing/2014/main" id="{D633EC1A-F975-422C-B6C6-B783FA6E25B6}"/>
                </a:ext>
              </a:extLst>
            </p:cNvPr>
            <p:cNvSpPr txBox="1"/>
            <p:nvPr/>
          </p:nvSpPr>
          <p:spPr>
            <a:xfrm>
              <a:off x="838475" y="303930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525"/>
                          <a:lumOff val="6247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3" name="Comp 63">
              <a:extLst>
                <a:ext uri="{FF2B5EF4-FFF2-40B4-BE49-F238E27FC236}">
                  <a16:creationId xmlns:a16="http://schemas.microsoft.com/office/drawing/2014/main" id="{A09E1BE1-EF23-40D8-9B79-602DD12A6C11}"/>
                </a:ext>
              </a:extLst>
            </p:cNvPr>
            <p:cNvSpPr txBox="1"/>
            <p:nvPr/>
          </p:nvSpPr>
          <p:spPr>
            <a:xfrm>
              <a:off x="838475" y="303296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7822"/>
                          <a:lumOff val="6217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4" name="Comp 64">
              <a:extLst>
                <a:ext uri="{FF2B5EF4-FFF2-40B4-BE49-F238E27FC236}">
                  <a16:creationId xmlns:a16="http://schemas.microsoft.com/office/drawing/2014/main" id="{21558399-D7CA-4240-BFA8-41BBEE35DFCE}"/>
                </a:ext>
              </a:extLst>
            </p:cNvPr>
            <p:cNvSpPr txBox="1"/>
            <p:nvPr/>
          </p:nvSpPr>
          <p:spPr>
            <a:xfrm>
              <a:off x="838475" y="302663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119"/>
                          <a:lumOff val="6188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5" name="Comp 65">
              <a:extLst>
                <a:ext uri="{FF2B5EF4-FFF2-40B4-BE49-F238E27FC236}">
                  <a16:creationId xmlns:a16="http://schemas.microsoft.com/office/drawing/2014/main" id="{9AA89703-F387-42CB-8FC8-68B5534C5117}"/>
                </a:ext>
              </a:extLst>
            </p:cNvPr>
            <p:cNvSpPr txBox="1"/>
            <p:nvPr/>
          </p:nvSpPr>
          <p:spPr>
            <a:xfrm>
              <a:off x="838475" y="302029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416"/>
                          <a:lumOff val="6158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6" name="Comp 66">
              <a:extLst>
                <a:ext uri="{FF2B5EF4-FFF2-40B4-BE49-F238E27FC236}">
                  <a16:creationId xmlns:a16="http://schemas.microsoft.com/office/drawing/2014/main" id="{52BF28F0-52FC-4331-B104-95C335A53DB2}"/>
                </a:ext>
              </a:extLst>
            </p:cNvPr>
            <p:cNvSpPr txBox="1"/>
            <p:nvPr/>
          </p:nvSpPr>
          <p:spPr>
            <a:xfrm>
              <a:off x="838475" y="301395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8713"/>
                          <a:lumOff val="6128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7" name="Comp 67">
              <a:extLst>
                <a:ext uri="{FF2B5EF4-FFF2-40B4-BE49-F238E27FC236}">
                  <a16:creationId xmlns:a16="http://schemas.microsoft.com/office/drawing/2014/main" id="{72E3D105-A177-4784-9C04-7873F871AC95}"/>
                </a:ext>
              </a:extLst>
            </p:cNvPr>
            <p:cNvSpPr txBox="1"/>
            <p:nvPr/>
          </p:nvSpPr>
          <p:spPr>
            <a:xfrm>
              <a:off x="838475" y="300761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010"/>
                          <a:lumOff val="6099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8" name="Comp 68">
              <a:extLst>
                <a:ext uri="{FF2B5EF4-FFF2-40B4-BE49-F238E27FC236}">
                  <a16:creationId xmlns:a16="http://schemas.microsoft.com/office/drawing/2014/main" id="{24BD5457-1658-4F31-B4F9-B33071172745}"/>
                </a:ext>
              </a:extLst>
            </p:cNvPr>
            <p:cNvSpPr txBox="1"/>
            <p:nvPr/>
          </p:nvSpPr>
          <p:spPr>
            <a:xfrm>
              <a:off x="838475" y="300128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307"/>
                          <a:lumOff val="6069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69" name="Comp 69">
              <a:extLst>
                <a:ext uri="{FF2B5EF4-FFF2-40B4-BE49-F238E27FC236}">
                  <a16:creationId xmlns:a16="http://schemas.microsoft.com/office/drawing/2014/main" id="{07E9CF86-2DFA-41AE-AA06-623B40C5FC64}"/>
                </a:ext>
              </a:extLst>
            </p:cNvPr>
            <p:cNvSpPr txBox="1"/>
            <p:nvPr/>
          </p:nvSpPr>
          <p:spPr>
            <a:xfrm>
              <a:off x="838475" y="299494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604"/>
                          <a:lumOff val="6039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0" name="Comp 70">
              <a:extLst>
                <a:ext uri="{FF2B5EF4-FFF2-40B4-BE49-F238E27FC236}">
                  <a16:creationId xmlns:a16="http://schemas.microsoft.com/office/drawing/2014/main" id="{7B45D88D-1B5E-4955-A1EA-51F0CFDEABAD}"/>
                </a:ext>
              </a:extLst>
            </p:cNvPr>
            <p:cNvSpPr txBox="1"/>
            <p:nvPr/>
          </p:nvSpPr>
          <p:spPr>
            <a:xfrm>
              <a:off x="838475" y="298860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39901"/>
                          <a:lumOff val="6009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1" name="Comp 71">
              <a:extLst>
                <a:ext uri="{FF2B5EF4-FFF2-40B4-BE49-F238E27FC236}">
                  <a16:creationId xmlns:a16="http://schemas.microsoft.com/office/drawing/2014/main" id="{37BE9A80-5B08-41DF-9FC1-F3DB077179B3}"/>
                </a:ext>
              </a:extLst>
            </p:cNvPr>
            <p:cNvSpPr txBox="1"/>
            <p:nvPr/>
          </p:nvSpPr>
          <p:spPr>
            <a:xfrm>
              <a:off x="838475" y="298226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198"/>
                          <a:lumOff val="5980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2" name="Comp 72">
              <a:extLst>
                <a:ext uri="{FF2B5EF4-FFF2-40B4-BE49-F238E27FC236}">
                  <a16:creationId xmlns:a16="http://schemas.microsoft.com/office/drawing/2014/main" id="{8433EA00-D396-46E7-AD26-45C6550BD902}"/>
                </a:ext>
              </a:extLst>
            </p:cNvPr>
            <p:cNvSpPr txBox="1"/>
            <p:nvPr/>
          </p:nvSpPr>
          <p:spPr>
            <a:xfrm>
              <a:off x="838475" y="297592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495"/>
                          <a:lumOff val="5950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3" name="Comp 73">
              <a:extLst>
                <a:ext uri="{FF2B5EF4-FFF2-40B4-BE49-F238E27FC236}">
                  <a16:creationId xmlns:a16="http://schemas.microsoft.com/office/drawing/2014/main" id="{091893D3-8CDE-4FBE-9C29-5AA5A1160F2C}"/>
                </a:ext>
              </a:extLst>
            </p:cNvPr>
            <p:cNvSpPr txBox="1"/>
            <p:nvPr/>
          </p:nvSpPr>
          <p:spPr>
            <a:xfrm>
              <a:off x="838475" y="296959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0792"/>
                          <a:lumOff val="5920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4" name="Comp 74">
              <a:extLst>
                <a:ext uri="{FF2B5EF4-FFF2-40B4-BE49-F238E27FC236}">
                  <a16:creationId xmlns:a16="http://schemas.microsoft.com/office/drawing/2014/main" id="{4CD65C2A-8129-4CBE-87F1-C4DEFC66BD3C}"/>
                </a:ext>
              </a:extLst>
            </p:cNvPr>
            <p:cNvSpPr txBox="1"/>
            <p:nvPr/>
          </p:nvSpPr>
          <p:spPr>
            <a:xfrm>
              <a:off x="838475" y="296325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089"/>
                          <a:lumOff val="5891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5" name="Comp 75">
              <a:extLst>
                <a:ext uri="{FF2B5EF4-FFF2-40B4-BE49-F238E27FC236}">
                  <a16:creationId xmlns:a16="http://schemas.microsoft.com/office/drawing/2014/main" id="{90227C53-8DBC-4EA6-BE99-BADE6F8FD721}"/>
                </a:ext>
              </a:extLst>
            </p:cNvPr>
            <p:cNvSpPr txBox="1"/>
            <p:nvPr/>
          </p:nvSpPr>
          <p:spPr>
            <a:xfrm>
              <a:off x="838475" y="295691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386"/>
                          <a:lumOff val="5861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6" name="Comp 76">
              <a:extLst>
                <a:ext uri="{FF2B5EF4-FFF2-40B4-BE49-F238E27FC236}">
                  <a16:creationId xmlns:a16="http://schemas.microsoft.com/office/drawing/2014/main" id="{642D2992-F2E4-407C-96AA-7831659E639E}"/>
                </a:ext>
              </a:extLst>
            </p:cNvPr>
            <p:cNvSpPr txBox="1"/>
            <p:nvPr/>
          </p:nvSpPr>
          <p:spPr>
            <a:xfrm>
              <a:off x="838475" y="295057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683"/>
                          <a:lumOff val="5831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7" name="Comp 77">
              <a:extLst>
                <a:ext uri="{FF2B5EF4-FFF2-40B4-BE49-F238E27FC236}">
                  <a16:creationId xmlns:a16="http://schemas.microsoft.com/office/drawing/2014/main" id="{1CB9D2E3-EAF0-4C3B-BBD3-F53C43155715}"/>
                </a:ext>
              </a:extLst>
            </p:cNvPr>
            <p:cNvSpPr txBox="1"/>
            <p:nvPr/>
          </p:nvSpPr>
          <p:spPr>
            <a:xfrm>
              <a:off x="838475" y="294423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1980"/>
                          <a:lumOff val="5802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8" name="Comp 78">
              <a:extLst>
                <a:ext uri="{FF2B5EF4-FFF2-40B4-BE49-F238E27FC236}">
                  <a16:creationId xmlns:a16="http://schemas.microsoft.com/office/drawing/2014/main" id="{804E35E5-0BE7-4A26-B76F-20399110FB42}"/>
                </a:ext>
              </a:extLst>
            </p:cNvPr>
            <p:cNvSpPr txBox="1"/>
            <p:nvPr/>
          </p:nvSpPr>
          <p:spPr>
            <a:xfrm>
              <a:off x="838475" y="293790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277"/>
                          <a:lumOff val="5772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79" name="Comp 79">
              <a:extLst>
                <a:ext uri="{FF2B5EF4-FFF2-40B4-BE49-F238E27FC236}">
                  <a16:creationId xmlns:a16="http://schemas.microsoft.com/office/drawing/2014/main" id="{8F80A378-8069-43F7-8EEB-62B170B21A56}"/>
                </a:ext>
              </a:extLst>
            </p:cNvPr>
            <p:cNvSpPr txBox="1"/>
            <p:nvPr/>
          </p:nvSpPr>
          <p:spPr>
            <a:xfrm>
              <a:off x="838475" y="293156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574"/>
                          <a:lumOff val="5742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0" name="Comp 80">
              <a:extLst>
                <a:ext uri="{FF2B5EF4-FFF2-40B4-BE49-F238E27FC236}">
                  <a16:creationId xmlns:a16="http://schemas.microsoft.com/office/drawing/2014/main" id="{860046E9-D6B2-49E6-A099-1403FA8BB7D7}"/>
                </a:ext>
              </a:extLst>
            </p:cNvPr>
            <p:cNvSpPr txBox="1"/>
            <p:nvPr/>
          </p:nvSpPr>
          <p:spPr>
            <a:xfrm>
              <a:off x="838475" y="292522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2871"/>
                          <a:lumOff val="5712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1" name="Comp 81">
              <a:extLst>
                <a:ext uri="{FF2B5EF4-FFF2-40B4-BE49-F238E27FC236}">
                  <a16:creationId xmlns:a16="http://schemas.microsoft.com/office/drawing/2014/main" id="{46EB53FD-A1C9-47C0-964A-F5BF0B362416}"/>
                </a:ext>
              </a:extLst>
            </p:cNvPr>
            <p:cNvSpPr txBox="1"/>
            <p:nvPr/>
          </p:nvSpPr>
          <p:spPr>
            <a:xfrm>
              <a:off x="838475" y="291888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168"/>
                          <a:lumOff val="5683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2" name="Comp 82">
              <a:extLst>
                <a:ext uri="{FF2B5EF4-FFF2-40B4-BE49-F238E27FC236}">
                  <a16:creationId xmlns:a16="http://schemas.microsoft.com/office/drawing/2014/main" id="{13C4F2B4-927A-4BC6-889A-DC6D25564F72}"/>
                </a:ext>
              </a:extLst>
            </p:cNvPr>
            <p:cNvSpPr txBox="1"/>
            <p:nvPr/>
          </p:nvSpPr>
          <p:spPr>
            <a:xfrm>
              <a:off x="838475" y="291254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465"/>
                          <a:lumOff val="5653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3" name="Comp 83">
              <a:extLst>
                <a:ext uri="{FF2B5EF4-FFF2-40B4-BE49-F238E27FC236}">
                  <a16:creationId xmlns:a16="http://schemas.microsoft.com/office/drawing/2014/main" id="{6EF69EE4-88F0-4966-9177-D4C0DC4D8B89}"/>
                </a:ext>
              </a:extLst>
            </p:cNvPr>
            <p:cNvSpPr txBox="1"/>
            <p:nvPr/>
          </p:nvSpPr>
          <p:spPr>
            <a:xfrm>
              <a:off x="838475" y="290621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3762"/>
                          <a:lumOff val="5623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4" name="Comp 84">
              <a:extLst>
                <a:ext uri="{FF2B5EF4-FFF2-40B4-BE49-F238E27FC236}">
                  <a16:creationId xmlns:a16="http://schemas.microsoft.com/office/drawing/2014/main" id="{752A06B8-625F-45D0-ADCE-2E4B1BED237B}"/>
                </a:ext>
              </a:extLst>
            </p:cNvPr>
            <p:cNvSpPr txBox="1"/>
            <p:nvPr/>
          </p:nvSpPr>
          <p:spPr>
            <a:xfrm>
              <a:off x="838475" y="289987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059"/>
                          <a:lumOff val="5594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5" name="Comp 85">
              <a:extLst>
                <a:ext uri="{FF2B5EF4-FFF2-40B4-BE49-F238E27FC236}">
                  <a16:creationId xmlns:a16="http://schemas.microsoft.com/office/drawing/2014/main" id="{37589CD9-C244-4F45-840D-55A80D98F6FA}"/>
                </a:ext>
              </a:extLst>
            </p:cNvPr>
            <p:cNvSpPr txBox="1"/>
            <p:nvPr/>
          </p:nvSpPr>
          <p:spPr>
            <a:xfrm>
              <a:off x="838475" y="289353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356"/>
                          <a:lumOff val="5564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6" name="Comp 86">
              <a:extLst>
                <a:ext uri="{FF2B5EF4-FFF2-40B4-BE49-F238E27FC236}">
                  <a16:creationId xmlns:a16="http://schemas.microsoft.com/office/drawing/2014/main" id="{492A2A72-CB04-40BA-ACEC-FE1DEE18FD3A}"/>
                </a:ext>
              </a:extLst>
            </p:cNvPr>
            <p:cNvSpPr txBox="1"/>
            <p:nvPr/>
          </p:nvSpPr>
          <p:spPr>
            <a:xfrm>
              <a:off x="838475" y="288719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653"/>
                          <a:lumOff val="5534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7" name="Comp 87">
              <a:extLst>
                <a:ext uri="{FF2B5EF4-FFF2-40B4-BE49-F238E27FC236}">
                  <a16:creationId xmlns:a16="http://schemas.microsoft.com/office/drawing/2014/main" id="{20D695FB-3110-4C49-B6E3-D9C69E50CCC5}"/>
                </a:ext>
              </a:extLst>
            </p:cNvPr>
            <p:cNvSpPr txBox="1"/>
            <p:nvPr/>
          </p:nvSpPr>
          <p:spPr>
            <a:xfrm>
              <a:off x="838475" y="288086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4950"/>
                          <a:lumOff val="5505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8" name="Comp 88">
              <a:extLst>
                <a:ext uri="{FF2B5EF4-FFF2-40B4-BE49-F238E27FC236}">
                  <a16:creationId xmlns:a16="http://schemas.microsoft.com/office/drawing/2014/main" id="{4AB23187-9C29-455C-A40D-644D5A85B886}"/>
                </a:ext>
              </a:extLst>
            </p:cNvPr>
            <p:cNvSpPr txBox="1"/>
            <p:nvPr/>
          </p:nvSpPr>
          <p:spPr>
            <a:xfrm>
              <a:off x="838475" y="287452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248"/>
                          <a:lumOff val="5475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89" name="Comp 89">
              <a:extLst>
                <a:ext uri="{FF2B5EF4-FFF2-40B4-BE49-F238E27FC236}">
                  <a16:creationId xmlns:a16="http://schemas.microsoft.com/office/drawing/2014/main" id="{8C1BE718-62EA-4E72-B339-DED9E9591BD5}"/>
                </a:ext>
              </a:extLst>
            </p:cNvPr>
            <p:cNvSpPr txBox="1"/>
            <p:nvPr/>
          </p:nvSpPr>
          <p:spPr>
            <a:xfrm>
              <a:off x="838475" y="286818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545"/>
                          <a:lumOff val="5445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0" name="Comp 90">
              <a:extLst>
                <a:ext uri="{FF2B5EF4-FFF2-40B4-BE49-F238E27FC236}">
                  <a16:creationId xmlns:a16="http://schemas.microsoft.com/office/drawing/2014/main" id="{BB9E3A1C-B07D-41E2-AB54-14405F8D289D}"/>
                </a:ext>
              </a:extLst>
            </p:cNvPr>
            <p:cNvSpPr txBox="1"/>
            <p:nvPr/>
          </p:nvSpPr>
          <p:spPr>
            <a:xfrm>
              <a:off x="838475" y="2861846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5842"/>
                          <a:lumOff val="5415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1" name="Comp 91">
              <a:extLst>
                <a:ext uri="{FF2B5EF4-FFF2-40B4-BE49-F238E27FC236}">
                  <a16:creationId xmlns:a16="http://schemas.microsoft.com/office/drawing/2014/main" id="{06018A4A-EE02-4452-937B-190CAD3A48E8}"/>
                </a:ext>
              </a:extLst>
            </p:cNvPr>
            <p:cNvSpPr txBox="1"/>
            <p:nvPr/>
          </p:nvSpPr>
          <p:spPr>
            <a:xfrm>
              <a:off x="838475" y="285550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139"/>
                          <a:lumOff val="5386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2" name="Comp 92">
              <a:extLst>
                <a:ext uri="{FF2B5EF4-FFF2-40B4-BE49-F238E27FC236}">
                  <a16:creationId xmlns:a16="http://schemas.microsoft.com/office/drawing/2014/main" id="{9E938DA2-6B83-4928-A4EF-B00198B78E3F}"/>
                </a:ext>
              </a:extLst>
            </p:cNvPr>
            <p:cNvSpPr txBox="1"/>
            <p:nvPr/>
          </p:nvSpPr>
          <p:spPr>
            <a:xfrm>
              <a:off x="838475" y="284917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436"/>
                          <a:lumOff val="5356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3" name="Comp 93">
              <a:extLst>
                <a:ext uri="{FF2B5EF4-FFF2-40B4-BE49-F238E27FC236}">
                  <a16:creationId xmlns:a16="http://schemas.microsoft.com/office/drawing/2014/main" id="{89519047-E905-4961-8FE8-C12D779CC02F}"/>
                </a:ext>
              </a:extLst>
            </p:cNvPr>
            <p:cNvSpPr txBox="1"/>
            <p:nvPr/>
          </p:nvSpPr>
          <p:spPr>
            <a:xfrm>
              <a:off x="838475" y="284283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6733"/>
                          <a:lumOff val="5326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4" name="Comp 94">
              <a:extLst>
                <a:ext uri="{FF2B5EF4-FFF2-40B4-BE49-F238E27FC236}">
                  <a16:creationId xmlns:a16="http://schemas.microsoft.com/office/drawing/2014/main" id="{18C9DFE2-4208-4363-9E5A-083F56FE366C}"/>
                </a:ext>
              </a:extLst>
            </p:cNvPr>
            <p:cNvSpPr txBox="1"/>
            <p:nvPr/>
          </p:nvSpPr>
          <p:spPr>
            <a:xfrm>
              <a:off x="838475" y="283649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030"/>
                          <a:lumOff val="52970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5" name="Comp 95">
              <a:extLst>
                <a:ext uri="{FF2B5EF4-FFF2-40B4-BE49-F238E27FC236}">
                  <a16:creationId xmlns:a16="http://schemas.microsoft.com/office/drawing/2014/main" id="{8C7CA9ED-3C0A-439D-BBEC-6A0143ACECB6}"/>
                </a:ext>
              </a:extLst>
            </p:cNvPr>
            <p:cNvSpPr txBox="1"/>
            <p:nvPr/>
          </p:nvSpPr>
          <p:spPr>
            <a:xfrm>
              <a:off x="838475" y="2830157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327"/>
                          <a:lumOff val="52673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6" name="Comp 96">
              <a:extLst>
                <a:ext uri="{FF2B5EF4-FFF2-40B4-BE49-F238E27FC236}">
                  <a16:creationId xmlns:a16="http://schemas.microsoft.com/office/drawing/2014/main" id="{AAFBF48B-D269-4ADF-BE81-32A8D22694E4}"/>
                </a:ext>
              </a:extLst>
            </p:cNvPr>
            <p:cNvSpPr txBox="1"/>
            <p:nvPr/>
          </p:nvSpPr>
          <p:spPr>
            <a:xfrm>
              <a:off x="838475" y="2823819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624"/>
                          <a:lumOff val="52376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7" name="Comp 97">
              <a:extLst>
                <a:ext uri="{FF2B5EF4-FFF2-40B4-BE49-F238E27FC236}">
                  <a16:creationId xmlns:a16="http://schemas.microsoft.com/office/drawing/2014/main" id="{A4141B5B-6EA4-4F6F-A998-53542A997BE9}"/>
                </a:ext>
              </a:extLst>
            </p:cNvPr>
            <p:cNvSpPr txBox="1"/>
            <p:nvPr/>
          </p:nvSpPr>
          <p:spPr>
            <a:xfrm>
              <a:off x="838475" y="2817481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7921"/>
                          <a:lumOff val="52079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8" name="Comp 98">
              <a:extLst>
                <a:ext uri="{FF2B5EF4-FFF2-40B4-BE49-F238E27FC236}">
                  <a16:creationId xmlns:a16="http://schemas.microsoft.com/office/drawing/2014/main" id="{AAF9F967-D013-4D58-8765-597565C4D9F2}"/>
                </a:ext>
              </a:extLst>
            </p:cNvPr>
            <p:cNvSpPr txBox="1"/>
            <p:nvPr/>
          </p:nvSpPr>
          <p:spPr>
            <a:xfrm>
              <a:off x="838475" y="2811143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218"/>
                          <a:lumOff val="51782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99" name="Comp 99">
              <a:extLst>
                <a:ext uri="{FF2B5EF4-FFF2-40B4-BE49-F238E27FC236}">
                  <a16:creationId xmlns:a16="http://schemas.microsoft.com/office/drawing/2014/main" id="{B1B83E9F-6799-4C00-B8B2-FE4A5FD41BC8}"/>
                </a:ext>
              </a:extLst>
            </p:cNvPr>
            <p:cNvSpPr txBox="1"/>
            <p:nvPr/>
          </p:nvSpPr>
          <p:spPr>
            <a:xfrm>
              <a:off x="838475" y="2804805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515"/>
                          <a:lumOff val="51485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0" name="Comp 100">
              <a:extLst>
                <a:ext uri="{FF2B5EF4-FFF2-40B4-BE49-F238E27FC236}">
                  <a16:creationId xmlns:a16="http://schemas.microsoft.com/office/drawing/2014/main" id="{56D513EF-977A-494F-BC64-AC16A7099462}"/>
                </a:ext>
              </a:extLst>
            </p:cNvPr>
            <p:cNvSpPr txBox="1"/>
            <p:nvPr/>
          </p:nvSpPr>
          <p:spPr>
            <a:xfrm>
              <a:off x="838475" y="2798468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8812"/>
                          <a:lumOff val="51188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1" name="Comp 101">
              <a:extLst>
                <a:ext uri="{FF2B5EF4-FFF2-40B4-BE49-F238E27FC236}">
                  <a16:creationId xmlns:a16="http://schemas.microsoft.com/office/drawing/2014/main" id="{B6909F37-F11D-4CFA-B2F8-AEC611E9E9E8}"/>
                </a:ext>
              </a:extLst>
            </p:cNvPr>
            <p:cNvSpPr txBox="1"/>
            <p:nvPr/>
          </p:nvSpPr>
          <p:spPr>
            <a:xfrm>
              <a:off x="838475" y="2792130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109"/>
                          <a:lumOff val="50891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2" name="Comp 102">
              <a:extLst>
                <a:ext uri="{FF2B5EF4-FFF2-40B4-BE49-F238E27FC236}">
                  <a16:creationId xmlns:a16="http://schemas.microsoft.com/office/drawing/2014/main" id="{C21313EB-BE0D-45EB-BE27-ECDBFB548EE8}"/>
                </a:ext>
              </a:extLst>
            </p:cNvPr>
            <p:cNvSpPr txBox="1"/>
            <p:nvPr/>
          </p:nvSpPr>
          <p:spPr>
            <a:xfrm>
              <a:off x="838475" y="2785792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406"/>
                          <a:lumOff val="50594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3" name="Comp 103">
              <a:extLst>
                <a:ext uri="{FF2B5EF4-FFF2-40B4-BE49-F238E27FC236}">
                  <a16:creationId xmlns:a16="http://schemas.microsoft.com/office/drawing/2014/main" id="{7D610CEB-F8BA-4FA7-82A7-20A07CFDD91C}"/>
                </a:ext>
              </a:extLst>
            </p:cNvPr>
            <p:cNvSpPr txBox="1"/>
            <p:nvPr/>
          </p:nvSpPr>
          <p:spPr>
            <a:xfrm>
              <a:off x="838475" y="2779454"/>
              <a:ext cx="1821332" cy="2646878"/>
            </a:xfrm>
            <a:prstGeom prst="rect">
              <a:avLst/>
            </a:prstGeom>
            <a:noFill/>
            <a:effectLst/>
            <a:scene3d>
              <a:camera prst="orthographicFront">
                <a:rot lat="19500000" lon="18900000" rev="3600000"/>
              </a:camera>
              <a:lightRig rig="threePt" dir="t">
                <a:rot lat="0" lon="0" rev="0"/>
              </a:lightRig>
            </a:scene3d>
            <a:sp3d>
              <a:bevelT w="0" h="0"/>
              <a:bevelB w="0" h="0"/>
              <a:contourClr>
                <a:srgbClr val="000000"/>
              </a:contourClr>
            </a:sp3d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1660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defRPr>
              </a:lvl1pPr>
            </a:lstStyle>
            <a:p>
              <a:r>
                <a:rPr lang="en-US" altLang="zh-CN" dirty="0">
                  <a:gradFill flip="none" rotWithShape="1">
                    <a:gsLst>
                      <a:gs pos="0">
                        <a:srgbClr val="7B9CFE">
                          <a:lumMod val="49703"/>
                          <a:lumOff val="50297"/>
                        </a:srgbClr>
                      </a:gs>
                      <a:gs pos="98000">
                        <a:srgbClr val="7B9CFE">
                          <a:lumMod val="80000"/>
                        </a:srgbClr>
                      </a:gs>
                    </a:gsLst>
                    <a:lin ang="5400000" scaled="1"/>
                    <a:tileRect/>
                  </a:gradFill>
                </a:rPr>
                <a:t>A</a:t>
              </a:r>
            </a:p>
          </p:txBody>
        </p:sp>
        <p:sp>
          <p:nvSpPr>
            <p:cNvPr id="104" name="Comp 104">
              <a:extLst>
                <a:ext uri="{FF2B5EF4-FFF2-40B4-BE49-F238E27FC236}">
                  <a16:creationId xmlns:a16="http://schemas.microsoft.com/office/drawing/2014/main" id="{47A5C9C3-C302-4D84-8665-D7CD0F4FB7D4}"/>
                </a:ext>
              </a:extLst>
            </p:cNvPr>
            <p:cNvSpPr txBox="1"/>
            <p:nvPr/>
          </p:nvSpPr>
          <p:spPr>
            <a:xfrm>
              <a:off x="838475" y="2773116"/>
              <a:ext cx="1821332" cy="2646878"/>
            </a:xfrm>
            <a:prstGeom prst="rect">
              <a:avLst/>
            </a:prstGeom>
            <a:noFill/>
            <a:scene3d>
              <a:camera prst="orthographicFront">
                <a:rot lat="19500000" lon="18900000" rev="3600000"/>
              </a:camera>
              <a:lightRig rig="threePt" dir="t"/>
            </a:scene3d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gradFill>
                    <a:gsLst>
                      <a:gs pos="0">
                        <a:srgbClr val="7B9CFE">
                          <a:lumMod val="50000"/>
                          <a:lumOff val="50000"/>
                        </a:srgbClr>
                      </a:gs>
                      <a:gs pos="98000">
                        <a:srgbClr val="7B9CFE">
                          <a:lumMod val="50000"/>
                        </a:srgbClr>
                      </a:gs>
                    </a:gsLst>
                    <a:lin ang="5400000" scaled="1"/>
                  </a:gradFill>
                  <a:latin typeface="阿里巴巴普惠体 H" panose="00020600040101010101" pitchFamily="18" charset="-122"/>
                  <a:ea typeface="阿里巴巴普惠体 H" panose="00020600040101010101" pitchFamily="18" charset="-122"/>
                  <a:cs typeface="阿里巴巴普惠体 H" panose="00020600040101010101" pitchFamily="18" charset="-122"/>
                </a:rPr>
                <a:t>A</a:t>
              </a:r>
              <a:endParaRPr lang="zh-CN" altLang="en-US" sz="16600" dirty="0">
                <a:gradFill>
                  <a:gsLst>
                    <a:gs pos="0">
                      <a:srgbClr val="7B9CFE">
                        <a:lumMod val="50000"/>
                        <a:lumOff val="50000"/>
                      </a:srgbClr>
                    </a:gs>
                    <a:gs pos="98000">
                      <a:srgbClr val="7B9CFE">
                        <a:lumMod val="50000"/>
                      </a:srgbClr>
                    </a:gs>
                  </a:gsLst>
                  <a:lin ang="5400000" scaled="1"/>
                </a:gradFill>
                <a:latin typeface="阿里巴巴普惠体 H" panose="00020600040101010101" pitchFamily="18" charset="-122"/>
                <a:ea typeface="阿里巴巴普惠体 H" panose="00020600040101010101" pitchFamily="18" charset="-122"/>
                <a:cs typeface="阿里巴巴普惠体 H" panose="00020600040101010101" pitchFamily="18" charset="-122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3625850" y="1571625"/>
            <a:ext cx="7845425" cy="4498976"/>
            <a:chOff x="2173289" y="1800225"/>
            <a:chExt cx="7845425" cy="4498976"/>
          </a:xfrm>
        </p:grpSpPr>
        <p:sp>
          <p:nvSpPr>
            <p:cNvPr id="3" name="Comp 3"/>
            <p:cNvSpPr>
              <a:spLocks noChangeArrowheads="1"/>
            </p:cNvSpPr>
            <p:nvPr/>
          </p:nvSpPr>
          <p:spPr bwMode="auto">
            <a:xfrm>
              <a:off x="4829176" y="5686426"/>
              <a:ext cx="2533650" cy="73025"/>
            </a:xfrm>
            <a:prstGeom prst="rect">
              <a:avLst/>
            </a:prstGeom>
            <a:solidFill>
              <a:srgbClr val="B5B5B5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4" name="Comp 4"/>
            <p:cNvSpPr>
              <a:spLocks noChangeArrowheads="1"/>
            </p:cNvSpPr>
            <p:nvPr/>
          </p:nvSpPr>
          <p:spPr bwMode="auto">
            <a:xfrm>
              <a:off x="4829176" y="4257676"/>
              <a:ext cx="2533650" cy="73025"/>
            </a:xfrm>
            <a:prstGeom prst="rect">
              <a:avLst/>
            </a:prstGeom>
            <a:solidFill>
              <a:srgbClr val="5A6783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5" name="Comp 5"/>
            <p:cNvSpPr>
              <a:spLocks noChangeArrowheads="1"/>
            </p:cNvSpPr>
            <p:nvPr/>
          </p:nvSpPr>
          <p:spPr bwMode="auto">
            <a:xfrm>
              <a:off x="4829176" y="2828926"/>
              <a:ext cx="2533650" cy="73025"/>
            </a:xfrm>
            <a:prstGeom prst="rect">
              <a:avLst/>
            </a:prstGeom>
            <a:solidFill>
              <a:srgbClr val="A3CF62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6" name="Comp 6"/>
            <p:cNvSpPr/>
            <p:nvPr/>
          </p:nvSpPr>
          <p:spPr bwMode="auto">
            <a:xfrm>
              <a:off x="2173289" y="1800225"/>
              <a:ext cx="7845425" cy="102870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5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5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5"/>
                    <a:pt x="2472" y="45"/>
                    <a:pt x="2472" y="45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5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A3CF62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7" name="Comp 7"/>
            <p:cNvSpPr/>
            <p:nvPr/>
          </p:nvSpPr>
          <p:spPr bwMode="auto">
            <a:xfrm>
              <a:off x="4829176" y="1800226"/>
              <a:ext cx="2533650" cy="1641475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A3CF6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8" name="Comp 8"/>
            <p:cNvSpPr/>
            <p:nvPr/>
          </p:nvSpPr>
          <p:spPr bwMode="auto">
            <a:xfrm>
              <a:off x="5232401" y="1800226"/>
              <a:ext cx="1727200" cy="1190625"/>
            </a:xfrm>
            <a:custGeom>
              <a:avLst/>
              <a:gdLst>
                <a:gd name="T0" fmla="*/ 544 w 544"/>
                <a:gd name="T1" fmla="*/ 275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5 h 375"/>
                <a:gd name="T10" fmla="*/ 272 w 544"/>
                <a:gd name="T11" fmla="*/ 375 h 375"/>
                <a:gd name="T12" fmla="*/ 544 w 544"/>
                <a:gd name="T13" fmla="*/ 2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5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5"/>
                    <a:pt x="0" y="275"/>
                    <a:pt x="0" y="275"/>
                  </a:cubicBezTo>
                  <a:cubicBezTo>
                    <a:pt x="73" y="337"/>
                    <a:pt x="168" y="375"/>
                    <a:pt x="272" y="375"/>
                  </a:cubicBezTo>
                  <a:cubicBezTo>
                    <a:pt x="376" y="375"/>
                    <a:pt x="471" y="337"/>
                    <a:pt x="544" y="275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9" name="Comp 9"/>
            <p:cNvSpPr/>
            <p:nvPr/>
          </p:nvSpPr>
          <p:spPr bwMode="auto">
            <a:xfrm>
              <a:off x="5232401" y="1800226"/>
              <a:ext cx="1727200" cy="511175"/>
            </a:xfrm>
            <a:custGeom>
              <a:avLst/>
              <a:gdLst>
                <a:gd name="T0" fmla="*/ 1088 w 1088"/>
                <a:gd name="T1" fmla="*/ 90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0 h 322"/>
                <a:gd name="T10" fmla="*/ 544 w 1088"/>
                <a:gd name="T11" fmla="*/ 322 h 322"/>
                <a:gd name="T12" fmla="*/ 1088 w 1088"/>
                <a:gd name="T13" fmla="*/ 90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0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0"/>
                  </a:lnTo>
                  <a:lnTo>
                    <a:pt x="544" y="322"/>
                  </a:lnTo>
                  <a:lnTo>
                    <a:pt x="1088" y="90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0" name="Comp 10"/>
            <p:cNvSpPr>
              <a:spLocks noEditPoints="1"/>
            </p:cNvSpPr>
            <p:nvPr/>
          </p:nvSpPr>
          <p:spPr bwMode="auto">
            <a:xfrm>
              <a:off x="2414589" y="2060576"/>
              <a:ext cx="352425" cy="517525"/>
            </a:xfrm>
            <a:custGeom>
              <a:avLst/>
              <a:gdLst>
                <a:gd name="T0" fmla="*/ 56 w 111"/>
                <a:gd name="T1" fmla="*/ 23 h 163"/>
                <a:gd name="T2" fmla="*/ 59 w 111"/>
                <a:gd name="T3" fmla="*/ 20 h 163"/>
                <a:gd name="T4" fmla="*/ 56 w 111"/>
                <a:gd name="T5" fmla="*/ 17 h 163"/>
                <a:gd name="T6" fmla="*/ 17 w 111"/>
                <a:gd name="T7" fmla="*/ 56 h 163"/>
                <a:gd name="T8" fmla="*/ 20 w 111"/>
                <a:gd name="T9" fmla="*/ 59 h 163"/>
                <a:gd name="T10" fmla="*/ 23 w 111"/>
                <a:gd name="T11" fmla="*/ 56 h 163"/>
                <a:gd name="T12" fmla="*/ 56 w 111"/>
                <a:gd name="T13" fmla="*/ 23 h 163"/>
                <a:gd name="T14" fmla="*/ 30 w 111"/>
                <a:gd name="T15" fmla="*/ 125 h 163"/>
                <a:gd name="T16" fmla="*/ 31 w 111"/>
                <a:gd name="T17" fmla="*/ 133 h 163"/>
                <a:gd name="T18" fmla="*/ 56 w 111"/>
                <a:gd name="T19" fmla="*/ 138 h 163"/>
                <a:gd name="T20" fmla="*/ 80 w 111"/>
                <a:gd name="T21" fmla="*/ 134 h 163"/>
                <a:gd name="T22" fmla="*/ 81 w 111"/>
                <a:gd name="T23" fmla="*/ 125 h 163"/>
                <a:gd name="T24" fmla="*/ 56 w 111"/>
                <a:gd name="T25" fmla="*/ 130 h 163"/>
                <a:gd name="T26" fmla="*/ 30 w 111"/>
                <a:gd name="T27" fmla="*/ 125 h 163"/>
                <a:gd name="T28" fmla="*/ 32 w 111"/>
                <a:gd name="T29" fmla="*/ 141 h 163"/>
                <a:gd name="T30" fmla="*/ 33 w 111"/>
                <a:gd name="T31" fmla="*/ 150 h 163"/>
                <a:gd name="T32" fmla="*/ 41 w 111"/>
                <a:gd name="T33" fmla="*/ 154 h 163"/>
                <a:gd name="T34" fmla="*/ 41 w 111"/>
                <a:gd name="T35" fmla="*/ 159 h 163"/>
                <a:gd name="T36" fmla="*/ 56 w 111"/>
                <a:gd name="T37" fmla="*/ 163 h 163"/>
                <a:gd name="T38" fmla="*/ 70 w 111"/>
                <a:gd name="T39" fmla="*/ 159 h 163"/>
                <a:gd name="T40" fmla="*/ 70 w 111"/>
                <a:gd name="T41" fmla="*/ 154 h 163"/>
                <a:gd name="T42" fmla="*/ 78 w 111"/>
                <a:gd name="T43" fmla="*/ 150 h 163"/>
                <a:gd name="T44" fmla="*/ 79 w 111"/>
                <a:gd name="T45" fmla="*/ 141 h 163"/>
                <a:gd name="T46" fmla="*/ 56 w 111"/>
                <a:gd name="T47" fmla="*/ 145 h 163"/>
                <a:gd name="T48" fmla="*/ 32 w 111"/>
                <a:gd name="T49" fmla="*/ 141 h 163"/>
                <a:gd name="T50" fmla="*/ 56 w 111"/>
                <a:gd name="T51" fmla="*/ 0 h 163"/>
                <a:gd name="T52" fmla="*/ 0 w 111"/>
                <a:gd name="T53" fmla="*/ 56 h 163"/>
                <a:gd name="T54" fmla="*/ 27 w 111"/>
                <a:gd name="T55" fmla="*/ 104 h 163"/>
                <a:gd name="T56" fmla="*/ 29 w 111"/>
                <a:gd name="T57" fmla="*/ 118 h 163"/>
                <a:gd name="T58" fmla="*/ 56 w 111"/>
                <a:gd name="T59" fmla="*/ 123 h 163"/>
                <a:gd name="T60" fmla="*/ 82 w 111"/>
                <a:gd name="T61" fmla="*/ 118 h 163"/>
                <a:gd name="T62" fmla="*/ 84 w 111"/>
                <a:gd name="T63" fmla="*/ 104 h 163"/>
                <a:gd name="T64" fmla="*/ 111 w 111"/>
                <a:gd name="T65" fmla="*/ 56 h 163"/>
                <a:gd name="T66" fmla="*/ 56 w 111"/>
                <a:gd name="T67" fmla="*/ 0 h 163"/>
                <a:gd name="T68" fmla="*/ 76 w 111"/>
                <a:gd name="T69" fmla="*/ 97 h 163"/>
                <a:gd name="T70" fmla="*/ 75 w 111"/>
                <a:gd name="T71" fmla="*/ 110 h 163"/>
                <a:gd name="T72" fmla="*/ 56 w 111"/>
                <a:gd name="T73" fmla="*/ 113 h 163"/>
                <a:gd name="T74" fmla="*/ 36 w 111"/>
                <a:gd name="T75" fmla="*/ 110 h 163"/>
                <a:gd name="T76" fmla="*/ 35 w 111"/>
                <a:gd name="T77" fmla="*/ 97 h 163"/>
                <a:gd name="T78" fmla="*/ 10 w 111"/>
                <a:gd name="T79" fmla="*/ 56 h 163"/>
                <a:gd name="T80" fmla="*/ 56 w 111"/>
                <a:gd name="T81" fmla="*/ 10 h 163"/>
                <a:gd name="T82" fmla="*/ 102 w 111"/>
                <a:gd name="T83" fmla="*/ 56 h 163"/>
                <a:gd name="T84" fmla="*/ 76 w 111"/>
                <a:gd name="T85" fmla="*/ 97 h 163"/>
                <a:gd name="T86" fmla="*/ 68 w 111"/>
                <a:gd name="T87" fmla="*/ 77 h 163"/>
                <a:gd name="T88" fmla="*/ 56 w 111"/>
                <a:gd name="T89" fmla="*/ 54 h 163"/>
                <a:gd name="T90" fmla="*/ 43 w 111"/>
                <a:gd name="T91" fmla="*/ 77 h 163"/>
                <a:gd name="T92" fmla="*/ 38 w 111"/>
                <a:gd name="T93" fmla="*/ 66 h 163"/>
                <a:gd name="T94" fmla="*/ 30 w 111"/>
                <a:gd name="T95" fmla="*/ 70 h 163"/>
                <a:gd name="T96" fmla="*/ 43 w 111"/>
                <a:gd name="T97" fmla="*/ 96 h 163"/>
                <a:gd name="T98" fmla="*/ 56 w 111"/>
                <a:gd name="T99" fmla="*/ 72 h 163"/>
                <a:gd name="T100" fmla="*/ 69 w 111"/>
                <a:gd name="T101" fmla="*/ 96 h 163"/>
                <a:gd name="T102" fmla="*/ 81 w 111"/>
                <a:gd name="T103" fmla="*/ 70 h 163"/>
                <a:gd name="T104" fmla="*/ 73 w 111"/>
                <a:gd name="T105" fmla="*/ 66 h 163"/>
                <a:gd name="T106" fmla="*/ 68 w 111"/>
                <a:gd name="T107" fmla="*/ 77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11" h="163">
                  <a:moveTo>
                    <a:pt x="56" y="23"/>
                  </a:moveTo>
                  <a:cubicBezTo>
                    <a:pt x="57" y="23"/>
                    <a:pt x="59" y="22"/>
                    <a:pt x="59" y="20"/>
                  </a:cubicBezTo>
                  <a:cubicBezTo>
                    <a:pt x="59" y="19"/>
                    <a:pt x="57" y="17"/>
                    <a:pt x="56" y="17"/>
                  </a:cubicBezTo>
                  <a:cubicBezTo>
                    <a:pt x="34" y="17"/>
                    <a:pt x="17" y="35"/>
                    <a:pt x="17" y="56"/>
                  </a:cubicBezTo>
                  <a:cubicBezTo>
                    <a:pt x="17" y="58"/>
                    <a:pt x="18" y="59"/>
                    <a:pt x="20" y="59"/>
                  </a:cubicBezTo>
                  <a:cubicBezTo>
                    <a:pt x="21" y="59"/>
                    <a:pt x="23" y="58"/>
                    <a:pt x="23" y="56"/>
                  </a:cubicBezTo>
                  <a:cubicBezTo>
                    <a:pt x="23" y="38"/>
                    <a:pt x="37" y="23"/>
                    <a:pt x="56" y="23"/>
                  </a:cubicBezTo>
                  <a:close/>
                  <a:moveTo>
                    <a:pt x="30" y="125"/>
                  </a:moveTo>
                  <a:cubicBezTo>
                    <a:pt x="31" y="133"/>
                    <a:pt x="31" y="133"/>
                    <a:pt x="31" y="133"/>
                  </a:cubicBezTo>
                  <a:cubicBezTo>
                    <a:pt x="38" y="136"/>
                    <a:pt x="47" y="138"/>
                    <a:pt x="56" y="138"/>
                  </a:cubicBezTo>
                  <a:cubicBezTo>
                    <a:pt x="65" y="138"/>
                    <a:pt x="73" y="136"/>
                    <a:pt x="80" y="134"/>
                  </a:cubicBezTo>
                  <a:cubicBezTo>
                    <a:pt x="81" y="125"/>
                    <a:pt x="81" y="125"/>
                    <a:pt x="81" y="125"/>
                  </a:cubicBezTo>
                  <a:cubicBezTo>
                    <a:pt x="74" y="128"/>
                    <a:pt x="65" y="130"/>
                    <a:pt x="56" y="130"/>
                  </a:cubicBezTo>
                  <a:cubicBezTo>
                    <a:pt x="46" y="130"/>
                    <a:pt x="38" y="128"/>
                    <a:pt x="30" y="125"/>
                  </a:cubicBezTo>
                  <a:close/>
                  <a:moveTo>
                    <a:pt x="32" y="141"/>
                  </a:moveTo>
                  <a:cubicBezTo>
                    <a:pt x="33" y="150"/>
                    <a:pt x="33" y="150"/>
                    <a:pt x="33" y="150"/>
                  </a:cubicBezTo>
                  <a:cubicBezTo>
                    <a:pt x="33" y="150"/>
                    <a:pt x="35" y="152"/>
                    <a:pt x="41" y="154"/>
                  </a:cubicBezTo>
                  <a:cubicBezTo>
                    <a:pt x="41" y="159"/>
                    <a:pt x="41" y="159"/>
                    <a:pt x="41" y="159"/>
                  </a:cubicBezTo>
                  <a:cubicBezTo>
                    <a:pt x="41" y="159"/>
                    <a:pt x="45" y="163"/>
                    <a:pt x="56" y="163"/>
                  </a:cubicBezTo>
                  <a:cubicBezTo>
                    <a:pt x="67" y="163"/>
                    <a:pt x="70" y="159"/>
                    <a:pt x="70" y="159"/>
                  </a:cubicBezTo>
                  <a:cubicBezTo>
                    <a:pt x="70" y="154"/>
                    <a:pt x="70" y="154"/>
                    <a:pt x="70" y="154"/>
                  </a:cubicBezTo>
                  <a:cubicBezTo>
                    <a:pt x="76" y="152"/>
                    <a:pt x="78" y="150"/>
                    <a:pt x="78" y="150"/>
                  </a:cubicBezTo>
                  <a:cubicBezTo>
                    <a:pt x="79" y="141"/>
                    <a:pt x="79" y="141"/>
                    <a:pt x="79" y="141"/>
                  </a:cubicBezTo>
                  <a:cubicBezTo>
                    <a:pt x="72" y="143"/>
                    <a:pt x="64" y="145"/>
                    <a:pt x="56" y="145"/>
                  </a:cubicBezTo>
                  <a:cubicBezTo>
                    <a:pt x="47" y="145"/>
                    <a:pt x="39" y="143"/>
                    <a:pt x="32" y="141"/>
                  </a:cubicBezTo>
                  <a:close/>
                  <a:moveTo>
                    <a:pt x="56" y="0"/>
                  </a:moveTo>
                  <a:cubicBezTo>
                    <a:pt x="25" y="0"/>
                    <a:pt x="0" y="25"/>
                    <a:pt x="0" y="56"/>
                  </a:cubicBezTo>
                  <a:cubicBezTo>
                    <a:pt x="0" y="76"/>
                    <a:pt x="11" y="94"/>
                    <a:pt x="27" y="104"/>
                  </a:cubicBezTo>
                  <a:cubicBezTo>
                    <a:pt x="29" y="118"/>
                    <a:pt x="29" y="118"/>
                    <a:pt x="29" y="118"/>
                  </a:cubicBezTo>
                  <a:cubicBezTo>
                    <a:pt x="37" y="121"/>
                    <a:pt x="46" y="123"/>
                    <a:pt x="56" y="123"/>
                  </a:cubicBezTo>
                  <a:cubicBezTo>
                    <a:pt x="65" y="123"/>
                    <a:pt x="75" y="121"/>
                    <a:pt x="82" y="118"/>
                  </a:cubicBezTo>
                  <a:cubicBezTo>
                    <a:pt x="84" y="104"/>
                    <a:pt x="84" y="104"/>
                    <a:pt x="84" y="104"/>
                  </a:cubicBezTo>
                  <a:cubicBezTo>
                    <a:pt x="101" y="94"/>
                    <a:pt x="111" y="76"/>
                    <a:pt x="111" y="56"/>
                  </a:cubicBezTo>
                  <a:cubicBezTo>
                    <a:pt x="111" y="25"/>
                    <a:pt x="86" y="0"/>
                    <a:pt x="56" y="0"/>
                  </a:cubicBezTo>
                  <a:close/>
                  <a:moveTo>
                    <a:pt x="76" y="97"/>
                  </a:moveTo>
                  <a:cubicBezTo>
                    <a:pt x="75" y="110"/>
                    <a:pt x="75" y="110"/>
                    <a:pt x="75" y="110"/>
                  </a:cubicBezTo>
                  <a:cubicBezTo>
                    <a:pt x="75" y="110"/>
                    <a:pt x="70" y="113"/>
                    <a:pt x="56" y="113"/>
                  </a:cubicBezTo>
                  <a:cubicBezTo>
                    <a:pt x="41" y="113"/>
                    <a:pt x="36" y="110"/>
                    <a:pt x="36" y="110"/>
                  </a:cubicBezTo>
                  <a:cubicBezTo>
                    <a:pt x="35" y="97"/>
                    <a:pt x="35" y="97"/>
                    <a:pt x="35" y="97"/>
                  </a:cubicBezTo>
                  <a:cubicBezTo>
                    <a:pt x="20" y="90"/>
                    <a:pt x="10" y="74"/>
                    <a:pt x="10" y="56"/>
                  </a:cubicBezTo>
                  <a:cubicBezTo>
                    <a:pt x="10" y="31"/>
                    <a:pt x="30" y="10"/>
                    <a:pt x="56" y="10"/>
                  </a:cubicBezTo>
                  <a:cubicBezTo>
                    <a:pt x="81" y="10"/>
                    <a:pt x="102" y="31"/>
                    <a:pt x="102" y="56"/>
                  </a:cubicBezTo>
                  <a:cubicBezTo>
                    <a:pt x="102" y="74"/>
                    <a:pt x="91" y="90"/>
                    <a:pt x="76" y="97"/>
                  </a:cubicBezTo>
                  <a:close/>
                  <a:moveTo>
                    <a:pt x="68" y="77"/>
                  </a:moveTo>
                  <a:cubicBezTo>
                    <a:pt x="56" y="54"/>
                    <a:pt x="56" y="54"/>
                    <a:pt x="56" y="54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0" y="70"/>
                    <a:pt x="30" y="70"/>
                    <a:pt x="30" y="70"/>
                  </a:cubicBezTo>
                  <a:cubicBezTo>
                    <a:pt x="43" y="96"/>
                    <a:pt x="43" y="96"/>
                    <a:pt x="43" y="96"/>
                  </a:cubicBezTo>
                  <a:cubicBezTo>
                    <a:pt x="56" y="72"/>
                    <a:pt x="56" y="72"/>
                    <a:pt x="56" y="72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81" y="70"/>
                    <a:pt x="81" y="70"/>
                    <a:pt x="81" y="70"/>
                  </a:cubicBezTo>
                  <a:cubicBezTo>
                    <a:pt x="73" y="66"/>
                    <a:pt x="73" y="66"/>
                    <a:pt x="73" y="66"/>
                  </a:cubicBezTo>
                  <a:lnTo>
                    <a:pt x="68" y="77"/>
                  </a:lnTo>
                  <a:close/>
                </a:path>
              </a:pathLst>
            </a:custGeom>
            <a:solidFill>
              <a:srgbClr val="A3CF6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1" name="Comp 11"/>
            <p:cNvSpPr/>
            <p:nvPr/>
          </p:nvSpPr>
          <p:spPr bwMode="auto">
            <a:xfrm>
              <a:off x="2173289" y="3228975"/>
              <a:ext cx="7845425" cy="102870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0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0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5A6783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2" name="Comp 12"/>
            <p:cNvSpPr/>
            <p:nvPr/>
          </p:nvSpPr>
          <p:spPr bwMode="auto">
            <a:xfrm>
              <a:off x="4829176" y="3228976"/>
              <a:ext cx="2533650" cy="1641475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3" name="Comp 13"/>
            <p:cNvSpPr/>
            <p:nvPr/>
          </p:nvSpPr>
          <p:spPr bwMode="auto">
            <a:xfrm>
              <a:off x="5232401" y="3228976"/>
              <a:ext cx="1727200" cy="1190625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4" name="Comp 14"/>
            <p:cNvSpPr/>
            <p:nvPr/>
          </p:nvSpPr>
          <p:spPr bwMode="auto">
            <a:xfrm>
              <a:off x="5232401" y="3228976"/>
              <a:ext cx="1727200" cy="511175"/>
            </a:xfrm>
            <a:custGeom>
              <a:avLst/>
              <a:gdLst>
                <a:gd name="T0" fmla="*/ 1088 w 1088"/>
                <a:gd name="T1" fmla="*/ 92 h 322"/>
                <a:gd name="T2" fmla="*/ 1088 w 1088"/>
                <a:gd name="T3" fmla="*/ 0 h 322"/>
                <a:gd name="T4" fmla="*/ 544 w 1088"/>
                <a:gd name="T5" fmla="*/ 232 h 322"/>
                <a:gd name="T6" fmla="*/ 0 w 1088"/>
                <a:gd name="T7" fmla="*/ 0 h 322"/>
                <a:gd name="T8" fmla="*/ 0 w 1088"/>
                <a:gd name="T9" fmla="*/ 92 h 322"/>
                <a:gd name="T10" fmla="*/ 544 w 1088"/>
                <a:gd name="T11" fmla="*/ 322 h 322"/>
                <a:gd name="T12" fmla="*/ 1088 w 1088"/>
                <a:gd name="T13" fmla="*/ 92 h 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2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2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5" name="Comp 15"/>
            <p:cNvSpPr/>
            <p:nvPr/>
          </p:nvSpPr>
          <p:spPr bwMode="auto">
            <a:xfrm>
              <a:off x="2173289" y="4657725"/>
              <a:ext cx="7845425" cy="1028700"/>
            </a:xfrm>
            <a:custGeom>
              <a:avLst/>
              <a:gdLst>
                <a:gd name="T0" fmla="*/ 2472 w 2472"/>
                <a:gd name="T1" fmla="*/ 279 h 324"/>
                <a:gd name="T2" fmla="*/ 2472 w 2472"/>
                <a:gd name="T3" fmla="*/ 46 h 324"/>
                <a:gd name="T4" fmla="*/ 2427 w 2472"/>
                <a:gd name="T5" fmla="*/ 0 h 324"/>
                <a:gd name="T6" fmla="*/ 1508 w 2472"/>
                <a:gd name="T7" fmla="*/ 0 h 324"/>
                <a:gd name="T8" fmla="*/ 1236 w 2472"/>
                <a:gd name="T9" fmla="*/ 116 h 324"/>
                <a:gd name="T10" fmla="*/ 964 w 2472"/>
                <a:gd name="T11" fmla="*/ 0 h 324"/>
                <a:gd name="T12" fmla="*/ 45 w 2472"/>
                <a:gd name="T13" fmla="*/ 0 h 324"/>
                <a:gd name="T14" fmla="*/ 0 w 2472"/>
                <a:gd name="T15" fmla="*/ 46 h 324"/>
                <a:gd name="T16" fmla="*/ 0 w 2472"/>
                <a:gd name="T17" fmla="*/ 279 h 324"/>
                <a:gd name="T18" fmla="*/ 45 w 2472"/>
                <a:gd name="T19" fmla="*/ 324 h 324"/>
                <a:gd name="T20" fmla="*/ 2427 w 2472"/>
                <a:gd name="T21" fmla="*/ 324 h 324"/>
                <a:gd name="T22" fmla="*/ 2472 w 2472"/>
                <a:gd name="T23" fmla="*/ 279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72" h="324">
                  <a:moveTo>
                    <a:pt x="2472" y="279"/>
                  </a:moveTo>
                  <a:cubicBezTo>
                    <a:pt x="2472" y="46"/>
                    <a:pt x="2472" y="46"/>
                    <a:pt x="2472" y="46"/>
                  </a:cubicBezTo>
                  <a:cubicBezTo>
                    <a:pt x="2472" y="21"/>
                    <a:pt x="2452" y="0"/>
                    <a:pt x="2427" y="0"/>
                  </a:cubicBezTo>
                  <a:cubicBezTo>
                    <a:pt x="1508" y="0"/>
                    <a:pt x="1508" y="0"/>
                    <a:pt x="1508" y="0"/>
                  </a:cubicBezTo>
                  <a:cubicBezTo>
                    <a:pt x="1236" y="116"/>
                    <a:pt x="1236" y="116"/>
                    <a:pt x="1236" y="116"/>
                  </a:cubicBezTo>
                  <a:cubicBezTo>
                    <a:pt x="964" y="0"/>
                    <a:pt x="964" y="0"/>
                    <a:pt x="964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20" y="0"/>
                    <a:pt x="0" y="21"/>
                    <a:pt x="0" y="46"/>
                  </a:cubicBezTo>
                  <a:cubicBezTo>
                    <a:pt x="0" y="279"/>
                    <a:pt x="0" y="279"/>
                    <a:pt x="0" y="279"/>
                  </a:cubicBezTo>
                  <a:cubicBezTo>
                    <a:pt x="0" y="304"/>
                    <a:pt x="20" y="324"/>
                    <a:pt x="45" y="324"/>
                  </a:cubicBezTo>
                  <a:cubicBezTo>
                    <a:pt x="2427" y="324"/>
                    <a:pt x="2427" y="324"/>
                    <a:pt x="2427" y="324"/>
                  </a:cubicBezTo>
                  <a:cubicBezTo>
                    <a:pt x="2452" y="324"/>
                    <a:pt x="2472" y="304"/>
                    <a:pt x="2472" y="279"/>
                  </a:cubicBezTo>
                  <a:close/>
                </a:path>
              </a:pathLst>
            </a:custGeom>
            <a:solidFill>
              <a:srgbClr val="FFFFFF"/>
            </a:solidFill>
            <a:ln>
              <a:solidFill>
                <a:srgbClr val="B5B5B5"/>
              </a:solidFill>
            </a:ln>
            <a:effectLst>
              <a:outerShdw dist="25400" dir="5400000" algn="ctr" rotWithShape="0">
                <a:prstClr val="black">
                  <a:alpha val="10000"/>
                </a:prstClr>
              </a:outerShdw>
            </a:effec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6" name="Comp 16"/>
            <p:cNvSpPr/>
            <p:nvPr/>
          </p:nvSpPr>
          <p:spPr bwMode="auto">
            <a:xfrm>
              <a:off x="4829176" y="4657726"/>
              <a:ext cx="2533650" cy="1641475"/>
            </a:xfrm>
            <a:custGeom>
              <a:avLst/>
              <a:gdLst>
                <a:gd name="T0" fmla="*/ 1596 w 1596"/>
                <a:gd name="T1" fmla="*/ 694 h 1034"/>
                <a:gd name="T2" fmla="*/ 1342 w 1596"/>
                <a:gd name="T3" fmla="*/ 694 h 1034"/>
                <a:gd name="T4" fmla="*/ 1342 w 1596"/>
                <a:gd name="T5" fmla="*/ 0 h 1034"/>
                <a:gd name="T6" fmla="*/ 798 w 1596"/>
                <a:gd name="T7" fmla="*/ 232 h 1034"/>
                <a:gd name="T8" fmla="*/ 254 w 1596"/>
                <a:gd name="T9" fmla="*/ 0 h 1034"/>
                <a:gd name="T10" fmla="*/ 254 w 1596"/>
                <a:gd name="T11" fmla="*/ 694 h 1034"/>
                <a:gd name="T12" fmla="*/ 0 w 1596"/>
                <a:gd name="T13" fmla="*/ 694 h 1034"/>
                <a:gd name="T14" fmla="*/ 798 w 1596"/>
                <a:gd name="T15" fmla="*/ 1034 h 1034"/>
                <a:gd name="T16" fmla="*/ 1596 w 1596"/>
                <a:gd name="T17" fmla="*/ 694 h 10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96" h="1034">
                  <a:moveTo>
                    <a:pt x="1596" y="694"/>
                  </a:moveTo>
                  <a:lnTo>
                    <a:pt x="1342" y="694"/>
                  </a:lnTo>
                  <a:lnTo>
                    <a:pt x="1342" y="0"/>
                  </a:lnTo>
                  <a:lnTo>
                    <a:pt x="798" y="232"/>
                  </a:lnTo>
                  <a:lnTo>
                    <a:pt x="254" y="0"/>
                  </a:lnTo>
                  <a:lnTo>
                    <a:pt x="254" y="694"/>
                  </a:lnTo>
                  <a:lnTo>
                    <a:pt x="0" y="694"/>
                  </a:lnTo>
                  <a:lnTo>
                    <a:pt x="798" y="1034"/>
                  </a:lnTo>
                  <a:lnTo>
                    <a:pt x="1596" y="694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7" name="Comp 17"/>
            <p:cNvSpPr/>
            <p:nvPr/>
          </p:nvSpPr>
          <p:spPr bwMode="auto">
            <a:xfrm>
              <a:off x="5232401" y="4657726"/>
              <a:ext cx="1727200" cy="1190625"/>
            </a:xfrm>
            <a:custGeom>
              <a:avLst/>
              <a:gdLst>
                <a:gd name="T0" fmla="*/ 544 w 544"/>
                <a:gd name="T1" fmla="*/ 276 h 375"/>
                <a:gd name="T2" fmla="*/ 544 w 544"/>
                <a:gd name="T3" fmla="*/ 0 h 375"/>
                <a:gd name="T4" fmla="*/ 272 w 544"/>
                <a:gd name="T5" fmla="*/ 116 h 375"/>
                <a:gd name="T6" fmla="*/ 0 w 544"/>
                <a:gd name="T7" fmla="*/ 0 h 375"/>
                <a:gd name="T8" fmla="*/ 0 w 544"/>
                <a:gd name="T9" fmla="*/ 276 h 375"/>
                <a:gd name="T10" fmla="*/ 272 w 544"/>
                <a:gd name="T11" fmla="*/ 375 h 375"/>
                <a:gd name="T12" fmla="*/ 544 w 544"/>
                <a:gd name="T13" fmla="*/ 276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44" h="375">
                  <a:moveTo>
                    <a:pt x="544" y="276"/>
                  </a:moveTo>
                  <a:cubicBezTo>
                    <a:pt x="544" y="0"/>
                    <a:pt x="544" y="0"/>
                    <a:pt x="544" y="0"/>
                  </a:cubicBezTo>
                  <a:cubicBezTo>
                    <a:pt x="272" y="116"/>
                    <a:pt x="272" y="116"/>
                    <a:pt x="272" y="1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" y="338"/>
                    <a:pt x="168" y="375"/>
                    <a:pt x="272" y="375"/>
                  </a:cubicBezTo>
                  <a:cubicBezTo>
                    <a:pt x="376" y="375"/>
                    <a:pt x="471" y="338"/>
                    <a:pt x="544" y="276"/>
                  </a:cubicBez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8" name="Comp 18"/>
            <p:cNvSpPr/>
            <p:nvPr/>
          </p:nvSpPr>
          <p:spPr bwMode="auto">
            <a:xfrm>
              <a:off x="5232401" y="4657725"/>
              <a:ext cx="1727200" cy="514350"/>
            </a:xfrm>
            <a:custGeom>
              <a:avLst/>
              <a:gdLst>
                <a:gd name="T0" fmla="*/ 1088 w 1088"/>
                <a:gd name="T1" fmla="*/ 92 h 324"/>
                <a:gd name="T2" fmla="*/ 1088 w 1088"/>
                <a:gd name="T3" fmla="*/ 0 h 324"/>
                <a:gd name="T4" fmla="*/ 544 w 1088"/>
                <a:gd name="T5" fmla="*/ 232 h 324"/>
                <a:gd name="T6" fmla="*/ 0 w 1088"/>
                <a:gd name="T7" fmla="*/ 0 h 324"/>
                <a:gd name="T8" fmla="*/ 0 w 1088"/>
                <a:gd name="T9" fmla="*/ 92 h 324"/>
                <a:gd name="T10" fmla="*/ 544 w 1088"/>
                <a:gd name="T11" fmla="*/ 324 h 324"/>
                <a:gd name="T12" fmla="*/ 1088 w 1088"/>
                <a:gd name="T13" fmla="*/ 92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88" h="324">
                  <a:moveTo>
                    <a:pt x="1088" y="92"/>
                  </a:moveTo>
                  <a:lnTo>
                    <a:pt x="1088" y="0"/>
                  </a:lnTo>
                  <a:lnTo>
                    <a:pt x="544" y="232"/>
                  </a:lnTo>
                  <a:lnTo>
                    <a:pt x="0" y="0"/>
                  </a:lnTo>
                  <a:lnTo>
                    <a:pt x="0" y="92"/>
                  </a:lnTo>
                  <a:lnTo>
                    <a:pt x="544" y="324"/>
                  </a:lnTo>
                  <a:lnTo>
                    <a:pt x="1088" y="92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19" name="Comp 19"/>
            <p:cNvSpPr>
              <a:spLocks noEditPoints="1"/>
            </p:cNvSpPr>
            <p:nvPr/>
          </p:nvSpPr>
          <p:spPr bwMode="auto">
            <a:xfrm>
              <a:off x="2376489" y="3540126"/>
              <a:ext cx="428625" cy="441325"/>
            </a:xfrm>
            <a:custGeom>
              <a:avLst/>
              <a:gdLst>
                <a:gd name="T0" fmla="*/ 113 w 135"/>
                <a:gd name="T1" fmla="*/ 88 h 139"/>
                <a:gd name="T2" fmla="*/ 114 w 135"/>
                <a:gd name="T3" fmla="*/ 88 h 139"/>
                <a:gd name="T4" fmla="*/ 114 w 135"/>
                <a:gd name="T5" fmla="*/ 87 h 139"/>
                <a:gd name="T6" fmla="*/ 94 w 135"/>
                <a:gd name="T7" fmla="*/ 75 h 139"/>
                <a:gd name="T8" fmla="*/ 79 w 135"/>
                <a:gd name="T9" fmla="*/ 67 h 139"/>
                <a:gd name="T10" fmla="*/ 74 w 135"/>
                <a:gd name="T11" fmla="*/ 62 h 139"/>
                <a:gd name="T12" fmla="*/ 73 w 135"/>
                <a:gd name="T13" fmla="*/ 57 h 139"/>
                <a:gd name="T14" fmla="*/ 78 w 135"/>
                <a:gd name="T15" fmla="*/ 45 h 139"/>
                <a:gd name="T16" fmla="*/ 82 w 135"/>
                <a:gd name="T17" fmla="*/ 36 h 139"/>
                <a:gd name="T18" fmla="*/ 81 w 135"/>
                <a:gd name="T19" fmla="*/ 33 h 139"/>
                <a:gd name="T20" fmla="*/ 78 w 135"/>
                <a:gd name="T21" fmla="*/ 11 h 139"/>
                <a:gd name="T22" fmla="*/ 64 w 135"/>
                <a:gd name="T23" fmla="*/ 2 h 139"/>
                <a:gd name="T24" fmla="*/ 59 w 135"/>
                <a:gd name="T25" fmla="*/ 1 h 139"/>
                <a:gd name="T26" fmla="*/ 52 w 135"/>
                <a:gd name="T27" fmla="*/ 0 h 139"/>
                <a:gd name="T28" fmla="*/ 54 w 135"/>
                <a:gd name="T29" fmla="*/ 2 h 139"/>
                <a:gd name="T30" fmla="*/ 40 w 135"/>
                <a:gd name="T31" fmla="*/ 11 h 139"/>
                <a:gd name="T32" fmla="*/ 37 w 135"/>
                <a:gd name="T33" fmla="*/ 33 h 139"/>
                <a:gd name="T34" fmla="*/ 36 w 135"/>
                <a:gd name="T35" fmla="*/ 36 h 139"/>
                <a:gd name="T36" fmla="*/ 40 w 135"/>
                <a:gd name="T37" fmla="*/ 45 h 139"/>
                <a:gd name="T38" fmla="*/ 45 w 135"/>
                <a:gd name="T39" fmla="*/ 57 h 139"/>
                <a:gd name="T40" fmla="*/ 44 w 135"/>
                <a:gd name="T41" fmla="*/ 62 h 139"/>
                <a:gd name="T42" fmla="*/ 39 w 135"/>
                <a:gd name="T43" fmla="*/ 67 h 139"/>
                <a:gd name="T44" fmla="*/ 24 w 135"/>
                <a:gd name="T45" fmla="*/ 75 h 139"/>
                <a:gd name="T46" fmla="*/ 4 w 135"/>
                <a:gd name="T47" fmla="*/ 87 h 139"/>
                <a:gd name="T48" fmla="*/ 0 w 135"/>
                <a:gd name="T49" fmla="*/ 118 h 139"/>
                <a:gd name="T50" fmla="*/ 0 w 135"/>
                <a:gd name="T51" fmla="*/ 120 h 139"/>
                <a:gd name="T52" fmla="*/ 0 w 135"/>
                <a:gd name="T53" fmla="*/ 120 h 139"/>
                <a:gd name="T54" fmla="*/ 59 w 135"/>
                <a:gd name="T55" fmla="*/ 136 h 139"/>
                <a:gd name="T56" fmla="*/ 88 w 135"/>
                <a:gd name="T57" fmla="*/ 132 h 139"/>
                <a:gd name="T58" fmla="*/ 84 w 135"/>
                <a:gd name="T59" fmla="*/ 117 h 139"/>
                <a:gd name="T60" fmla="*/ 113 w 135"/>
                <a:gd name="T61" fmla="*/ 88 h 139"/>
                <a:gd name="T62" fmla="*/ 116 w 135"/>
                <a:gd name="T63" fmla="*/ 96 h 139"/>
                <a:gd name="T64" fmla="*/ 113 w 135"/>
                <a:gd name="T65" fmla="*/ 96 h 139"/>
                <a:gd name="T66" fmla="*/ 92 w 135"/>
                <a:gd name="T67" fmla="*/ 117 h 139"/>
                <a:gd name="T68" fmla="*/ 96 w 135"/>
                <a:gd name="T69" fmla="*/ 130 h 139"/>
                <a:gd name="T70" fmla="*/ 113 w 135"/>
                <a:gd name="T71" fmla="*/ 139 h 139"/>
                <a:gd name="T72" fmla="*/ 135 w 135"/>
                <a:gd name="T73" fmla="*/ 117 h 139"/>
                <a:gd name="T74" fmla="*/ 116 w 135"/>
                <a:gd name="T75" fmla="*/ 96 h 139"/>
                <a:gd name="T76" fmla="*/ 127 w 135"/>
                <a:gd name="T77" fmla="*/ 120 h 139"/>
                <a:gd name="T78" fmla="*/ 116 w 135"/>
                <a:gd name="T79" fmla="*/ 120 h 139"/>
                <a:gd name="T80" fmla="*/ 116 w 135"/>
                <a:gd name="T81" fmla="*/ 131 h 139"/>
                <a:gd name="T82" fmla="*/ 111 w 135"/>
                <a:gd name="T83" fmla="*/ 131 h 139"/>
                <a:gd name="T84" fmla="*/ 111 w 135"/>
                <a:gd name="T85" fmla="*/ 120 h 139"/>
                <a:gd name="T86" fmla="*/ 100 w 135"/>
                <a:gd name="T87" fmla="*/ 120 h 139"/>
                <a:gd name="T88" fmla="*/ 100 w 135"/>
                <a:gd name="T89" fmla="*/ 114 h 139"/>
                <a:gd name="T90" fmla="*/ 111 w 135"/>
                <a:gd name="T91" fmla="*/ 114 h 139"/>
                <a:gd name="T92" fmla="*/ 111 w 135"/>
                <a:gd name="T93" fmla="*/ 103 h 139"/>
                <a:gd name="T94" fmla="*/ 116 w 135"/>
                <a:gd name="T95" fmla="*/ 103 h 139"/>
                <a:gd name="T96" fmla="*/ 116 w 135"/>
                <a:gd name="T97" fmla="*/ 114 h 139"/>
                <a:gd name="T98" fmla="*/ 127 w 135"/>
                <a:gd name="T99" fmla="*/ 114 h 139"/>
                <a:gd name="T100" fmla="*/ 127 w 135"/>
                <a:gd name="T101" fmla="*/ 12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5" h="139">
                  <a:moveTo>
                    <a:pt x="113" y="88"/>
                  </a:moveTo>
                  <a:cubicBezTo>
                    <a:pt x="114" y="88"/>
                    <a:pt x="114" y="88"/>
                    <a:pt x="114" y="88"/>
                  </a:cubicBezTo>
                  <a:cubicBezTo>
                    <a:pt x="114" y="88"/>
                    <a:pt x="114" y="87"/>
                    <a:pt x="114" y="87"/>
                  </a:cubicBezTo>
                  <a:cubicBezTo>
                    <a:pt x="109" y="76"/>
                    <a:pt x="97" y="76"/>
                    <a:pt x="94" y="75"/>
                  </a:cubicBezTo>
                  <a:cubicBezTo>
                    <a:pt x="85" y="72"/>
                    <a:pt x="82" y="71"/>
                    <a:pt x="79" y="67"/>
                  </a:cubicBezTo>
                  <a:cubicBezTo>
                    <a:pt x="77" y="63"/>
                    <a:pt x="74" y="62"/>
                    <a:pt x="74" y="62"/>
                  </a:cubicBezTo>
                  <a:cubicBezTo>
                    <a:pt x="74" y="61"/>
                    <a:pt x="73" y="59"/>
                    <a:pt x="73" y="57"/>
                  </a:cubicBezTo>
                  <a:cubicBezTo>
                    <a:pt x="77" y="51"/>
                    <a:pt x="78" y="45"/>
                    <a:pt x="78" y="45"/>
                  </a:cubicBezTo>
                  <a:cubicBezTo>
                    <a:pt x="81" y="44"/>
                    <a:pt x="82" y="38"/>
                    <a:pt x="82" y="36"/>
                  </a:cubicBezTo>
                  <a:cubicBezTo>
                    <a:pt x="82" y="33"/>
                    <a:pt x="81" y="33"/>
                    <a:pt x="81" y="33"/>
                  </a:cubicBezTo>
                  <a:cubicBezTo>
                    <a:pt x="81" y="33"/>
                    <a:pt x="83" y="20"/>
                    <a:pt x="78" y="11"/>
                  </a:cubicBezTo>
                  <a:cubicBezTo>
                    <a:pt x="73" y="3"/>
                    <a:pt x="64" y="2"/>
                    <a:pt x="64" y="2"/>
                  </a:cubicBezTo>
                  <a:cubicBezTo>
                    <a:pt x="59" y="1"/>
                    <a:pt x="59" y="1"/>
                    <a:pt x="59" y="1"/>
                  </a:cubicBezTo>
                  <a:cubicBezTo>
                    <a:pt x="59" y="1"/>
                    <a:pt x="54" y="1"/>
                    <a:pt x="52" y="0"/>
                  </a:cubicBezTo>
                  <a:cubicBezTo>
                    <a:pt x="52" y="0"/>
                    <a:pt x="53" y="2"/>
                    <a:pt x="54" y="2"/>
                  </a:cubicBezTo>
                  <a:cubicBezTo>
                    <a:pt x="54" y="2"/>
                    <a:pt x="45" y="3"/>
                    <a:pt x="40" y="11"/>
                  </a:cubicBezTo>
                  <a:cubicBezTo>
                    <a:pt x="35" y="20"/>
                    <a:pt x="37" y="33"/>
                    <a:pt x="37" y="33"/>
                  </a:cubicBezTo>
                  <a:cubicBezTo>
                    <a:pt x="37" y="33"/>
                    <a:pt x="36" y="33"/>
                    <a:pt x="36" y="36"/>
                  </a:cubicBezTo>
                  <a:cubicBezTo>
                    <a:pt x="35" y="38"/>
                    <a:pt x="37" y="44"/>
                    <a:pt x="40" y="45"/>
                  </a:cubicBezTo>
                  <a:cubicBezTo>
                    <a:pt x="40" y="45"/>
                    <a:pt x="41" y="51"/>
                    <a:pt x="45" y="57"/>
                  </a:cubicBezTo>
                  <a:cubicBezTo>
                    <a:pt x="44" y="59"/>
                    <a:pt x="44" y="61"/>
                    <a:pt x="44" y="62"/>
                  </a:cubicBezTo>
                  <a:cubicBezTo>
                    <a:pt x="44" y="62"/>
                    <a:pt x="41" y="63"/>
                    <a:pt x="39" y="67"/>
                  </a:cubicBezTo>
                  <a:cubicBezTo>
                    <a:pt x="36" y="71"/>
                    <a:pt x="33" y="72"/>
                    <a:pt x="24" y="75"/>
                  </a:cubicBezTo>
                  <a:cubicBezTo>
                    <a:pt x="20" y="76"/>
                    <a:pt x="8" y="76"/>
                    <a:pt x="4" y="87"/>
                  </a:cubicBezTo>
                  <a:cubicBezTo>
                    <a:pt x="1" y="93"/>
                    <a:pt x="1" y="106"/>
                    <a:pt x="0" y="118"/>
                  </a:cubicBezTo>
                  <a:cubicBezTo>
                    <a:pt x="0" y="119"/>
                    <a:pt x="0" y="119"/>
                    <a:pt x="0" y="120"/>
                  </a:cubicBezTo>
                  <a:cubicBezTo>
                    <a:pt x="0" y="120"/>
                    <a:pt x="0" y="120"/>
                    <a:pt x="0" y="120"/>
                  </a:cubicBezTo>
                  <a:cubicBezTo>
                    <a:pt x="11" y="128"/>
                    <a:pt x="30" y="136"/>
                    <a:pt x="59" y="136"/>
                  </a:cubicBezTo>
                  <a:cubicBezTo>
                    <a:pt x="70" y="136"/>
                    <a:pt x="80" y="134"/>
                    <a:pt x="88" y="132"/>
                  </a:cubicBezTo>
                  <a:cubicBezTo>
                    <a:pt x="85" y="128"/>
                    <a:pt x="84" y="123"/>
                    <a:pt x="84" y="117"/>
                  </a:cubicBezTo>
                  <a:cubicBezTo>
                    <a:pt x="84" y="101"/>
                    <a:pt x="97" y="88"/>
                    <a:pt x="113" y="88"/>
                  </a:cubicBezTo>
                  <a:close/>
                  <a:moveTo>
                    <a:pt x="116" y="96"/>
                  </a:moveTo>
                  <a:cubicBezTo>
                    <a:pt x="115" y="96"/>
                    <a:pt x="114" y="96"/>
                    <a:pt x="113" y="96"/>
                  </a:cubicBezTo>
                  <a:cubicBezTo>
                    <a:pt x="101" y="96"/>
                    <a:pt x="92" y="105"/>
                    <a:pt x="92" y="117"/>
                  </a:cubicBezTo>
                  <a:cubicBezTo>
                    <a:pt x="92" y="122"/>
                    <a:pt x="93" y="127"/>
                    <a:pt x="96" y="130"/>
                  </a:cubicBezTo>
                  <a:cubicBezTo>
                    <a:pt x="100" y="135"/>
                    <a:pt x="106" y="139"/>
                    <a:pt x="113" y="139"/>
                  </a:cubicBezTo>
                  <a:cubicBezTo>
                    <a:pt x="125" y="139"/>
                    <a:pt x="135" y="129"/>
                    <a:pt x="135" y="117"/>
                  </a:cubicBezTo>
                  <a:cubicBezTo>
                    <a:pt x="135" y="106"/>
                    <a:pt x="127" y="97"/>
                    <a:pt x="116" y="96"/>
                  </a:cubicBezTo>
                  <a:close/>
                  <a:moveTo>
                    <a:pt x="127" y="120"/>
                  </a:moveTo>
                  <a:cubicBezTo>
                    <a:pt x="116" y="120"/>
                    <a:pt x="116" y="120"/>
                    <a:pt x="116" y="120"/>
                  </a:cubicBezTo>
                  <a:cubicBezTo>
                    <a:pt x="116" y="131"/>
                    <a:pt x="116" y="131"/>
                    <a:pt x="116" y="131"/>
                  </a:cubicBezTo>
                  <a:cubicBezTo>
                    <a:pt x="111" y="131"/>
                    <a:pt x="111" y="131"/>
                    <a:pt x="111" y="131"/>
                  </a:cubicBezTo>
                  <a:cubicBezTo>
                    <a:pt x="111" y="120"/>
                    <a:pt x="111" y="120"/>
                    <a:pt x="111" y="120"/>
                  </a:cubicBezTo>
                  <a:cubicBezTo>
                    <a:pt x="100" y="120"/>
                    <a:pt x="100" y="120"/>
                    <a:pt x="100" y="120"/>
                  </a:cubicBezTo>
                  <a:cubicBezTo>
                    <a:pt x="100" y="114"/>
                    <a:pt x="100" y="114"/>
                    <a:pt x="100" y="114"/>
                  </a:cubicBezTo>
                  <a:cubicBezTo>
                    <a:pt x="111" y="114"/>
                    <a:pt x="111" y="114"/>
                    <a:pt x="111" y="114"/>
                  </a:cubicBezTo>
                  <a:cubicBezTo>
                    <a:pt x="111" y="103"/>
                    <a:pt x="111" y="103"/>
                    <a:pt x="111" y="103"/>
                  </a:cubicBezTo>
                  <a:cubicBezTo>
                    <a:pt x="116" y="103"/>
                    <a:pt x="116" y="103"/>
                    <a:pt x="116" y="103"/>
                  </a:cubicBezTo>
                  <a:cubicBezTo>
                    <a:pt x="116" y="114"/>
                    <a:pt x="116" y="114"/>
                    <a:pt x="116" y="114"/>
                  </a:cubicBezTo>
                  <a:cubicBezTo>
                    <a:pt x="127" y="114"/>
                    <a:pt x="127" y="114"/>
                    <a:pt x="127" y="114"/>
                  </a:cubicBezTo>
                  <a:lnTo>
                    <a:pt x="127" y="120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sp>
          <p:nvSpPr>
            <p:cNvPr id="20" name="Comp 20"/>
            <p:cNvSpPr>
              <a:spLocks noEditPoints="1"/>
            </p:cNvSpPr>
            <p:nvPr/>
          </p:nvSpPr>
          <p:spPr bwMode="auto">
            <a:xfrm>
              <a:off x="2363788" y="4933950"/>
              <a:ext cx="457200" cy="457200"/>
            </a:xfrm>
            <a:custGeom>
              <a:avLst/>
              <a:gdLst>
                <a:gd name="T0" fmla="*/ 113 w 144"/>
                <a:gd name="T1" fmla="*/ 31 h 144"/>
                <a:gd name="T2" fmla="*/ 109 w 144"/>
                <a:gd name="T3" fmla="*/ 31 h 144"/>
                <a:gd name="T4" fmla="*/ 109 w 144"/>
                <a:gd name="T5" fmla="*/ 35 h 144"/>
                <a:gd name="T6" fmla="*/ 109 w 144"/>
                <a:gd name="T7" fmla="*/ 77 h 144"/>
                <a:gd name="T8" fmla="*/ 109 w 144"/>
                <a:gd name="T9" fmla="*/ 82 h 144"/>
                <a:gd name="T10" fmla="*/ 113 w 144"/>
                <a:gd name="T11" fmla="*/ 82 h 144"/>
                <a:gd name="T12" fmla="*/ 113 w 144"/>
                <a:gd name="T13" fmla="*/ 31 h 144"/>
                <a:gd name="T14" fmla="*/ 124 w 144"/>
                <a:gd name="T15" fmla="*/ 20 h 144"/>
                <a:gd name="T16" fmla="*/ 51 w 144"/>
                <a:gd name="T17" fmla="*/ 20 h 144"/>
                <a:gd name="T18" fmla="*/ 44 w 144"/>
                <a:gd name="T19" fmla="*/ 83 h 144"/>
                <a:gd name="T20" fmla="*/ 6 w 144"/>
                <a:gd name="T21" fmla="*/ 121 h 144"/>
                <a:gd name="T22" fmla="*/ 10 w 144"/>
                <a:gd name="T23" fmla="*/ 134 h 144"/>
                <a:gd name="T24" fmla="*/ 23 w 144"/>
                <a:gd name="T25" fmla="*/ 137 h 144"/>
                <a:gd name="T26" fmla="*/ 61 w 144"/>
                <a:gd name="T27" fmla="*/ 100 h 144"/>
                <a:gd name="T28" fmla="*/ 124 w 144"/>
                <a:gd name="T29" fmla="*/ 93 h 144"/>
                <a:gd name="T30" fmla="*/ 124 w 144"/>
                <a:gd name="T31" fmla="*/ 20 h 144"/>
                <a:gd name="T32" fmla="*/ 117 w 144"/>
                <a:gd name="T33" fmla="*/ 86 h 144"/>
                <a:gd name="T34" fmla="*/ 58 w 144"/>
                <a:gd name="T35" fmla="*/ 86 h 144"/>
                <a:gd name="T36" fmla="*/ 58 w 144"/>
                <a:gd name="T37" fmla="*/ 26 h 144"/>
                <a:gd name="T38" fmla="*/ 117 w 144"/>
                <a:gd name="T39" fmla="*/ 26 h 144"/>
                <a:gd name="T40" fmla="*/ 117 w 144"/>
                <a:gd name="T41" fmla="*/ 86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44" h="144">
                  <a:moveTo>
                    <a:pt x="113" y="31"/>
                  </a:moveTo>
                  <a:cubicBezTo>
                    <a:pt x="112" y="30"/>
                    <a:pt x="110" y="30"/>
                    <a:pt x="109" y="31"/>
                  </a:cubicBezTo>
                  <a:cubicBezTo>
                    <a:pt x="107" y="32"/>
                    <a:pt x="107" y="34"/>
                    <a:pt x="109" y="35"/>
                  </a:cubicBezTo>
                  <a:cubicBezTo>
                    <a:pt x="120" y="47"/>
                    <a:pt x="120" y="66"/>
                    <a:pt x="109" y="77"/>
                  </a:cubicBezTo>
                  <a:cubicBezTo>
                    <a:pt x="107" y="79"/>
                    <a:pt x="107" y="80"/>
                    <a:pt x="109" y="82"/>
                  </a:cubicBezTo>
                  <a:cubicBezTo>
                    <a:pt x="110" y="83"/>
                    <a:pt x="112" y="83"/>
                    <a:pt x="113" y="82"/>
                  </a:cubicBezTo>
                  <a:cubicBezTo>
                    <a:pt x="127" y="68"/>
                    <a:pt x="127" y="45"/>
                    <a:pt x="113" y="31"/>
                  </a:cubicBezTo>
                  <a:close/>
                  <a:moveTo>
                    <a:pt x="124" y="20"/>
                  </a:moveTo>
                  <a:cubicBezTo>
                    <a:pt x="104" y="0"/>
                    <a:pt x="71" y="0"/>
                    <a:pt x="51" y="20"/>
                  </a:cubicBezTo>
                  <a:cubicBezTo>
                    <a:pt x="34" y="37"/>
                    <a:pt x="32" y="63"/>
                    <a:pt x="44" y="83"/>
                  </a:cubicBezTo>
                  <a:cubicBezTo>
                    <a:pt x="6" y="121"/>
                    <a:pt x="6" y="121"/>
                    <a:pt x="6" y="121"/>
                  </a:cubicBezTo>
                  <a:cubicBezTo>
                    <a:pt x="6" y="121"/>
                    <a:pt x="0" y="125"/>
                    <a:pt x="10" y="134"/>
                  </a:cubicBezTo>
                  <a:cubicBezTo>
                    <a:pt x="19" y="144"/>
                    <a:pt x="23" y="137"/>
                    <a:pt x="23" y="137"/>
                  </a:cubicBezTo>
                  <a:cubicBezTo>
                    <a:pt x="61" y="100"/>
                    <a:pt x="61" y="100"/>
                    <a:pt x="61" y="100"/>
                  </a:cubicBezTo>
                  <a:cubicBezTo>
                    <a:pt x="80" y="112"/>
                    <a:pt x="107" y="110"/>
                    <a:pt x="124" y="93"/>
                  </a:cubicBezTo>
                  <a:cubicBezTo>
                    <a:pt x="144" y="73"/>
                    <a:pt x="144" y="40"/>
                    <a:pt x="124" y="20"/>
                  </a:cubicBezTo>
                  <a:close/>
                  <a:moveTo>
                    <a:pt x="117" y="86"/>
                  </a:moveTo>
                  <a:cubicBezTo>
                    <a:pt x="101" y="103"/>
                    <a:pt x="74" y="103"/>
                    <a:pt x="58" y="86"/>
                  </a:cubicBezTo>
                  <a:cubicBezTo>
                    <a:pt x="41" y="70"/>
                    <a:pt x="41" y="43"/>
                    <a:pt x="58" y="26"/>
                  </a:cubicBezTo>
                  <a:cubicBezTo>
                    <a:pt x="74" y="10"/>
                    <a:pt x="101" y="10"/>
                    <a:pt x="117" y="26"/>
                  </a:cubicBezTo>
                  <a:cubicBezTo>
                    <a:pt x="134" y="43"/>
                    <a:pt x="134" y="70"/>
                    <a:pt x="117" y="86"/>
                  </a:cubicBez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pc="-30"/>
            </a:p>
          </p:txBody>
        </p:sp>
        <p:grpSp>
          <p:nvGrpSpPr>
            <p:cNvPr id="21" name="Comp 21"/>
            <p:cNvGrpSpPr/>
            <p:nvPr/>
          </p:nvGrpSpPr>
          <p:grpSpPr>
            <a:xfrm>
              <a:off x="2945864" y="2011875"/>
              <a:ext cx="6944303" cy="1026230"/>
              <a:chOff x="1421863" y="2011875"/>
              <a:chExt cx="6944303" cy="1026230"/>
            </a:xfrm>
          </p:grpSpPr>
          <p:grpSp>
            <p:nvGrpSpPr>
              <p:cNvPr id="22" name="Comp 22"/>
              <p:cNvGrpSpPr/>
              <p:nvPr/>
            </p:nvGrpSpPr>
            <p:grpSpPr>
              <a:xfrm>
                <a:off x="1421863" y="2011875"/>
                <a:ext cx="2063543" cy="654136"/>
                <a:chOff x="1706874" y="3442854"/>
                <a:chExt cx="1568982" cy="654136"/>
              </a:xfrm>
            </p:grpSpPr>
            <p:sp>
              <p:nvSpPr>
                <p:cNvPr id="23" name="Comp 23"/>
                <p:cNvSpPr txBox="1"/>
                <p:nvPr/>
              </p:nvSpPr>
              <p:spPr>
                <a:xfrm>
                  <a:off x="1706874" y="3723684"/>
                  <a:ext cx="1568982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000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24" name="Comp 24"/>
                <p:cNvSpPr txBox="1"/>
                <p:nvPr/>
              </p:nvSpPr>
              <p:spPr>
                <a:xfrm>
                  <a:off x="1706874" y="3442854"/>
                  <a:ext cx="1568982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600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25" name="Comp 25"/>
              <p:cNvSpPr txBox="1"/>
              <p:nvPr/>
            </p:nvSpPr>
            <p:spPr>
              <a:xfrm>
                <a:off x="5671250" y="2023530"/>
                <a:ext cx="2694916" cy="57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000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montes.</a:t>
                </a:r>
                <a:endParaRPr lang="en-US" sz="1000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26" name="Comp 26"/>
              <p:cNvGrpSpPr/>
              <p:nvPr/>
            </p:nvGrpSpPr>
            <p:grpSpPr>
              <a:xfrm>
                <a:off x="3540228" y="2360217"/>
                <a:ext cx="2063543" cy="677888"/>
                <a:chOff x="3540228" y="2360217"/>
                <a:chExt cx="2063543" cy="677888"/>
              </a:xfrm>
            </p:grpSpPr>
            <p:sp>
              <p:nvSpPr>
                <p:cNvPr id="27" name="Comp 27"/>
                <p:cNvSpPr txBox="1"/>
                <p:nvPr/>
              </p:nvSpPr>
              <p:spPr>
                <a:xfrm>
                  <a:off x="4058784" y="2360217"/>
                  <a:ext cx="1026433" cy="3176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Step.1</a:t>
                  </a:r>
                </a:p>
              </p:txBody>
            </p:sp>
            <p:sp>
              <p:nvSpPr>
                <p:cNvPr id="28" name="Comp 28"/>
                <p:cNvSpPr txBox="1"/>
                <p:nvPr/>
              </p:nvSpPr>
              <p:spPr>
                <a:xfrm>
                  <a:off x="3540228" y="2664799"/>
                  <a:ext cx="2063543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000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29" name="Comp 29"/>
            <p:cNvGrpSpPr/>
            <p:nvPr/>
          </p:nvGrpSpPr>
          <p:grpSpPr>
            <a:xfrm>
              <a:off x="2945864" y="3436914"/>
              <a:ext cx="6944303" cy="1026230"/>
              <a:chOff x="1421863" y="2011875"/>
              <a:chExt cx="6944303" cy="1026230"/>
            </a:xfrm>
          </p:grpSpPr>
          <p:grpSp>
            <p:nvGrpSpPr>
              <p:cNvPr id="30" name="Comp 30"/>
              <p:cNvGrpSpPr/>
              <p:nvPr/>
            </p:nvGrpSpPr>
            <p:grpSpPr>
              <a:xfrm>
                <a:off x="1421863" y="2011875"/>
                <a:ext cx="2063543" cy="654136"/>
                <a:chOff x="1706874" y="3442854"/>
                <a:chExt cx="1568982" cy="654136"/>
              </a:xfrm>
            </p:grpSpPr>
            <p:sp>
              <p:nvSpPr>
                <p:cNvPr id="31" name="Comp 31"/>
                <p:cNvSpPr txBox="1"/>
                <p:nvPr/>
              </p:nvSpPr>
              <p:spPr>
                <a:xfrm>
                  <a:off x="1706874" y="3723684"/>
                  <a:ext cx="1568982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000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32" name="Comp 32"/>
                <p:cNvSpPr txBox="1"/>
                <p:nvPr/>
              </p:nvSpPr>
              <p:spPr>
                <a:xfrm>
                  <a:off x="1706874" y="3442854"/>
                  <a:ext cx="1568982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600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33" name="Comp 33"/>
              <p:cNvSpPr txBox="1"/>
              <p:nvPr/>
            </p:nvSpPr>
            <p:spPr>
              <a:xfrm>
                <a:off x="5671250" y="2023530"/>
                <a:ext cx="2694916" cy="57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000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montes.</a:t>
                </a:r>
                <a:endParaRPr lang="en-US" sz="1000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34" name="Comp 34"/>
              <p:cNvGrpSpPr/>
              <p:nvPr/>
            </p:nvGrpSpPr>
            <p:grpSpPr>
              <a:xfrm>
                <a:off x="3540228" y="2360217"/>
                <a:ext cx="2063543" cy="677888"/>
                <a:chOff x="3540228" y="2360217"/>
                <a:chExt cx="2063543" cy="677888"/>
              </a:xfrm>
            </p:grpSpPr>
            <p:sp>
              <p:nvSpPr>
                <p:cNvPr id="35" name="Comp 35"/>
                <p:cNvSpPr txBox="1"/>
                <p:nvPr/>
              </p:nvSpPr>
              <p:spPr>
                <a:xfrm>
                  <a:off x="4058784" y="2360217"/>
                  <a:ext cx="1026433" cy="3176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Step.2</a:t>
                  </a:r>
                </a:p>
              </p:txBody>
            </p:sp>
            <p:sp>
              <p:nvSpPr>
                <p:cNvPr id="36" name="Comp 36"/>
                <p:cNvSpPr txBox="1"/>
                <p:nvPr/>
              </p:nvSpPr>
              <p:spPr>
                <a:xfrm>
                  <a:off x="3540228" y="2664799"/>
                  <a:ext cx="2063543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000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grpSp>
          <p:nvGrpSpPr>
            <p:cNvPr id="37" name="Comp 37"/>
            <p:cNvGrpSpPr/>
            <p:nvPr/>
          </p:nvGrpSpPr>
          <p:grpSpPr>
            <a:xfrm>
              <a:off x="2945864" y="4867891"/>
              <a:ext cx="6944303" cy="1026230"/>
              <a:chOff x="1421863" y="2011875"/>
              <a:chExt cx="6944303" cy="1026230"/>
            </a:xfrm>
          </p:grpSpPr>
          <p:grpSp>
            <p:nvGrpSpPr>
              <p:cNvPr id="38" name="Comp 38"/>
              <p:cNvGrpSpPr/>
              <p:nvPr/>
            </p:nvGrpSpPr>
            <p:grpSpPr>
              <a:xfrm>
                <a:off x="1421863" y="2011875"/>
                <a:ext cx="2063543" cy="654136"/>
                <a:chOff x="1706874" y="3442854"/>
                <a:chExt cx="1568982" cy="654136"/>
              </a:xfrm>
            </p:grpSpPr>
            <p:sp>
              <p:nvSpPr>
                <p:cNvPr id="39" name="Comp 39"/>
                <p:cNvSpPr txBox="1"/>
                <p:nvPr/>
              </p:nvSpPr>
              <p:spPr>
                <a:xfrm>
                  <a:off x="1706874" y="3723684"/>
                  <a:ext cx="1568982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commodo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ligula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</a:p>
                <a:p>
                  <a:pPr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85898F"/>
                      </a:solidFill>
                    </a:rPr>
                    <a:t>dolor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85898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85898F"/>
                      </a:solidFill>
                    </a:rPr>
                    <a:t>.</a:t>
                  </a:r>
                  <a:endParaRPr lang="en-US" sz="1000" spc="-30" dirty="0">
                    <a:solidFill>
                      <a:srgbClr val="85898F"/>
                    </a:solidFill>
                  </a:endParaRPr>
                </a:p>
              </p:txBody>
            </p:sp>
            <p:sp>
              <p:nvSpPr>
                <p:cNvPr id="40" name="Comp 40"/>
                <p:cNvSpPr txBox="1"/>
                <p:nvPr/>
              </p:nvSpPr>
              <p:spPr>
                <a:xfrm>
                  <a:off x="1706874" y="3442854"/>
                  <a:ext cx="1568982" cy="24622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r>
                    <a:rPr lang="en-US" sz="1600" b="1" spc="-30" dirty="0">
                      <a:solidFill>
                        <a:srgbClr val="3D485D"/>
                      </a:solidFill>
                    </a:rPr>
                    <a:t>Dummy Title</a:t>
                  </a:r>
                </a:p>
              </p:txBody>
            </p:sp>
          </p:grpSp>
          <p:sp>
            <p:nvSpPr>
              <p:cNvPr id="41" name="Comp 41"/>
              <p:cNvSpPr txBox="1"/>
              <p:nvPr/>
            </p:nvSpPr>
            <p:spPr>
              <a:xfrm>
                <a:off x="5671250" y="2023530"/>
                <a:ext cx="2694916" cy="57716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s-ES" sz="1000" spc="-30" dirty="0" err="1">
                    <a:solidFill>
                      <a:srgbClr val="85898F"/>
                    </a:solidFill>
                  </a:rPr>
                  <a:t>Aenean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commodo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ligula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eget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dolor.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Gdenean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massa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um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sociis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et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magnis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dis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</a:t>
                </a:r>
                <a:r>
                  <a:rPr lang="es-ES" sz="1000" spc="-30" dirty="0" err="1">
                    <a:solidFill>
                      <a:srgbClr val="85898F"/>
                    </a:solidFill>
                  </a:rPr>
                  <a:t>parturient</a:t>
                </a:r>
                <a:r>
                  <a:rPr lang="es-ES" sz="1000" spc="-30" dirty="0">
                    <a:solidFill>
                      <a:srgbClr val="85898F"/>
                    </a:solidFill>
                  </a:rPr>
                  <a:t> montes.</a:t>
                </a:r>
                <a:endParaRPr lang="en-US" sz="1000" spc="-30" dirty="0">
                  <a:solidFill>
                    <a:srgbClr val="85898F"/>
                  </a:solidFill>
                </a:endParaRPr>
              </a:p>
            </p:txBody>
          </p:sp>
          <p:grpSp>
            <p:nvGrpSpPr>
              <p:cNvPr id="42" name="Comp 42"/>
              <p:cNvGrpSpPr/>
              <p:nvPr/>
            </p:nvGrpSpPr>
            <p:grpSpPr>
              <a:xfrm>
                <a:off x="3540228" y="2360217"/>
                <a:ext cx="2063543" cy="677888"/>
                <a:chOff x="3540228" y="2360217"/>
                <a:chExt cx="2063543" cy="677888"/>
              </a:xfrm>
            </p:grpSpPr>
            <p:sp>
              <p:nvSpPr>
                <p:cNvPr id="43" name="Comp 43"/>
                <p:cNvSpPr txBox="1"/>
                <p:nvPr/>
              </p:nvSpPr>
              <p:spPr>
                <a:xfrm>
                  <a:off x="4058784" y="2360217"/>
                  <a:ext cx="1026433" cy="31766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/>
                  <a:r>
                    <a:rPr lang="en-US" b="1" spc="-30" dirty="0">
                      <a:solidFill>
                        <a:srgbClr val="FFFFFF"/>
                      </a:solidFill>
                    </a:rPr>
                    <a:t>Step.3</a:t>
                  </a:r>
                </a:p>
              </p:txBody>
            </p:sp>
            <p:sp>
              <p:nvSpPr>
                <p:cNvPr id="44" name="Comp 44"/>
                <p:cNvSpPr txBox="1"/>
                <p:nvPr/>
              </p:nvSpPr>
              <p:spPr>
                <a:xfrm>
                  <a:off x="3540228" y="2664799"/>
                  <a:ext cx="2063543" cy="37330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Aenean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commodo lígula</a:t>
                  </a:r>
                </a:p>
                <a:p>
                  <a:pPr algn="ctr">
                    <a:lnSpc>
                      <a:spcPts val="1400"/>
                    </a:lnSpc>
                  </a:pP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eget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dolor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on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 </a:t>
                  </a:r>
                  <a:r>
                    <a:rPr lang="es-ES" sz="1000" spc="-30" dirty="0" err="1">
                      <a:solidFill>
                        <a:srgbClr val="FFFFFF"/>
                      </a:solidFill>
                    </a:rPr>
                    <a:t>denean</a:t>
                  </a:r>
                  <a:r>
                    <a:rPr lang="es-ES" sz="1000" spc="-30" dirty="0">
                      <a:solidFill>
                        <a:srgbClr val="FFFFFF"/>
                      </a:solidFill>
                    </a:rPr>
                    <a:t>.</a:t>
                  </a:r>
                  <a:endParaRPr lang="en-US" sz="1000" spc="-30" dirty="0">
                    <a:solidFill>
                      <a:srgbClr val="FFFFFF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3575051" y="1568110"/>
            <a:ext cx="7921624" cy="4365442"/>
            <a:chOff x="2135190" y="1790360"/>
            <a:chExt cx="7921624" cy="4365442"/>
          </a:xfrm>
        </p:grpSpPr>
        <p:sp>
          <p:nvSpPr>
            <p:cNvPr id="3" name="Comp 3"/>
            <p:cNvSpPr/>
            <p:nvPr/>
          </p:nvSpPr>
          <p:spPr bwMode="auto">
            <a:xfrm>
              <a:off x="6140452" y="2041526"/>
              <a:ext cx="1882775" cy="1882775"/>
            </a:xfrm>
            <a:custGeom>
              <a:avLst/>
              <a:gdLst>
                <a:gd name="T0" fmla="*/ 0 w 1186"/>
                <a:gd name="T1" fmla="*/ 0 h 1186"/>
                <a:gd name="T2" fmla="*/ 0 w 1186"/>
                <a:gd name="T3" fmla="*/ 58 h 1186"/>
                <a:gd name="T4" fmla="*/ 1128 w 1186"/>
                <a:gd name="T5" fmla="*/ 1186 h 1186"/>
                <a:gd name="T6" fmla="*/ 1186 w 1186"/>
                <a:gd name="T7" fmla="*/ 1186 h 1186"/>
                <a:gd name="T8" fmla="*/ 0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0"/>
                  </a:moveTo>
                  <a:lnTo>
                    <a:pt x="0" y="58"/>
                  </a:lnTo>
                  <a:lnTo>
                    <a:pt x="1128" y="1186"/>
                  </a:lnTo>
                  <a:lnTo>
                    <a:pt x="1186" y="11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4" name="Comp 4"/>
            <p:cNvSpPr/>
            <p:nvPr/>
          </p:nvSpPr>
          <p:spPr bwMode="auto">
            <a:xfrm>
              <a:off x="6140452" y="2257426"/>
              <a:ext cx="1666875" cy="1666875"/>
            </a:xfrm>
            <a:custGeom>
              <a:avLst/>
              <a:gdLst>
                <a:gd name="T0" fmla="*/ 0 w 1050"/>
                <a:gd name="T1" fmla="*/ 0 h 1050"/>
                <a:gd name="T2" fmla="*/ 0 w 1050"/>
                <a:gd name="T3" fmla="*/ 58 h 1050"/>
                <a:gd name="T4" fmla="*/ 992 w 1050"/>
                <a:gd name="T5" fmla="*/ 1050 h 1050"/>
                <a:gd name="T6" fmla="*/ 1050 w 1050"/>
                <a:gd name="T7" fmla="*/ 1050 h 1050"/>
                <a:gd name="T8" fmla="*/ 0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0"/>
                  </a:moveTo>
                  <a:lnTo>
                    <a:pt x="0" y="58"/>
                  </a:lnTo>
                  <a:lnTo>
                    <a:pt x="992" y="1050"/>
                  </a:lnTo>
                  <a:lnTo>
                    <a:pt x="1050" y="1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5" name="Comp 5"/>
            <p:cNvSpPr/>
            <p:nvPr/>
          </p:nvSpPr>
          <p:spPr bwMode="auto">
            <a:xfrm>
              <a:off x="6140452" y="1825626"/>
              <a:ext cx="2098675" cy="2098675"/>
            </a:xfrm>
            <a:custGeom>
              <a:avLst/>
              <a:gdLst>
                <a:gd name="T0" fmla="*/ 0 w 1322"/>
                <a:gd name="T1" fmla="*/ 0 h 1322"/>
                <a:gd name="T2" fmla="*/ 0 w 1322"/>
                <a:gd name="T3" fmla="*/ 58 h 1322"/>
                <a:gd name="T4" fmla="*/ 1264 w 1322"/>
                <a:gd name="T5" fmla="*/ 1322 h 1322"/>
                <a:gd name="T6" fmla="*/ 1322 w 1322"/>
                <a:gd name="T7" fmla="*/ 1322 h 1322"/>
                <a:gd name="T8" fmla="*/ 0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0"/>
                  </a:moveTo>
                  <a:lnTo>
                    <a:pt x="0" y="58"/>
                  </a:lnTo>
                  <a:lnTo>
                    <a:pt x="1264" y="1322"/>
                  </a:lnTo>
                  <a:lnTo>
                    <a:pt x="1322" y="13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6" name="Comp 6"/>
            <p:cNvSpPr/>
            <p:nvPr/>
          </p:nvSpPr>
          <p:spPr bwMode="auto">
            <a:xfrm>
              <a:off x="4168777" y="2041526"/>
              <a:ext cx="1882775" cy="1882775"/>
            </a:xfrm>
            <a:custGeom>
              <a:avLst/>
              <a:gdLst>
                <a:gd name="T0" fmla="*/ 0 w 1186"/>
                <a:gd name="T1" fmla="*/ 1186 h 1186"/>
                <a:gd name="T2" fmla="*/ 58 w 1186"/>
                <a:gd name="T3" fmla="*/ 1186 h 1186"/>
                <a:gd name="T4" fmla="*/ 1186 w 1186"/>
                <a:gd name="T5" fmla="*/ 58 h 1186"/>
                <a:gd name="T6" fmla="*/ 1186 w 1186"/>
                <a:gd name="T7" fmla="*/ 0 h 1186"/>
                <a:gd name="T8" fmla="*/ 0 w 1186"/>
                <a:gd name="T9" fmla="*/ 1186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0" y="1186"/>
                  </a:moveTo>
                  <a:lnTo>
                    <a:pt x="58" y="1186"/>
                  </a:lnTo>
                  <a:lnTo>
                    <a:pt x="1186" y="58"/>
                  </a:lnTo>
                  <a:lnTo>
                    <a:pt x="1186" y="0"/>
                  </a:lnTo>
                  <a:lnTo>
                    <a:pt x="0" y="1186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7" name="Comp 7"/>
            <p:cNvSpPr/>
            <p:nvPr/>
          </p:nvSpPr>
          <p:spPr bwMode="auto">
            <a:xfrm>
              <a:off x="4384677" y="2257426"/>
              <a:ext cx="1666875" cy="1666875"/>
            </a:xfrm>
            <a:custGeom>
              <a:avLst/>
              <a:gdLst>
                <a:gd name="T0" fmla="*/ 0 w 1050"/>
                <a:gd name="T1" fmla="*/ 1050 h 1050"/>
                <a:gd name="T2" fmla="*/ 58 w 1050"/>
                <a:gd name="T3" fmla="*/ 1050 h 1050"/>
                <a:gd name="T4" fmla="*/ 1050 w 1050"/>
                <a:gd name="T5" fmla="*/ 58 h 1050"/>
                <a:gd name="T6" fmla="*/ 1050 w 1050"/>
                <a:gd name="T7" fmla="*/ 0 h 1050"/>
                <a:gd name="T8" fmla="*/ 0 w 1050"/>
                <a:gd name="T9" fmla="*/ 105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0" y="1050"/>
                  </a:moveTo>
                  <a:lnTo>
                    <a:pt x="58" y="1050"/>
                  </a:lnTo>
                  <a:lnTo>
                    <a:pt x="1050" y="58"/>
                  </a:lnTo>
                  <a:lnTo>
                    <a:pt x="1050" y="0"/>
                  </a:lnTo>
                  <a:lnTo>
                    <a:pt x="0" y="105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8" name="Comp 8"/>
            <p:cNvSpPr/>
            <p:nvPr/>
          </p:nvSpPr>
          <p:spPr bwMode="auto">
            <a:xfrm>
              <a:off x="3952877" y="1825626"/>
              <a:ext cx="2098675" cy="2098675"/>
            </a:xfrm>
            <a:custGeom>
              <a:avLst/>
              <a:gdLst>
                <a:gd name="T0" fmla="*/ 0 w 1322"/>
                <a:gd name="T1" fmla="*/ 1322 h 1322"/>
                <a:gd name="T2" fmla="*/ 58 w 1322"/>
                <a:gd name="T3" fmla="*/ 1322 h 1322"/>
                <a:gd name="T4" fmla="*/ 1322 w 1322"/>
                <a:gd name="T5" fmla="*/ 58 h 1322"/>
                <a:gd name="T6" fmla="*/ 1322 w 1322"/>
                <a:gd name="T7" fmla="*/ 0 h 1322"/>
                <a:gd name="T8" fmla="*/ 0 w 1322"/>
                <a:gd name="T9" fmla="*/ 1322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0" y="1322"/>
                  </a:moveTo>
                  <a:lnTo>
                    <a:pt x="58" y="1322"/>
                  </a:lnTo>
                  <a:lnTo>
                    <a:pt x="1322" y="58"/>
                  </a:lnTo>
                  <a:lnTo>
                    <a:pt x="1322" y="0"/>
                  </a:lnTo>
                  <a:lnTo>
                    <a:pt x="0" y="1322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9" name="Comp 9"/>
            <p:cNvSpPr/>
            <p:nvPr/>
          </p:nvSpPr>
          <p:spPr bwMode="auto">
            <a:xfrm>
              <a:off x="4168777" y="4013201"/>
              <a:ext cx="1882775" cy="1882775"/>
            </a:xfrm>
            <a:custGeom>
              <a:avLst/>
              <a:gdLst>
                <a:gd name="T0" fmla="*/ 58 w 1186"/>
                <a:gd name="T1" fmla="*/ 0 h 1186"/>
                <a:gd name="T2" fmla="*/ 0 w 1186"/>
                <a:gd name="T3" fmla="*/ 0 h 1186"/>
                <a:gd name="T4" fmla="*/ 1186 w 1186"/>
                <a:gd name="T5" fmla="*/ 1186 h 1186"/>
                <a:gd name="T6" fmla="*/ 1186 w 1186"/>
                <a:gd name="T7" fmla="*/ 1130 h 1186"/>
                <a:gd name="T8" fmla="*/ 5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58" y="0"/>
                  </a:moveTo>
                  <a:lnTo>
                    <a:pt x="0" y="0"/>
                  </a:lnTo>
                  <a:lnTo>
                    <a:pt x="1186" y="1186"/>
                  </a:lnTo>
                  <a:lnTo>
                    <a:pt x="1186" y="113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0" name="Comp 10"/>
            <p:cNvSpPr/>
            <p:nvPr/>
          </p:nvSpPr>
          <p:spPr bwMode="auto">
            <a:xfrm>
              <a:off x="4384677" y="4013201"/>
              <a:ext cx="1666875" cy="1666875"/>
            </a:xfrm>
            <a:custGeom>
              <a:avLst/>
              <a:gdLst>
                <a:gd name="T0" fmla="*/ 58 w 1050"/>
                <a:gd name="T1" fmla="*/ 0 h 1050"/>
                <a:gd name="T2" fmla="*/ 0 w 1050"/>
                <a:gd name="T3" fmla="*/ 0 h 1050"/>
                <a:gd name="T4" fmla="*/ 1050 w 1050"/>
                <a:gd name="T5" fmla="*/ 1050 h 1050"/>
                <a:gd name="T6" fmla="*/ 1050 w 1050"/>
                <a:gd name="T7" fmla="*/ 992 h 1050"/>
                <a:gd name="T8" fmla="*/ 58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58" y="0"/>
                  </a:moveTo>
                  <a:lnTo>
                    <a:pt x="0" y="0"/>
                  </a:lnTo>
                  <a:lnTo>
                    <a:pt x="1050" y="1050"/>
                  </a:lnTo>
                  <a:lnTo>
                    <a:pt x="1050" y="992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1" name="Comp 11"/>
            <p:cNvSpPr/>
            <p:nvPr/>
          </p:nvSpPr>
          <p:spPr bwMode="auto">
            <a:xfrm>
              <a:off x="3952877" y="4013201"/>
              <a:ext cx="2098675" cy="2098675"/>
            </a:xfrm>
            <a:custGeom>
              <a:avLst/>
              <a:gdLst>
                <a:gd name="T0" fmla="*/ 58 w 1322"/>
                <a:gd name="T1" fmla="*/ 0 h 1322"/>
                <a:gd name="T2" fmla="*/ 0 w 1322"/>
                <a:gd name="T3" fmla="*/ 0 h 1322"/>
                <a:gd name="T4" fmla="*/ 1322 w 1322"/>
                <a:gd name="T5" fmla="*/ 1322 h 1322"/>
                <a:gd name="T6" fmla="*/ 1322 w 1322"/>
                <a:gd name="T7" fmla="*/ 1266 h 1322"/>
                <a:gd name="T8" fmla="*/ 58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58" y="0"/>
                  </a:moveTo>
                  <a:lnTo>
                    <a:pt x="0" y="0"/>
                  </a:lnTo>
                  <a:lnTo>
                    <a:pt x="1322" y="1322"/>
                  </a:lnTo>
                  <a:lnTo>
                    <a:pt x="1322" y="126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2" name="Comp 12"/>
            <p:cNvSpPr/>
            <p:nvPr/>
          </p:nvSpPr>
          <p:spPr bwMode="auto">
            <a:xfrm>
              <a:off x="6140452" y="4013201"/>
              <a:ext cx="1882775" cy="1882775"/>
            </a:xfrm>
            <a:custGeom>
              <a:avLst/>
              <a:gdLst>
                <a:gd name="T0" fmla="*/ 1128 w 1186"/>
                <a:gd name="T1" fmla="*/ 0 h 1186"/>
                <a:gd name="T2" fmla="*/ 0 w 1186"/>
                <a:gd name="T3" fmla="*/ 1128 h 1186"/>
                <a:gd name="T4" fmla="*/ 0 w 1186"/>
                <a:gd name="T5" fmla="*/ 1186 h 1186"/>
                <a:gd name="T6" fmla="*/ 1186 w 1186"/>
                <a:gd name="T7" fmla="*/ 0 h 1186"/>
                <a:gd name="T8" fmla="*/ 1128 w 1186"/>
                <a:gd name="T9" fmla="*/ 0 h 1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86" h="1186">
                  <a:moveTo>
                    <a:pt x="1128" y="0"/>
                  </a:moveTo>
                  <a:lnTo>
                    <a:pt x="0" y="1128"/>
                  </a:lnTo>
                  <a:lnTo>
                    <a:pt x="0" y="1186"/>
                  </a:lnTo>
                  <a:lnTo>
                    <a:pt x="1186" y="0"/>
                  </a:lnTo>
                  <a:lnTo>
                    <a:pt x="1128" y="0"/>
                  </a:lnTo>
                  <a:close/>
                </a:path>
              </a:pathLst>
            </a:custGeom>
            <a:solidFill>
              <a:srgbClr val="3D485D">
                <a:alpha val="3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3" name="Comp 13"/>
            <p:cNvSpPr/>
            <p:nvPr/>
          </p:nvSpPr>
          <p:spPr bwMode="auto">
            <a:xfrm>
              <a:off x="6140452" y="4013201"/>
              <a:ext cx="1666875" cy="1666875"/>
            </a:xfrm>
            <a:custGeom>
              <a:avLst/>
              <a:gdLst>
                <a:gd name="T0" fmla="*/ 992 w 1050"/>
                <a:gd name="T1" fmla="*/ 0 h 1050"/>
                <a:gd name="T2" fmla="*/ 0 w 1050"/>
                <a:gd name="T3" fmla="*/ 992 h 1050"/>
                <a:gd name="T4" fmla="*/ 0 w 1050"/>
                <a:gd name="T5" fmla="*/ 1050 h 1050"/>
                <a:gd name="T6" fmla="*/ 1050 w 1050"/>
                <a:gd name="T7" fmla="*/ 0 h 1050"/>
                <a:gd name="T8" fmla="*/ 992 w 1050"/>
                <a:gd name="T9" fmla="*/ 0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0" h="1050">
                  <a:moveTo>
                    <a:pt x="992" y="0"/>
                  </a:moveTo>
                  <a:lnTo>
                    <a:pt x="0" y="992"/>
                  </a:lnTo>
                  <a:lnTo>
                    <a:pt x="0" y="1050"/>
                  </a:lnTo>
                  <a:lnTo>
                    <a:pt x="1050" y="0"/>
                  </a:lnTo>
                  <a:lnTo>
                    <a:pt x="992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4" name="Comp 14"/>
            <p:cNvSpPr/>
            <p:nvPr/>
          </p:nvSpPr>
          <p:spPr bwMode="auto">
            <a:xfrm>
              <a:off x="6140452" y="4013201"/>
              <a:ext cx="2098675" cy="2098675"/>
            </a:xfrm>
            <a:custGeom>
              <a:avLst/>
              <a:gdLst>
                <a:gd name="T0" fmla="*/ 1264 w 1322"/>
                <a:gd name="T1" fmla="*/ 0 h 1322"/>
                <a:gd name="T2" fmla="*/ 0 w 1322"/>
                <a:gd name="T3" fmla="*/ 1264 h 1322"/>
                <a:gd name="T4" fmla="*/ 0 w 1322"/>
                <a:gd name="T5" fmla="*/ 1322 h 1322"/>
                <a:gd name="T6" fmla="*/ 1322 w 1322"/>
                <a:gd name="T7" fmla="*/ 0 h 1322"/>
                <a:gd name="T8" fmla="*/ 1264 w 1322"/>
                <a:gd name="T9" fmla="*/ 0 h 13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22" h="1322">
                  <a:moveTo>
                    <a:pt x="1264" y="0"/>
                  </a:moveTo>
                  <a:lnTo>
                    <a:pt x="0" y="1264"/>
                  </a:lnTo>
                  <a:lnTo>
                    <a:pt x="0" y="1322"/>
                  </a:lnTo>
                  <a:lnTo>
                    <a:pt x="1322" y="0"/>
                  </a:lnTo>
                  <a:lnTo>
                    <a:pt x="1264" y="0"/>
                  </a:lnTo>
                  <a:close/>
                </a:path>
              </a:pathLst>
            </a:custGeom>
            <a:solidFill>
              <a:srgbClr val="3D485D">
                <a:alpha val="10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5" name="Comp 15"/>
            <p:cNvSpPr/>
            <p:nvPr/>
          </p:nvSpPr>
          <p:spPr bwMode="auto">
            <a:xfrm>
              <a:off x="6175376" y="4048125"/>
              <a:ext cx="1841500" cy="1841500"/>
            </a:xfrm>
            <a:custGeom>
              <a:avLst/>
              <a:gdLst>
                <a:gd name="T0" fmla="*/ 527 w 580"/>
                <a:gd name="T1" fmla="*/ 501 h 580"/>
                <a:gd name="T2" fmla="*/ 501 w 580"/>
                <a:gd name="T3" fmla="*/ 527 h 580"/>
                <a:gd name="T4" fmla="*/ 184 w 580"/>
                <a:gd name="T5" fmla="*/ 578 h 580"/>
                <a:gd name="T6" fmla="*/ 151 w 580"/>
                <a:gd name="T7" fmla="*/ 561 h 580"/>
                <a:gd name="T8" fmla="*/ 6 w 580"/>
                <a:gd name="T9" fmla="*/ 275 h 580"/>
                <a:gd name="T10" fmla="*/ 11 w 580"/>
                <a:gd name="T11" fmla="*/ 239 h 580"/>
                <a:gd name="T12" fmla="*/ 238 w 580"/>
                <a:gd name="T13" fmla="*/ 11 h 580"/>
                <a:gd name="T14" fmla="*/ 275 w 580"/>
                <a:gd name="T15" fmla="*/ 6 h 580"/>
                <a:gd name="T16" fmla="*/ 561 w 580"/>
                <a:gd name="T17" fmla="*/ 152 h 580"/>
                <a:gd name="T18" fmla="*/ 578 w 580"/>
                <a:gd name="T19" fmla="*/ 184 h 580"/>
                <a:gd name="T20" fmla="*/ 527 w 580"/>
                <a:gd name="T21" fmla="*/ 501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527" y="501"/>
                  </a:moveTo>
                  <a:cubicBezTo>
                    <a:pt x="525" y="514"/>
                    <a:pt x="514" y="525"/>
                    <a:pt x="501" y="527"/>
                  </a:cubicBezTo>
                  <a:cubicBezTo>
                    <a:pt x="184" y="578"/>
                    <a:pt x="184" y="578"/>
                    <a:pt x="184" y="578"/>
                  </a:cubicBezTo>
                  <a:cubicBezTo>
                    <a:pt x="172" y="580"/>
                    <a:pt x="157" y="572"/>
                    <a:pt x="151" y="561"/>
                  </a:cubicBezTo>
                  <a:cubicBezTo>
                    <a:pt x="6" y="275"/>
                    <a:pt x="6" y="275"/>
                    <a:pt x="6" y="275"/>
                  </a:cubicBezTo>
                  <a:cubicBezTo>
                    <a:pt x="0" y="264"/>
                    <a:pt x="3" y="247"/>
                    <a:pt x="11" y="239"/>
                  </a:cubicBezTo>
                  <a:cubicBezTo>
                    <a:pt x="238" y="11"/>
                    <a:pt x="238" y="11"/>
                    <a:pt x="238" y="11"/>
                  </a:cubicBezTo>
                  <a:cubicBezTo>
                    <a:pt x="247" y="3"/>
                    <a:pt x="264" y="0"/>
                    <a:pt x="275" y="6"/>
                  </a:cubicBezTo>
                  <a:cubicBezTo>
                    <a:pt x="561" y="152"/>
                    <a:pt x="561" y="152"/>
                    <a:pt x="561" y="152"/>
                  </a:cubicBezTo>
                  <a:cubicBezTo>
                    <a:pt x="572" y="157"/>
                    <a:pt x="580" y="172"/>
                    <a:pt x="578" y="184"/>
                  </a:cubicBezTo>
                  <a:lnTo>
                    <a:pt x="527" y="501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16" name="Comp 16"/>
            <p:cNvSpPr/>
            <p:nvPr/>
          </p:nvSpPr>
          <p:spPr bwMode="auto">
            <a:xfrm>
              <a:off x="4175126" y="4048125"/>
              <a:ext cx="1841500" cy="1841500"/>
            </a:xfrm>
            <a:custGeom>
              <a:avLst/>
              <a:gdLst>
                <a:gd name="T0" fmla="*/ 79 w 580"/>
                <a:gd name="T1" fmla="*/ 527 h 580"/>
                <a:gd name="T2" fmla="*/ 53 w 580"/>
                <a:gd name="T3" fmla="*/ 501 h 580"/>
                <a:gd name="T4" fmla="*/ 2 w 580"/>
                <a:gd name="T5" fmla="*/ 184 h 580"/>
                <a:gd name="T6" fmla="*/ 19 w 580"/>
                <a:gd name="T7" fmla="*/ 152 h 580"/>
                <a:gd name="T8" fmla="*/ 305 w 580"/>
                <a:gd name="T9" fmla="*/ 6 h 580"/>
                <a:gd name="T10" fmla="*/ 342 w 580"/>
                <a:gd name="T11" fmla="*/ 11 h 580"/>
                <a:gd name="T12" fmla="*/ 569 w 580"/>
                <a:gd name="T13" fmla="*/ 239 h 580"/>
                <a:gd name="T14" fmla="*/ 574 w 580"/>
                <a:gd name="T15" fmla="*/ 275 h 580"/>
                <a:gd name="T16" fmla="*/ 429 w 580"/>
                <a:gd name="T17" fmla="*/ 561 h 580"/>
                <a:gd name="T18" fmla="*/ 396 w 580"/>
                <a:gd name="T19" fmla="*/ 578 h 580"/>
                <a:gd name="T20" fmla="*/ 79 w 580"/>
                <a:gd name="T21" fmla="*/ 527 h 5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80">
                  <a:moveTo>
                    <a:pt x="79" y="527"/>
                  </a:moveTo>
                  <a:cubicBezTo>
                    <a:pt x="66" y="525"/>
                    <a:pt x="55" y="514"/>
                    <a:pt x="53" y="501"/>
                  </a:cubicBezTo>
                  <a:cubicBezTo>
                    <a:pt x="2" y="184"/>
                    <a:pt x="2" y="184"/>
                    <a:pt x="2" y="184"/>
                  </a:cubicBezTo>
                  <a:cubicBezTo>
                    <a:pt x="0" y="172"/>
                    <a:pt x="8" y="157"/>
                    <a:pt x="19" y="152"/>
                  </a:cubicBezTo>
                  <a:cubicBezTo>
                    <a:pt x="305" y="6"/>
                    <a:pt x="305" y="6"/>
                    <a:pt x="305" y="6"/>
                  </a:cubicBezTo>
                  <a:cubicBezTo>
                    <a:pt x="316" y="0"/>
                    <a:pt x="333" y="3"/>
                    <a:pt x="342" y="11"/>
                  </a:cubicBezTo>
                  <a:cubicBezTo>
                    <a:pt x="569" y="239"/>
                    <a:pt x="569" y="239"/>
                    <a:pt x="569" y="239"/>
                  </a:cubicBezTo>
                  <a:cubicBezTo>
                    <a:pt x="577" y="247"/>
                    <a:pt x="580" y="264"/>
                    <a:pt x="574" y="275"/>
                  </a:cubicBezTo>
                  <a:cubicBezTo>
                    <a:pt x="429" y="561"/>
                    <a:pt x="429" y="561"/>
                    <a:pt x="429" y="561"/>
                  </a:cubicBezTo>
                  <a:cubicBezTo>
                    <a:pt x="423" y="572"/>
                    <a:pt x="408" y="580"/>
                    <a:pt x="396" y="578"/>
                  </a:cubicBezTo>
                  <a:lnTo>
                    <a:pt x="79" y="527"/>
                  </a:lnTo>
                  <a:close/>
                </a:path>
              </a:pathLst>
            </a:custGeom>
            <a:solidFill>
              <a:srgbClr val="5A678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17" name="Comp 17"/>
            <p:cNvGrpSpPr/>
            <p:nvPr/>
          </p:nvGrpSpPr>
          <p:grpSpPr>
            <a:xfrm>
              <a:off x="4387852" y="5045076"/>
              <a:ext cx="631825" cy="631825"/>
              <a:chOff x="2863851" y="5045075"/>
              <a:chExt cx="631825" cy="631825"/>
            </a:xfrm>
          </p:grpSpPr>
          <p:sp>
            <p:nvSpPr>
              <p:cNvPr id="18" name="Comp 18"/>
              <p:cNvSpPr/>
              <p:nvPr/>
            </p:nvSpPr>
            <p:spPr bwMode="auto">
              <a:xfrm>
                <a:off x="2863851" y="5045075"/>
                <a:ext cx="631825" cy="631825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6 h 199"/>
                  <a:gd name="T6" fmla="*/ 35 w 199"/>
                  <a:gd name="T7" fmla="*/ 36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19" name="Comp 19"/>
              <p:cNvSpPr>
                <a:spLocks noEditPoints="1"/>
              </p:cNvSpPr>
              <p:nvPr/>
            </p:nvSpPr>
            <p:spPr bwMode="auto">
              <a:xfrm>
                <a:off x="2984501" y="5216525"/>
                <a:ext cx="339725" cy="339725"/>
              </a:xfrm>
              <a:custGeom>
                <a:avLst/>
                <a:gdLst>
                  <a:gd name="T0" fmla="*/ 106 w 107"/>
                  <a:gd name="T1" fmla="*/ 63 h 107"/>
                  <a:gd name="T2" fmla="*/ 97 w 107"/>
                  <a:gd name="T3" fmla="*/ 15 h 107"/>
                  <a:gd name="T4" fmla="*/ 92 w 107"/>
                  <a:gd name="T5" fmla="*/ 10 h 107"/>
                  <a:gd name="T6" fmla="*/ 44 w 107"/>
                  <a:gd name="T7" fmla="*/ 1 h 107"/>
                  <a:gd name="T8" fmla="*/ 39 w 107"/>
                  <a:gd name="T9" fmla="*/ 2 h 107"/>
                  <a:gd name="T10" fmla="*/ 2 w 107"/>
                  <a:gd name="T11" fmla="*/ 39 h 107"/>
                  <a:gd name="T12" fmla="*/ 2 w 107"/>
                  <a:gd name="T13" fmla="*/ 48 h 107"/>
                  <a:gd name="T14" fmla="*/ 59 w 107"/>
                  <a:gd name="T15" fmla="*/ 105 h 107"/>
                  <a:gd name="T16" fmla="*/ 68 w 107"/>
                  <a:gd name="T17" fmla="*/ 105 h 107"/>
                  <a:gd name="T18" fmla="*/ 105 w 107"/>
                  <a:gd name="T19" fmla="*/ 68 h 107"/>
                  <a:gd name="T20" fmla="*/ 106 w 107"/>
                  <a:gd name="T21" fmla="*/ 63 h 107"/>
                  <a:gd name="T22" fmla="*/ 99 w 107"/>
                  <a:gd name="T23" fmla="*/ 66 h 107"/>
                  <a:gd name="T24" fmla="*/ 95 w 107"/>
                  <a:gd name="T25" fmla="*/ 70 h 107"/>
                  <a:gd name="T26" fmla="*/ 47 w 107"/>
                  <a:gd name="T27" fmla="*/ 60 h 107"/>
                  <a:gd name="T28" fmla="*/ 37 w 107"/>
                  <a:gd name="T29" fmla="*/ 12 h 107"/>
                  <a:gd name="T30" fmla="*/ 41 w 107"/>
                  <a:gd name="T31" fmla="*/ 9 h 107"/>
                  <a:gd name="T32" fmla="*/ 45 w 107"/>
                  <a:gd name="T33" fmla="*/ 9 h 107"/>
                  <a:gd name="T34" fmla="*/ 99 w 107"/>
                  <a:gd name="T35" fmla="*/ 62 h 107"/>
                  <a:gd name="T36" fmla="*/ 99 w 107"/>
                  <a:gd name="T37" fmla="*/ 66 h 107"/>
                  <a:gd name="T38" fmla="*/ 50 w 107"/>
                  <a:gd name="T39" fmla="*/ 56 h 107"/>
                  <a:gd name="T40" fmla="*/ 51 w 107"/>
                  <a:gd name="T41" fmla="*/ 57 h 107"/>
                  <a:gd name="T42" fmla="*/ 59 w 107"/>
                  <a:gd name="T43" fmla="*/ 59 h 107"/>
                  <a:gd name="T44" fmla="*/ 49 w 107"/>
                  <a:gd name="T45" fmla="*/ 48 h 107"/>
                  <a:gd name="T46" fmla="*/ 50 w 107"/>
                  <a:gd name="T47" fmla="*/ 56 h 107"/>
                  <a:gd name="T48" fmla="*/ 47 w 107"/>
                  <a:gd name="T49" fmla="*/ 41 h 107"/>
                  <a:gd name="T50" fmla="*/ 66 w 107"/>
                  <a:gd name="T51" fmla="*/ 60 h 107"/>
                  <a:gd name="T52" fmla="*/ 74 w 107"/>
                  <a:gd name="T53" fmla="*/ 61 h 107"/>
                  <a:gd name="T54" fmla="*/ 46 w 107"/>
                  <a:gd name="T55" fmla="*/ 33 h 107"/>
                  <a:gd name="T56" fmla="*/ 47 w 107"/>
                  <a:gd name="T57" fmla="*/ 41 h 107"/>
                  <a:gd name="T58" fmla="*/ 44 w 107"/>
                  <a:gd name="T59" fmla="*/ 24 h 107"/>
                  <a:gd name="T60" fmla="*/ 44 w 107"/>
                  <a:gd name="T61" fmla="*/ 25 h 107"/>
                  <a:gd name="T62" fmla="*/ 82 w 107"/>
                  <a:gd name="T63" fmla="*/ 63 h 107"/>
                  <a:gd name="T64" fmla="*/ 83 w 107"/>
                  <a:gd name="T65" fmla="*/ 63 h 107"/>
                  <a:gd name="T66" fmla="*/ 86 w 107"/>
                  <a:gd name="T67" fmla="*/ 61 h 107"/>
                  <a:gd name="T68" fmla="*/ 47 w 107"/>
                  <a:gd name="T69" fmla="*/ 21 h 107"/>
                  <a:gd name="T70" fmla="*/ 44 w 107"/>
                  <a:gd name="T71" fmla="*/ 24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7" h="107">
                    <a:moveTo>
                      <a:pt x="106" y="63"/>
                    </a:moveTo>
                    <a:cubicBezTo>
                      <a:pt x="97" y="15"/>
                      <a:pt x="97" y="15"/>
                      <a:pt x="97" y="15"/>
                    </a:cubicBezTo>
                    <a:cubicBezTo>
                      <a:pt x="97" y="12"/>
                      <a:pt x="95" y="11"/>
                      <a:pt x="92" y="10"/>
                    </a:cubicBezTo>
                    <a:cubicBezTo>
                      <a:pt x="44" y="1"/>
                      <a:pt x="44" y="1"/>
                      <a:pt x="44" y="1"/>
                    </a:cubicBezTo>
                    <a:cubicBezTo>
                      <a:pt x="42" y="0"/>
                      <a:pt x="40" y="1"/>
                      <a:pt x="39" y="2"/>
                    </a:cubicBezTo>
                    <a:cubicBezTo>
                      <a:pt x="2" y="39"/>
                      <a:pt x="2" y="39"/>
                      <a:pt x="2" y="39"/>
                    </a:cubicBezTo>
                    <a:cubicBezTo>
                      <a:pt x="0" y="42"/>
                      <a:pt x="0" y="45"/>
                      <a:pt x="2" y="48"/>
                    </a:cubicBezTo>
                    <a:cubicBezTo>
                      <a:pt x="59" y="105"/>
                      <a:pt x="59" y="105"/>
                      <a:pt x="59" y="105"/>
                    </a:cubicBezTo>
                    <a:cubicBezTo>
                      <a:pt x="62" y="107"/>
                      <a:pt x="65" y="107"/>
                      <a:pt x="68" y="105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6" y="67"/>
                      <a:pt x="107" y="65"/>
                      <a:pt x="106" y="63"/>
                    </a:cubicBezTo>
                    <a:close/>
                    <a:moveTo>
                      <a:pt x="99" y="66"/>
                    </a:moveTo>
                    <a:cubicBezTo>
                      <a:pt x="95" y="70"/>
                      <a:pt x="95" y="70"/>
                      <a:pt x="95" y="70"/>
                    </a:cubicBezTo>
                    <a:cubicBezTo>
                      <a:pt x="47" y="60"/>
                      <a:pt x="47" y="60"/>
                      <a:pt x="47" y="60"/>
                    </a:cubicBezTo>
                    <a:cubicBezTo>
                      <a:pt x="37" y="12"/>
                      <a:pt x="37" y="12"/>
                      <a:pt x="37" y="12"/>
                    </a:cubicBezTo>
                    <a:cubicBezTo>
                      <a:pt x="41" y="9"/>
                      <a:pt x="41" y="9"/>
                      <a:pt x="41" y="9"/>
                    </a:cubicBezTo>
                    <a:cubicBezTo>
                      <a:pt x="42" y="7"/>
                      <a:pt x="44" y="7"/>
                      <a:pt x="45" y="9"/>
                    </a:cubicBezTo>
                    <a:cubicBezTo>
                      <a:pt x="99" y="62"/>
                      <a:pt x="99" y="62"/>
                      <a:pt x="99" y="62"/>
                    </a:cubicBezTo>
                    <a:cubicBezTo>
                      <a:pt x="100" y="63"/>
                      <a:pt x="100" y="65"/>
                      <a:pt x="99" y="66"/>
                    </a:cubicBezTo>
                    <a:close/>
                    <a:moveTo>
                      <a:pt x="50" y="56"/>
                    </a:moveTo>
                    <a:cubicBezTo>
                      <a:pt x="51" y="57"/>
                      <a:pt x="51" y="57"/>
                      <a:pt x="51" y="57"/>
                    </a:cubicBezTo>
                    <a:cubicBezTo>
                      <a:pt x="59" y="59"/>
                      <a:pt x="59" y="59"/>
                      <a:pt x="59" y="59"/>
                    </a:cubicBezTo>
                    <a:cubicBezTo>
                      <a:pt x="49" y="48"/>
                      <a:pt x="49" y="48"/>
                      <a:pt x="49" y="48"/>
                    </a:cubicBezTo>
                    <a:lnTo>
                      <a:pt x="50" y="56"/>
                    </a:lnTo>
                    <a:close/>
                    <a:moveTo>
                      <a:pt x="47" y="41"/>
                    </a:moveTo>
                    <a:cubicBezTo>
                      <a:pt x="66" y="60"/>
                      <a:pt x="66" y="60"/>
                      <a:pt x="66" y="60"/>
                    </a:cubicBezTo>
                    <a:cubicBezTo>
                      <a:pt x="74" y="61"/>
                      <a:pt x="74" y="61"/>
                      <a:pt x="74" y="61"/>
                    </a:cubicBezTo>
                    <a:cubicBezTo>
                      <a:pt x="46" y="33"/>
                      <a:pt x="46" y="33"/>
                      <a:pt x="46" y="33"/>
                    </a:cubicBezTo>
                    <a:lnTo>
                      <a:pt x="47" y="41"/>
                    </a:lnTo>
                    <a:close/>
                    <a:moveTo>
                      <a:pt x="44" y="24"/>
                    </a:moveTo>
                    <a:cubicBezTo>
                      <a:pt x="44" y="25"/>
                      <a:pt x="44" y="25"/>
                      <a:pt x="44" y="25"/>
                    </a:cubicBezTo>
                    <a:cubicBezTo>
                      <a:pt x="82" y="63"/>
                      <a:pt x="82" y="63"/>
                      <a:pt x="82" y="63"/>
                    </a:cubicBezTo>
                    <a:cubicBezTo>
                      <a:pt x="83" y="63"/>
                      <a:pt x="83" y="63"/>
                      <a:pt x="83" y="63"/>
                    </a:cubicBezTo>
                    <a:cubicBezTo>
                      <a:pt x="86" y="61"/>
                      <a:pt x="86" y="61"/>
                      <a:pt x="86" y="61"/>
                    </a:cubicBezTo>
                    <a:cubicBezTo>
                      <a:pt x="47" y="21"/>
                      <a:pt x="47" y="21"/>
                      <a:pt x="47" y="21"/>
                    </a:cubicBezTo>
                    <a:lnTo>
                      <a:pt x="44" y="24"/>
                    </a:lnTo>
                    <a:close/>
                  </a:path>
                </a:pathLst>
              </a:custGeom>
              <a:solidFill>
                <a:srgbClr val="5A6783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  <p:sp>
          <p:nvSpPr>
            <p:cNvPr id="20" name="Comp 20"/>
            <p:cNvSpPr/>
            <p:nvPr/>
          </p:nvSpPr>
          <p:spPr bwMode="auto">
            <a:xfrm>
              <a:off x="6175376" y="2051051"/>
              <a:ext cx="1841500" cy="1838325"/>
            </a:xfrm>
            <a:custGeom>
              <a:avLst/>
              <a:gdLst>
                <a:gd name="T0" fmla="*/ 527 w 580"/>
                <a:gd name="T1" fmla="*/ 78 h 579"/>
                <a:gd name="T2" fmla="*/ 501 w 580"/>
                <a:gd name="T3" fmla="*/ 52 h 579"/>
                <a:gd name="T4" fmla="*/ 184 w 580"/>
                <a:gd name="T5" fmla="*/ 2 h 579"/>
                <a:gd name="T6" fmla="*/ 151 w 580"/>
                <a:gd name="T7" fmla="*/ 18 h 579"/>
                <a:gd name="T8" fmla="*/ 6 w 580"/>
                <a:gd name="T9" fmla="*/ 304 h 579"/>
                <a:gd name="T10" fmla="*/ 11 w 580"/>
                <a:gd name="T11" fmla="*/ 341 h 579"/>
                <a:gd name="T12" fmla="*/ 238 w 580"/>
                <a:gd name="T13" fmla="*/ 568 h 579"/>
                <a:gd name="T14" fmla="*/ 275 w 580"/>
                <a:gd name="T15" fmla="*/ 573 h 579"/>
                <a:gd name="T16" fmla="*/ 561 w 580"/>
                <a:gd name="T17" fmla="*/ 428 h 579"/>
                <a:gd name="T18" fmla="*/ 578 w 580"/>
                <a:gd name="T19" fmla="*/ 395 h 579"/>
                <a:gd name="T20" fmla="*/ 527 w 580"/>
                <a:gd name="T21" fmla="*/ 78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527" y="78"/>
                  </a:moveTo>
                  <a:cubicBezTo>
                    <a:pt x="525" y="65"/>
                    <a:pt x="514" y="54"/>
                    <a:pt x="501" y="52"/>
                  </a:cubicBezTo>
                  <a:cubicBezTo>
                    <a:pt x="184" y="2"/>
                    <a:pt x="184" y="2"/>
                    <a:pt x="184" y="2"/>
                  </a:cubicBezTo>
                  <a:cubicBezTo>
                    <a:pt x="172" y="0"/>
                    <a:pt x="157" y="7"/>
                    <a:pt x="151" y="18"/>
                  </a:cubicBezTo>
                  <a:cubicBezTo>
                    <a:pt x="6" y="304"/>
                    <a:pt x="6" y="304"/>
                    <a:pt x="6" y="304"/>
                  </a:cubicBezTo>
                  <a:cubicBezTo>
                    <a:pt x="0" y="315"/>
                    <a:pt x="3" y="332"/>
                    <a:pt x="11" y="341"/>
                  </a:cubicBezTo>
                  <a:cubicBezTo>
                    <a:pt x="238" y="568"/>
                    <a:pt x="238" y="568"/>
                    <a:pt x="238" y="568"/>
                  </a:cubicBezTo>
                  <a:cubicBezTo>
                    <a:pt x="247" y="577"/>
                    <a:pt x="264" y="579"/>
                    <a:pt x="275" y="573"/>
                  </a:cubicBezTo>
                  <a:cubicBezTo>
                    <a:pt x="561" y="428"/>
                    <a:pt x="561" y="428"/>
                    <a:pt x="561" y="428"/>
                  </a:cubicBezTo>
                  <a:cubicBezTo>
                    <a:pt x="572" y="422"/>
                    <a:pt x="580" y="407"/>
                    <a:pt x="578" y="395"/>
                  </a:cubicBezTo>
                  <a:lnTo>
                    <a:pt x="527" y="78"/>
                  </a:lnTo>
                  <a:close/>
                </a:path>
              </a:pathLst>
            </a:custGeom>
            <a:solidFill>
              <a:srgbClr val="B5B5B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sp>
          <p:nvSpPr>
            <p:cNvPr id="21" name="Comp 21"/>
            <p:cNvSpPr/>
            <p:nvPr/>
          </p:nvSpPr>
          <p:spPr bwMode="auto">
            <a:xfrm>
              <a:off x="4175126" y="2051051"/>
              <a:ext cx="1841500" cy="1838325"/>
            </a:xfrm>
            <a:custGeom>
              <a:avLst/>
              <a:gdLst>
                <a:gd name="T0" fmla="*/ 79 w 580"/>
                <a:gd name="T1" fmla="*/ 52 h 579"/>
                <a:gd name="T2" fmla="*/ 53 w 580"/>
                <a:gd name="T3" fmla="*/ 78 h 579"/>
                <a:gd name="T4" fmla="*/ 2 w 580"/>
                <a:gd name="T5" fmla="*/ 395 h 579"/>
                <a:gd name="T6" fmla="*/ 19 w 580"/>
                <a:gd name="T7" fmla="*/ 428 h 579"/>
                <a:gd name="T8" fmla="*/ 305 w 580"/>
                <a:gd name="T9" fmla="*/ 573 h 579"/>
                <a:gd name="T10" fmla="*/ 342 w 580"/>
                <a:gd name="T11" fmla="*/ 568 h 579"/>
                <a:gd name="T12" fmla="*/ 569 w 580"/>
                <a:gd name="T13" fmla="*/ 341 h 579"/>
                <a:gd name="T14" fmla="*/ 574 w 580"/>
                <a:gd name="T15" fmla="*/ 304 h 579"/>
                <a:gd name="T16" fmla="*/ 429 w 580"/>
                <a:gd name="T17" fmla="*/ 18 h 579"/>
                <a:gd name="T18" fmla="*/ 396 w 580"/>
                <a:gd name="T19" fmla="*/ 2 h 579"/>
                <a:gd name="T20" fmla="*/ 79 w 580"/>
                <a:gd name="T21" fmla="*/ 52 h 5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0" h="579">
                  <a:moveTo>
                    <a:pt x="79" y="52"/>
                  </a:moveTo>
                  <a:cubicBezTo>
                    <a:pt x="66" y="54"/>
                    <a:pt x="55" y="65"/>
                    <a:pt x="53" y="78"/>
                  </a:cubicBezTo>
                  <a:cubicBezTo>
                    <a:pt x="2" y="395"/>
                    <a:pt x="2" y="395"/>
                    <a:pt x="2" y="395"/>
                  </a:cubicBezTo>
                  <a:cubicBezTo>
                    <a:pt x="0" y="407"/>
                    <a:pt x="8" y="422"/>
                    <a:pt x="19" y="428"/>
                  </a:cubicBezTo>
                  <a:cubicBezTo>
                    <a:pt x="305" y="573"/>
                    <a:pt x="305" y="573"/>
                    <a:pt x="305" y="573"/>
                  </a:cubicBezTo>
                  <a:cubicBezTo>
                    <a:pt x="316" y="579"/>
                    <a:pt x="333" y="577"/>
                    <a:pt x="342" y="568"/>
                  </a:cubicBezTo>
                  <a:cubicBezTo>
                    <a:pt x="569" y="341"/>
                    <a:pt x="569" y="341"/>
                    <a:pt x="569" y="341"/>
                  </a:cubicBezTo>
                  <a:cubicBezTo>
                    <a:pt x="577" y="332"/>
                    <a:pt x="580" y="315"/>
                    <a:pt x="574" y="304"/>
                  </a:cubicBezTo>
                  <a:cubicBezTo>
                    <a:pt x="429" y="18"/>
                    <a:pt x="429" y="18"/>
                    <a:pt x="429" y="18"/>
                  </a:cubicBezTo>
                  <a:cubicBezTo>
                    <a:pt x="423" y="7"/>
                    <a:pt x="408" y="0"/>
                    <a:pt x="396" y="2"/>
                  </a:cubicBezTo>
                  <a:lnTo>
                    <a:pt x="79" y="52"/>
                  </a:lnTo>
                  <a:close/>
                </a:path>
              </a:pathLst>
            </a:custGeom>
            <a:solidFill>
              <a:srgbClr val="85898F">
                <a:lumMod val="75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ko-KR" altLang="en-US"/>
            </a:p>
          </p:txBody>
        </p:sp>
        <p:grpSp>
          <p:nvGrpSpPr>
            <p:cNvPr id="22" name="Comp 22"/>
            <p:cNvGrpSpPr/>
            <p:nvPr/>
          </p:nvGrpSpPr>
          <p:grpSpPr>
            <a:xfrm>
              <a:off x="4387852" y="2260601"/>
              <a:ext cx="631825" cy="631825"/>
              <a:chOff x="2863851" y="2260600"/>
              <a:chExt cx="631825" cy="631825"/>
            </a:xfrm>
          </p:grpSpPr>
          <p:sp>
            <p:nvSpPr>
              <p:cNvPr id="23" name="Comp 23"/>
              <p:cNvSpPr/>
              <p:nvPr/>
            </p:nvSpPr>
            <p:spPr bwMode="auto">
              <a:xfrm>
                <a:off x="2863851" y="2260600"/>
                <a:ext cx="631825" cy="631825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5 h 199"/>
                  <a:gd name="T4" fmla="*/ 35 w 199"/>
                  <a:gd name="T5" fmla="*/ 35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4" name="Comp 24"/>
              <p:cNvSpPr>
                <a:spLocks noEditPoints="1"/>
              </p:cNvSpPr>
              <p:nvPr/>
            </p:nvSpPr>
            <p:spPr bwMode="auto">
              <a:xfrm>
                <a:off x="3006726" y="2403475"/>
                <a:ext cx="327025" cy="327025"/>
              </a:xfrm>
              <a:custGeom>
                <a:avLst/>
                <a:gdLst>
                  <a:gd name="T0" fmla="*/ 58 w 103"/>
                  <a:gd name="T1" fmla="*/ 40 h 103"/>
                  <a:gd name="T2" fmla="*/ 60 w 103"/>
                  <a:gd name="T3" fmla="*/ 48 h 103"/>
                  <a:gd name="T4" fmla="*/ 43 w 103"/>
                  <a:gd name="T5" fmla="*/ 43 h 103"/>
                  <a:gd name="T6" fmla="*/ 48 w 103"/>
                  <a:gd name="T7" fmla="*/ 61 h 103"/>
                  <a:gd name="T8" fmla="*/ 40 w 103"/>
                  <a:gd name="T9" fmla="*/ 58 h 103"/>
                  <a:gd name="T10" fmla="*/ 38 w 103"/>
                  <a:gd name="T11" fmla="*/ 64 h 103"/>
                  <a:gd name="T12" fmla="*/ 57 w 103"/>
                  <a:gd name="T13" fmla="*/ 71 h 103"/>
                  <a:gd name="T14" fmla="*/ 52 w 103"/>
                  <a:gd name="T15" fmla="*/ 52 h 103"/>
                  <a:gd name="T16" fmla="*/ 71 w 103"/>
                  <a:gd name="T17" fmla="*/ 57 h 103"/>
                  <a:gd name="T18" fmla="*/ 63 w 103"/>
                  <a:gd name="T19" fmla="*/ 38 h 103"/>
                  <a:gd name="T20" fmla="*/ 58 w 103"/>
                  <a:gd name="T21" fmla="*/ 40 h 103"/>
                  <a:gd name="T22" fmla="*/ 27 w 103"/>
                  <a:gd name="T23" fmla="*/ 24 h 103"/>
                  <a:gd name="T24" fmla="*/ 24 w 103"/>
                  <a:gd name="T25" fmla="*/ 24 h 103"/>
                  <a:gd name="T26" fmla="*/ 24 w 103"/>
                  <a:gd name="T27" fmla="*/ 63 h 103"/>
                  <a:gd name="T28" fmla="*/ 27 w 103"/>
                  <a:gd name="T29" fmla="*/ 63 h 103"/>
                  <a:gd name="T30" fmla="*/ 27 w 103"/>
                  <a:gd name="T31" fmla="*/ 60 h 103"/>
                  <a:gd name="T32" fmla="*/ 27 w 103"/>
                  <a:gd name="T33" fmla="*/ 27 h 103"/>
                  <a:gd name="T34" fmla="*/ 27 w 103"/>
                  <a:gd name="T35" fmla="*/ 24 h 103"/>
                  <a:gd name="T36" fmla="*/ 103 w 103"/>
                  <a:gd name="T37" fmla="*/ 89 h 103"/>
                  <a:gd name="T38" fmla="*/ 101 w 103"/>
                  <a:gd name="T39" fmla="*/ 86 h 103"/>
                  <a:gd name="T40" fmla="*/ 102 w 103"/>
                  <a:gd name="T41" fmla="*/ 80 h 103"/>
                  <a:gd name="T42" fmla="*/ 99 w 103"/>
                  <a:gd name="T43" fmla="*/ 75 h 103"/>
                  <a:gd name="T44" fmla="*/ 89 w 103"/>
                  <a:gd name="T45" fmla="*/ 89 h 103"/>
                  <a:gd name="T46" fmla="*/ 75 w 103"/>
                  <a:gd name="T47" fmla="*/ 99 h 103"/>
                  <a:gd name="T48" fmla="*/ 80 w 103"/>
                  <a:gd name="T49" fmla="*/ 102 h 103"/>
                  <a:gd name="T50" fmla="*/ 86 w 103"/>
                  <a:gd name="T51" fmla="*/ 101 h 103"/>
                  <a:gd name="T52" fmla="*/ 89 w 103"/>
                  <a:gd name="T53" fmla="*/ 103 h 103"/>
                  <a:gd name="T54" fmla="*/ 98 w 103"/>
                  <a:gd name="T55" fmla="*/ 98 h 103"/>
                  <a:gd name="T56" fmla="*/ 103 w 103"/>
                  <a:gd name="T57" fmla="*/ 89 h 103"/>
                  <a:gd name="T58" fmla="*/ 95 w 103"/>
                  <a:gd name="T59" fmla="*/ 71 h 103"/>
                  <a:gd name="T60" fmla="*/ 92 w 103"/>
                  <a:gd name="T61" fmla="*/ 66 h 103"/>
                  <a:gd name="T62" fmla="*/ 81 w 103"/>
                  <a:gd name="T63" fmla="*/ 81 h 103"/>
                  <a:gd name="T64" fmla="*/ 66 w 103"/>
                  <a:gd name="T65" fmla="*/ 92 h 103"/>
                  <a:gd name="T66" fmla="*/ 70 w 103"/>
                  <a:gd name="T67" fmla="*/ 96 h 103"/>
                  <a:gd name="T68" fmla="*/ 85 w 103"/>
                  <a:gd name="T69" fmla="*/ 85 h 103"/>
                  <a:gd name="T70" fmla="*/ 95 w 103"/>
                  <a:gd name="T71" fmla="*/ 71 h 103"/>
                  <a:gd name="T72" fmla="*/ 89 w 103"/>
                  <a:gd name="T73" fmla="*/ 61 h 103"/>
                  <a:gd name="T74" fmla="*/ 83 w 103"/>
                  <a:gd name="T75" fmla="*/ 53 h 103"/>
                  <a:gd name="T76" fmla="*/ 72 w 103"/>
                  <a:gd name="T77" fmla="*/ 16 h 103"/>
                  <a:gd name="T78" fmla="*/ 15 w 103"/>
                  <a:gd name="T79" fmla="*/ 16 h 103"/>
                  <a:gd name="T80" fmla="*/ 15 w 103"/>
                  <a:gd name="T81" fmla="*/ 72 h 103"/>
                  <a:gd name="T82" fmla="*/ 53 w 103"/>
                  <a:gd name="T83" fmla="*/ 83 h 103"/>
                  <a:gd name="T84" fmla="*/ 61 w 103"/>
                  <a:gd name="T85" fmla="*/ 89 h 103"/>
                  <a:gd name="T86" fmla="*/ 78 w 103"/>
                  <a:gd name="T87" fmla="*/ 78 h 103"/>
                  <a:gd name="T88" fmla="*/ 89 w 103"/>
                  <a:gd name="T89" fmla="*/ 61 h 103"/>
                  <a:gd name="T90" fmla="*/ 61 w 103"/>
                  <a:gd name="T91" fmla="*/ 81 h 103"/>
                  <a:gd name="T92" fmla="*/ 54 w 103"/>
                  <a:gd name="T93" fmla="*/ 75 h 103"/>
                  <a:gd name="T94" fmla="*/ 20 w 103"/>
                  <a:gd name="T95" fmla="*/ 67 h 103"/>
                  <a:gd name="T96" fmla="*/ 20 w 103"/>
                  <a:gd name="T97" fmla="*/ 21 h 103"/>
                  <a:gd name="T98" fmla="*/ 67 w 103"/>
                  <a:gd name="T99" fmla="*/ 20 h 103"/>
                  <a:gd name="T100" fmla="*/ 75 w 103"/>
                  <a:gd name="T101" fmla="*/ 54 h 103"/>
                  <a:gd name="T102" fmla="*/ 81 w 103"/>
                  <a:gd name="T103" fmla="*/ 62 h 103"/>
                  <a:gd name="T104" fmla="*/ 73 w 103"/>
                  <a:gd name="T105" fmla="*/ 73 h 103"/>
                  <a:gd name="T106" fmla="*/ 61 w 103"/>
                  <a:gd name="T107" fmla="*/ 81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03" h="103">
                    <a:moveTo>
                      <a:pt x="58" y="40"/>
                    </a:moveTo>
                    <a:cubicBezTo>
                      <a:pt x="60" y="48"/>
                      <a:pt x="60" y="48"/>
                      <a:pt x="60" y="48"/>
                    </a:cubicBezTo>
                    <a:cubicBezTo>
                      <a:pt x="43" y="43"/>
                      <a:pt x="43" y="43"/>
                      <a:pt x="43" y="43"/>
                    </a:cubicBezTo>
                    <a:cubicBezTo>
                      <a:pt x="48" y="61"/>
                      <a:pt x="48" y="61"/>
                      <a:pt x="48" y="61"/>
                    </a:cubicBezTo>
                    <a:cubicBezTo>
                      <a:pt x="40" y="58"/>
                      <a:pt x="40" y="58"/>
                      <a:pt x="40" y="58"/>
                    </a:cubicBezTo>
                    <a:cubicBezTo>
                      <a:pt x="38" y="64"/>
                      <a:pt x="38" y="64"/>
                      <a:pt x="38" y="64"/>
                    </a:cubicBezTo>
                    <a:cubicBezTo>
                      <a:pt x="57" y="71"/>
                      <a:pt x="57" y="71"/>
                      <a:pt x="57" y="71"/>
                    </a:cubicBezTo>
                    <a:cubicBezTo>
                      <a:pt x="52" y="52"/>
                      <a:pt x="52" y="52"/>
                      <a:pt x="52" y="52"/>
                    </a:cubicBezTo>
                    <a:cubicBezTo>
                      <a:pt x="71" y="57"/>
                      <a:pt x="71" y="57"/>
                      <a:pt x="71" y="57"/>
                    </a:cubicBezTo>
                    <a:cubicBezTo>
                      <a:pt x="63" y="38"/>
                      <a:pt x="63" y="38"/>
                      <a:pt x="63" y="38"/>
                    </a:cubicBezTo>
                    <a:lnTo>
                      <a:pt x="58" y="40"/>
                    </a:lnTo>
                    <a:close/>
                    <a:moveTo>
                      <a:pt x="27" y="24"/>
                    </a:moveTo>
                    <a:cubicBezTo>
                      <a:pt x="26" y="23"/>
                      <a:pt x="25" y="23"/>
                      <a:pt x="24" y="24"/>
                    </a:cubicBezTo>
                    <a:cubicBezTo>
                      <a:pt x="13" y="35"/>
                      <a:pt x="13" y="53"/>
                      <a:pt x="24" y="63"/>
                    </a:cubicBezTo>
                    <a:cubicBezTo>
                      <a:pt x="25" y="64"/>
                      <a:pt x="26" y="64"/>
                      <a:pt x="27" y="63"/>
                    </a:cubicBezTo>
                    <a:cubicBezTo>
                      <a:pt x="28" y="63"/>
                      <a:pt x="28" y="61"/>
                      <a:pt x="27" y="60"/>
                    </a:cubicBezTo>
                    <a:cubicBezTo>
                      <a:pt x="18" y="51"/>
                      <a:pt x="18" y="36"/>
                      <a:pt x="27" y="27"/>
                    </a:cubicBezTo>
                    <a:cubicBezTo>
                      <a:pt x="28" y="26"/>
                      <a:pt x="28" y="25"/>
                      <a:pt x="27" y="24"/>
                    </a:cubicBezTo>
                    <a:close/>
                    <a:moveTo>
                      <a:pt x="103" y="89"/>
                    </a:moveTo>
                    <a:cubicBezTo>
                      <a:pt x="101" y="86"/>
                      <a:pt x="101" y="86"/>
                      <a:pt x="101" y="86"/>
                    </a:cubicBezTo>
                    <a:cubicBezTo>
                      <a:pt x="103" y="82"/>
                      <a:pt x="102" y="80"/>
                      <a:pt x="102" y="80"/>
                    </a:cubicBezTo>
                    <a:cubicBezTo>
                      <a:pt x="99" y="75"/>
                      <a:pt x="99" y="75"/>
                      <a:pt x="99" y="75"/>
                    </a:cubicBezTo>
                    <a:cubicBezTo>
                      <a:pt x="96" y="80"/>
                      <a:pt x="93" y="84"/>
                      <a:pt x="89" y="89"/>
                    </a:cubicBezTo>
                    <a:cubicBezTo>
                      <a:pt x="84" y="93"/>
                      <a:pt x="80" y="96"/>
                      <a:pt x="75" y="99"/>
                    </a:cubicBezTo>
                    <a:cubicBezTo>
                      <a:pt x="80" y="102"/>
                      <a:pt x="80" y="102"/>
                      <a:pt x="80" y="102"/>
                    </a:cubicBezTo>
                    <a:cubicBezTo>
                      <a:pt x="80" y="102"/>
                      <a:pt x="82" y="103"/>
                      <a:pt x="86" y="101"/>
                    </a:cubicBezTo>
                    <a:cubicBezTo>
                      <a:pt x="89" y="103"/>
                      <a:pt x="89" y="103"/>
                      <a:pt x="89" y="103"/>
                    </a:cubicBezTo>
                    <a:cubicBezTo>
                      <a:pt x="89" y="103"/>
                      <a:pt x="92" y="103"/>
                      <a:pt x="98" y="98"/>
                    </a:cubicBezTo>
                    <a:cubicBezTo>
                      <a:pt x="103" y="92"/>
                      <a:pt x="103" y="89"/>
                      <a:pt x="103" y="89"/>
                    </a:cubicBezTo>
                    <a:close/>
                    <a:moveTo>
                      <a:pt x="95" y="71"/>
                    </a:moveTo>
                    <a:cubicBezTo>
                      <a:pt x="92" y="66"/>
                      <a:pt x="92" y="66"/>
                      <a:pt x="92" y="66"/>
                    </a:cubicBezTo>
                    <a:cubicBezTo>
                      <a:pt x="89" y="71"/>
                      <a:pt x="86" y="76"/>
                      <a:pt x="81" y="81"/>
                    </a:cubicBezTo>
                    <a:cubicBezTo>
                      <a:pt x="76" y="86"/>
                      <a:pt x="71" y="89"/>
                      <a:pt x="66" y="92"/>
                    </a:cubicBezTo>
                    <a:cubicBezTo>
                      <a:pt x="70" y="96"/>
                      <a:pt x="70" y="96"/>
                      <a:pt x="70" y="96"/>
                    </a:cubicBezTo>
                    <a:cubicBezTo>
                      <a:pt x="76" y="93"/>
                      <a:pt x="81" y="90"/>
                      <a:pt x="85" y="85"/>
                    </a:cubicBezTo>
                    <a:cubicBezTo>
                      <a:pt x="90" y="81"/>
                      <a:pt x="93" y="76"/>
                      <a:pt x="95" y="71"/>
                    </a:cubicBezTo>
                    <a:close/>
                    <a:moveTo>
                      <a:pt x="89" y="61"/>
                    </a:moveTo>
                    <a:cubicBezTo>
                      <a:pt x="83" y="53"/>
                      <a:pt x="83" y="53"/>
                      <a:pt x="83" y="53"/>
                    </a:cubicBezTo>
                    <a:cubicBezTo>
                      <a:pt x="86" y="40"/>
                      <a:pt x="82" y="26"/>
                      <a:pt x="72" y="16"/>
                    </a:cubicBezTo>
                    <a:cubicBezTo>
                      <a:pt x="56" y="0"/>
                      <a:pt x="31" y="0"/>
                      <a:pt x="15" y="16"/>
                    </a:cubicBezTo>
                    <a:cubicBezTo>
                      <a:pt x="0" y="31"/>
                      <a:pt x="0" y="56"/>
                      <a:pt x="15" y="72"/>
                    </a:cubicBezTo>
                    <a:cubicBezTo>
                      <a:pt x="26" y="82"/>
                      <a:pt x="40" y="86"/>
                      <a:pt x="53" y="83"/>
                    </a:cubicBezTo>
                    <a:cubicBezTo>
                      <a:pt x="61" y="89"/>
                      <a:pt x="61" y="89"/>
                      <a:pt x="61" y="89"/>
                    </a:cubicBezTo>
                    <a:cubicBezTo>
                      <a:pt x="67" y="86"/>
                      <a:pt x="73" y="83"/>
                      <a:pt x="78" y="78"/>
                    </a:cubicBezTo>
                    <a:cubicBezTo>
                      <a:pt x="83" y="73"/>
                      <a:pt x="86" y="67"/>
                      <a:pt x="89" y="61"/>
                    </a:cubicBezTo>
                    <a:close/>
                    <a:moveTo>
                      <a:pt x="61" y="81"/>
                    </a:moveTo>
                    <a:cubicBezTo>
                      <a:pt x="54" y="75"/>
                      <a:pt x="54" y="75"/>
                      <a:pt x="54" y="75"/>
                    </a:cubicBezTo>
                    <a:cubicBezTo>
                      <a:pt x="43" y="79"/>
                      <a:pt x="30" y="76"/>
                      <a:pt x="20" y="67"/>
                    </a:cubicBezTo>
                    <a:cubicBezTo>
                      <a:pt x="8" y="54"/>
                      <a:pt x="8" y="33"/>
                      <a:pt x="20" y="21"/>
                    </a:cubicBezTo>
                    <a:cubicBezTo>
                      <a:pt x="33" y="8"/>
                      <a:pt x="54" y="8"/>
                      <a:pt x="67" y="20"/>
                    </a:cubicBezTo>
                    <a:cubicBezTo>
                      <a:pt x="76" y="30"/>
                      <a:pt x="79" y="43"/>
                      <a:pt x="75" y="54"/>
                    </a:cubicBezTo>
                    <a:cubicBezTo>
                      <a:pt x="81" y="62"/>
                      <a:pt x="81" y="62"/>
                      <a:pt x="81" y="62"/>
                    </a:cubicBezTo>
                    <a:cubicBezTo>
                      <a:pt x="81" y="62"/>
                      <a:pt x="80" y="66"/>
                      <a:pt x="73" y="73"/>
                    </a:cubicBezTo>
                    <a:cubicBezTo>
                      <a:pt x="66" y="80"/>
                      <a:pt x="61" y="81"/>
                      <a:pt x="61" y="81"/>
                    </a:cubicBezTo>
                    <a:close/>
                  </a:path>
                </a:pathLst>
              </a:custGeom>
              <a:solidFill>
                <a:srgbClr val="A3CF62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5" name="Comp 25"/>
            <p:cNvGrpSpPr/>
            <p:nvPr/>
          </p:nvGrpSpPr>
          <p:grpSpPr>
            <a:xfrm>
              <a:off x="7172327" y="5045076"/>
              <a:ext cx="631825" cy="631825"/>
              <a:chOff x="5648326" y="5045075"/>
              <a:chExt cx="631825" cy="631825"/>
            </a:xfrm>
          </p:grpSpPr>
          <p:sp>
            <p:nvSpPr>
              <p:cNvPr id="26" name="Comp 26"/>
              <p:cNvSpPr/>
              <p:nvPr/>
            </p:nvSpPr>
            <p:spPr bwMode="auto">
              <a:xfrm>
                <a:off x="5648326" y="5045075"/>
                <a:ext cx="631825" cy="631825"/>
              </a:xfrm>
              <a:custGeom>
                <a:avLst/>
                <a:gdLst>
                  <a:gd name="T0" fmla="*/ 164 w 199"/>
                  <a:gd name="T1" fmla="*/ 164 h 199"/>
                  <a:gd name="T2" fmla="*/ 164 w 199"/>
                  <a:gd name="T3" fmla="*/ 36 h 199"/>
                  <a:gd name="T4" fmla="*/ 35 w 199"/>
                  <a:gd name="T5" fmla="*/ 36 h 199"/>
                  <a:gd name="T6" fmla="*/ 35 w 199"/>
                  <a:gd name="T7" fmla="*/ 164 h 199"/>
                  <a:gd name="T8" fmla="*/ 164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164" y="164"/>
                    </a:moveTo>
                    <a:cubicBezTo>
                      <a:pt x="199" y="128"/>
                      <a:pt x="199" y="71"/>
                      <a:pt x="164" y="36"/>
                    </a:cubicBezTo>
                    <a:cubicBezTo>
                      <a:pt x="128" y="0"/>
                      <a:pt x="71" y="0"/>
                      <a:pt x="35" y="36"/>
                    </a:cubicBezTo>
                    <a:cubicBezTo>
                      <a:pt x="0" y="71"/>
                      <a:pt x="0" y="128"/>
                      <a:pt x="35" y="164"/>
                    </a:cubicBezTo>
                    <a:cubicBezTo>
                      <a:pt x="71" y="199"/>
                      <a:pt x="128" y="199"/>
                      <a:pt x="164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27" name="Comp 27"/>
              <p:cNvSpPr>
                <a:spLocks noEditPoints="1"/>
              </p:cNvSpPr>
              <p:nvPr/>
            </p:nvSpPr>
            <p:spPr bwMode="auto">
              <a:xfrm>
                <a:off x="5762626" y="5172075"/>
                <a:ext cx="406400" cy="365125"/>
              </a:xfrm>
              <a:custGeom>
                <a:avLst/>
                <a:gdLst>
                  <a:gd name="T0" fmla="*/ 106 w 256"/>
                  <a:gd name="T1" fmla="*/ 42 h 230"/>
                  <a:gd name="T2" fmla="*/ 44 w 256"/>
                  <a:gd name="T3" fmla="*/ 104 h 230"/>
                  <a:gd name="T4" fmla="*/ 52 w 256"/>
                  <a:gd name="T5" fmla="*/ 114 h 230"/>
                  <a:gd name="T6" fmla="*/ 114 w 256"/>
                  <a:gd name="T7" fmla="*/ 50 h 230"/>
                  <a:gd name="T8" fmla="*/ 106 w 256"/>
                  <a:gd name="T9" fmla="*/ 42 h 230"/>
                  <a:gd name="T10" fmla="*/ 122 w 256"/>
                  <a:gd name="T11" fmla="*/ 60 h 230"/>
                  <a:gd name="T12" fmla="*/ 60 w 256"/>
                  <a:gd name="T13" fmla="*/ 122 h 230"/>
                  <a:gd name="T14" fmla="*/ 70 w 256"/>
                  <a:gd name="T15" fmla="*/ 130 h 230"/>
                  <a:gd name="T16" fmla="*/ 132 w 256"/>
                  <a:gd name="T17" fmla="*/ 68 h 230"/>
                  <a:gd name="T18" fmla="*/ 122 w 256"/>
                  <a:gd name="T19" fmla="*/ 60 h 230"/>
                  <a:gd name="T20" fmla="*/ 126 w 256"/>
                  <a:gd name="T21" fmla="*/ 0 h 230"/>
                  <a:gd name="T22" fmla="*/ 114 w 256"/>
                  <a:gd name="T23" fmla="*/ 12 h 230"/>
                  <a:gd name="T24" fmla="*/ 102 w 256"/>
                  <a:gd name="T25" fmla="*/ 0 h 230"/>
                  <a:gd name="T26" fmla="*/ 0 w 256"/>
                  <a:gd name="T27" fmla="*/ 100 h 230"/>
                  <a:gd name="T28" fmla="*/ 130 w 256"/>
                  <a:gd name="T29" fmla="*/ 230 h 230"/>
                  <a:gd name="T30" fmla="*/ 144 w 256"/>
                  <a:gd name="T31" fmla="*/ 218 h 230"/>
                  <a:gd name="T32" fmla="*/ 156 w 256"/>
                  <a:gd name="T33" fmla="*/ 230 h 230"/>
                  <a:gd name="T34" fmla="*/ 224 w 256"/>
                  <a:gd name="T35" fmla="*/ 162 h 230"/>
                  <a:gd name="T36" fmla="*/ 256 w 256"/>
                  <a:gd name="T37" fmla="*/ 130 h 230"/>
                  <a:gd name="T38" fmla="*/ 126 w 256"/>
                  <a:gd name="T39" fmla="*/ 0 h 230"/>
                  <a:gd name="T40" fmla="*/ 130 w 256"/>
                  <a:gd name="T41" fmla="*/ 216 h 230"/>
                  <a:gd name="T42" fmla="*/ 14 w 256"/>
                  <a:gd name="T43" fmla="*/ 100 h 230"/>
                  <a:gd name="T44" fmla="*/ 102 w 256"/>
                  <a:gd name="T45" fmla="*/ 14 h 230"/>
                  <a:gd name="T46" fmla="*/ 188 w 256"/>
                  <a:gd name="T47" fmla="*/ 100 h 230"/>
                  <a:gd name="T48" fmla="*/ 158 w 256"/>
                  <a:gd name="T49" fmla="*/ 130 h 230"/>
                  <a:gd name="T50" fmla="*/ 188 w 256"/>
                  <a:gd name="T51" fmla="*/ 160 h 230"/>
                  <a:gd name="T52" fmla="*/ 130 w 256"/>
                  <a:gd name="T53" fmla="*/ 216 h 230"/>
                  <a:gd name="T54" fmla="*/ 212 w 256"/>
                  <a:gd name="T55" fmla="*/ 160 h 230"/>
                  <a:gd name="T56" fmla="*/ 156 w 256"/>
                  <a:gd name="T57" fmla="*/ 216 h 230"/>
                  <a:gd name="T58" fmla="*/ 150 w 256"/>
                  <a:gd name="T59" fmla="*/ 210 h 230"/>
                  <a:gd name="T60" fmla="*/ 198 w 256"/>
                  <a:gd name="T61" fmla="*/ 162 h 230"/>
                  <a:gd name="T62" fmla="*/ 198 w 256"/>
                  <a:gd name="T63" fmla="*/ 96 h 230"/>
                  <a:gd name="T64" fmla="*/ 120 w 256"/>
                  <a:gd name="T65" fmla="*/ 18 h 230"/>
                  <a:gd name="T66" fmla="*/ 126 w 256"/>
                  <a:gd name="T67" fmla="*/ 14 h 230"/>
                  <a:gd name="T68" fmla="*/ 212 w 256"/>
                  <a:gd name="T69" fmla="*/ 100 h 230"/>
                  <a:gd name="T70" fmla="*/ 242 w 256"/>
                  <a:gd name="T71" fmla="*/ 130 h 230"/>
                  <a:gd name="T72" fmla="*/ 212 w 256"/>
                  <a:gd name="T73" fmla="*/ 160 h 230"/>
                  <a:gd name="T74" fmla="*/ 78 w 256"/>
                  <a:gd name="T75" fmla="*/ 140 h 230"/>
                  <a:gd name="T76" fmla="*/ 88 w 256"/>
                  <a:gd name="T77" fmla="*/ 148 h 230"/>
                  <a:gd name="T78" fmla="*/ 150 w 256"/>
                  <a:gd name="T79" fmla="*/ 86 h 230"/>
                  <a:gd name="T80" fmla="*/ 140 w 256"/>
                  <a:gd name="T81" fmla="*/ 78 h 230"/>
                  <a:gd name="T82" fmla="*/ 78 w 256"/>
                  <a:gd name="T83" fmla="*/ 140 h 230"/>
                  <a:gd name="T84" fmla="*/ 96 w 256"/>
                  <a:gd name="T85" fmla="*/ 156 h 230"/>
                  <a:gd name="T86" fmla="*/ 104 w 256"/>
                  <a:gd name="T87" fmla="*/ 166 h 230"/>
                  <a:gd name="T88" fmla="*/ 136 w 256"/>
                  <a:gd name="T89" fmla="*/ 134 h 230"/>
                  <a:gd name="T90" fmla="*/ 126 w 256"/>
                  <a:gd name="T91" fmla="*/ 126 h 230"/>
                  <a:gd name="T92" fmla="*/ 96 w 256"/>
                  <a:gd name="T93" fmla="*/ 156 h 2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256" h="230">
                    <a:moveTo>
                      <a:pt x="106" y="42"/>
                    </a:moveTo>
                    <a:lnTo>
                      <a:pt x="44" y="104"/>
                    </a:lnTo>
                    <a:lnTo>
                      <a:pt x="52" y="114"/>
                    </a:lnTo>
                    <a:lnTo>
                      <a:pt x="114" y="50"/>
                    </a:lnTo>
                    <a:lnTo>
                      <a:pt x="106" y="42"/>
                    </a:lnTo>
                    <a:close/>
                    <a:moveTo>
                      <a:pt x="122" y="60"/>
                    </a:moveTo>
                    <a:lnTo>
                      <a:pt x="60" y="122"/>
                    </a:lnTo>
                    <a:lnTo>
                      <a:pt x="70" y="130"/>
                    </a:lnTo>
                    <a:lnTo>
                      <a:pt x="132" y="68"/>
                    </a:lnTo>
                    <a:lnTo>
                      <a:pt x="122" y="60"/>
                    </a:lnTo>
                    <a:close/>
                    <a:moveTo>
                      <a:pt x="126" y="0"/>
                    </a:moveTo>
                    <a:lnTo>
                      <a:pt x="114" y="12"/>
                    </a:lnTo>
                    <a:lnTo>
                      <a:pt x="102" y="0"/>
                    </a:lnTo>
                    <a:lnTo>
                      <a:pt x="0" y="100"/>
                    </a:lnTo>
                    <a:lnTo>
                      <a:pt x="130" y="230"/>
                    </a:lnTo>
                    <a:lnTo>
                      <a:pt x="144" y="218"/>
                    </a:lnTo>
                    <a:lnTo>
                      <a:pt x="156" y="230"/>
                    </a:lnTo>
                    <a:lnTo>
                      <a:pt x="224" y="162"/>
                    </a:lnTo>
                    <a:lnTo>
                      <a:pt x="256" y="130"/>
                    </a:lnTo>
                    <a:lnTo>
                      <a:pt x="126" y="0"/>
                    </a:lnTo>
                    <a:close/>
                    <a:moveTo>
                      <a:pt x="130" y="216"/>
                    </a:moveTo>
                    <a:lnTo>
                      <a:pt x="14" y="100"/>
                    </a:lnTo>
                    <a:lnTo>
                      <a:pt x="102" y="14"/>
                    </a:lnTo>
                    <a:lnTo>
                      <a:pt x="188" y="100"/>
                    </a:lnTo>
                    <a:lnTo>
                      <a:pt x="158" y="130"/>
                    </a:lnTo>
                    <a:lnTo>
                      <a:pt x="188" y="160"/>
                    </a:lnTo>
                    <a:lnTo>
                      <a:pt x="130" y="216"/>
                    </a:lnTo>
                    <a:close/>
                    <a:moveTo>
                      <a:pt x="212" y="160"/>
                    </a:moveTo>
                    <a:lnTo>
                      <a:pt x="156" y="216"/>
                    </a:lnTo>
                    <a:lnTo>
                      <a:pt x="150" y="210"/>
                    </a:lnTo>
                    <a:lnTo>
                      <a:pt x="198" y="162"/>
                    </a:lnTo>
                    <a:lnTo>
                      <a:pt x="198" y="96"/>
                    </a:lnTo>
                    <a:lnTo>
                      <a:pt x="120" y="18"/>
                    </a:lnTo>
                    <a:lnTo>
                      <a:pt x="126" y="14"/>
                    </a:lnTo>
                    <a:lnTo>
                      <a:pt x="212" y="100"/>
                    </a:lnTo>
                    <a:lnTo>
                      <a:pt x="242" y="130"/>
                    </a:lnTo>
                    <a:lnTo>
                      <a:pt x="212" y="160"/>
                    </a:lnTo>
                    <a:close/>
                    <a:moveTo>
                      <a:pt x="78" y="140"/>
                    </a:moveTo>
                    <a:lnTo>
                      <a:pt x="88" y="148"/>
                    </a:lnTo>
                    <a:lnTo>
                      <a:pt x="150" y="86"/>
                    </a:lnTo>
                    <a:lnTo>
                      <a:pt x="140" y="78"/>
                    </a:lnTo>
                    <a:lnTo>
                      <a:pt x="78" y="140"/>
                    </a:lnTo>
                    <a:close/>
                    <a:moveTo>
                      <a:pt x="96" y="156"/>
                    </a:moveTo>
                    <a:lnTo>
                      <a:pt x="104" y="166"/>
                    </a:lnTo>
                    <a:lnTo>
                      <a:pt x="136" y="134"/>
                    </a:lnTo>
                    <a:lnTo>
                      <a:pt x="126" y="126"/>
                    </a:lnTo>
                    <a:lnTo>
                      <a:pt x="96" y="156"/>
                    </a:ln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28" name="Comp 28"/>
            <p:cNvGrpSpPr/>
            <p:nvPr/>
          </p:nvGrpSpPr>
          <p:grpSpPr>
            <a:xfrm>
              <a:off x="7172327" y="2260601"/>
              <a:ext cx="631825" cy="631825"/>
              <a:chOff x="5648326" y="2260600"/>
              <a:chExt cx="631825" cy="631825"/>
            </a:xfrm>
          </p:grpSpPr>
          <p:sp>
            <p:nvSpPr>
              <p:cNvPr id="29" name="Comp 29"/>
              <p:cNvSpPr/>
              <p:nvPr/>
            </p:nvSpPr>
            <p:spPr bwMode="auto">
              <a:xfrm>
                <a:off x="5648326" y="2260600"/>
                <a:ext cx="631825" cy="631825"/>
              </a:xfrm>
              <a:custGeom>
                <a:avLst/>
                <a:gdLst>
                  <a:gd name="T0" fmla="*/ 35 w 199"/>
                  <a:gd name="T1" fmla="*/ 164 h 199"/>
                  <a:gd name="T2" fmla="*/ 164 w 199"/>
                  <a:gd name="T3" fmla="*/ 164 h 199"/>
                  <a:gd name="T4" fmla="*/ 164 w 199"/>
                  <a:gd name="T5" fmla="*/ 35 h 199"/>
                  <a:gd name="T6" fmla="*/ 35 w 199"/>
                  <a:gd name="T7" fmla="*/ 35 h 199"/>
                  <a:gd name="T8" fmla="*/ 35 w 199"/>
                  <a:gd name="T9" fmla="*/ 164 h 1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9" h="199">
                    <a:moveTo>
                      <a:pt x="35" y="164"/>
                    </a:moveTo>
                    <a:cubicBezTo>
                      <a:pt x="71" y="199"/>
                      <a:pt x="128" y="199"/>
                      <a:pt x="164" y="164"/>
                    </a:cubicBezTo>
                    <a:cubicBezTo>
                      <a:pt x="199" y="128"/>
                      <a:pt x="199" y="71"/>
                      <a:pt x="164" y="35"/>
                    </a:cubicBezTo>
                    <a:cubicBezTo>
                      <a:pt x="128" y="0"/>
                      <a:pt x="71" y="0"/>
                      <a:pt x="35" y="35"/>
                    </a:cubicBezTo>
                    <a:cubicBezTo>
                      <a:pt x="0" y="71"/>
                      <a:pt x="0" y="128"/>
                      <a:pt x="35" y="16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0" name="Comp 30"/>
              <p:cNvSpPr>
                <a:spLocks noEditPoints="1"/>
              </p:cNvSpPr>
              <p:nvPr/>
            </p:nvSpPr>
            <p:spPr bwMode="auto">
              <a:xfrm>
                <a:off x="5788026" y="2371725"/>
                <a:ext cx="381000" cy="381000"/>
              </a:xfrm>
              <a:custGeom>
                <a:avLst/>
                <a:gdLst>
                  <a:gd name="T0" fmla="*/ 118 w 120"/>
                  <a:gd name="T1" fmla="*/ 61 h 120"/>
                  <a:gd name="T2" fmla="*/ 111 w 120"/>
                  <a:gd name="T3" fmla="*/ 54 h 120"/>
                  <a:gd name="T4" fmla="*/ 111 w 120"/>
                  <a:gd name="T5" fmla="*/ 49 h 120"/>
                  <a:gd name="T6" fmla="*/ 73 w 120"/>
                  <a:gd name="T7" fmla="*/ 11 h 120"/>
                  <a:gd name="T8" fmla="*/ 69 w 120"/>
                  <a:gd name="T9" fmla="*/ 11 h 120"/>
                  <a:gd name="T10" fmla="*/ 59 w 120"/>
                  <a:gd name="T11" fmla="*/ 2 h 120"/>
                  <a:gd name="T12" fmla="*/ 54 w 120"/>
                  <a:gd name="T13" fmla="*/ 2 h 120"/>
                  <a:gd name="T14" fmla="*/ 45 w 120"/>
                  <a:gd name="T15" fmla="*/ 11 h 120"/>
                  <a:gd name="T16" fmla="*/ 47 w 120"/>
                  <a:gd name="T17" fmla="*/ 66 h 120"/>
                  <a:gd name="T18" fmla="*/ 32 w 120"/>
                  <a:gd name="T19" fmla="*/ 81 h 120"/>
                  <a:gd name="T20" fmla="*/ 18 w 120"/>
                  <a:gd name="T21" fmla="*/ 72 h 120"/>
                  <a:gd name="T22" fmla="*/ 15 w 120"/>
                  <a:gd name="T23" fmla="*/ 73 h 120"/>
                  <a:gd name="T24" fmla="*/ 14 w 120"/>
                  <a:gd name="T25" fmla="*/ 74 h 120"/>
                  <a:gd name="T26" fmla="*/ 10 w 120"/>
                  <a:gd name="T27" fmla="*/ 74 h 120"/>
                  <a:gd name="T28" fmla="*/ 5 w 120"/>
                  <a:gd name="T29" fmla="*/ 74 h 120"/>
                  <a:gd name="T30" fmla="*/ 1 w 120"/>
                  <a:gd name="T31" fmla="*/ 78 h 120"/>
                  <a:gd name="T32" fmla="*/ 1 w 120"/>
                  <a:gd name="T33" fmla="*/ 83 h 120"/>
                  <a:gd name="T34" fmla="*/ 37 w 120"/>
                  <a:gd name="T35" fmla="*/ 119 h 120"/>
                  <a:gd name="T36" fmla="*/ 42 w 120"/>
                  <a:gd name="T37" fmla="*/ 119 h 120"/>
                  <a:gd name="T38" fmla="*/ 46 w 120"/>
                  <a:gd name="T39" fmla="*/ 115 h 120"/>
                  <a:gd name="T40" fmla="*/ 46 w 120"/>
                  <a:gd name="T41" fmla="*/ 110 h 120"/>
                  <a:gd name="T42" fmla="*/ 46 w 120"/>
                  <a:gd name="T43" fmla="*/ 106 h 120"/>
                  <a:gd name="T44" fmla="*/ 47 w 120"/>
                  <a:gd name="T45" fmla="*/ 105 h 120"/>
                  <a:gd name="T46" fmla="*/ 48 w 120"/>
                  <a:gd name="T47" fmla="*/ 102 h 120"/>
                  <a:gd name="T48" fmla="*/ 39 w 120"/>
                  <a:gd name="T49" fmla="*/ 88 h 120"/>
                  <a:gd name="T50" fmla="*/ 54 w 120"/>
                  <a:gd name="T51" fmla="*/ 73 h 120"/>
                  <a:gd name="T52" fmla="*/ 110 w 120"/>
                  <a:gd name="T53" fmla="*/ 75 h 120"/>
                  <a:gd name="T54" fmla="*/ 118 w 120"/>
                  <a:gd name="T55" fmla="*/ 66 h 120"/>
                  <a:gd name="T56" fmla="*/ 118 w 120"/>
                  <a:gd name="T57" fmla="*/ 61 h 120"/>
                  <a:gd name="T58" fmla="*/ 48 w 120"/>
                  <a:gd name="T59" fmla="*/ 40 h 120"/>
                  <a:gd name="T60" fmla="*/ 51 w 120"/>
                  <a:gd name="T61" fmla="*/ 14 h 120"/>
                  <a:gd name="T62" fmla="*/ 54 w 120"/>
                  <a:gd name="T63" fmla="*/ 11 h 120"/>
                  <a:gd name="T64" fmla="*/ 59 w 120"/>
                  <a:gd name="T65" fmla="*/ 11 h 120"/>
                  <a:gd name="T66" fmla="*/ 64 w 120"/>
                  <a:gd name="T67" fmla="*/ 16 h 120"/>
                  <a:gd name="T68" fmla="*/ 48 w 120"/>
                  <a:gd name="T69" fmla="*/ 40 h 120"/>
                  <a:gd name="T70" fmla="*/ 109 w 120"/>
                  <a:gd name="T71" fmla="*/ 66 h 120"/>
                  <a:gd name="T72" fmla="*/ 106 w 120"/>
                  <a:gd name="T73" fmla="*/ 69 h 120"/>
                  <a:gd name="T74" fmla="*/ 80 w 120"/>
                  <a:gd name="T75" fmla="*/ 72 h 120"/>
                  <a:gd name="T76" fmla="*/ 104 w 120"/>
                  <a:gd name="T77" fmla="*/ 56 h 120"/>
                  <a:gd name="T78" fmla="*/ 109 w 120"/>
                  <a:gd name="T79" fmla="*/ 62 h 120"/>
                  <a:gd name="T80" fmla="*/ 109 w 120"/>
                  <a:gd name="T81" fmla="*/ 66 h 1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20" h="120">
                    <a:moveTo>
                      <a:pt x="118" y="61"/>
                    </a:moveTo>
                    <a:cubicBezTo>
                      <a:pt x="111" y="54"/>
                      <a:pt x="111" y="54"/>
                      <a:pt x="111" y="54"/>
                    </a:cubicBezTo>
                    <a:cubicBezTo>
                      <a:pt x="110" y="53"/>
                      <a:pt x="110" y="51"/>
                      <a:pt x="111" y="49"/>
                    </a:cubicBezTo>
                    <a:cubicBezTo>
                      <a:pt x="73" y="11"/>
                      <a:pt x="73" y="11"/>
                      <a:pt x="73" y="11"/>
                    </a:cubicBezTo>
                    <a:cubicBezTo>
                      <a:pt x="72" y="10"/>
                      <a:pt x="70" y="10"/>
                      <a:pt x="69" y="11"/>
                    </a:cubicBezTo>
                    <a:cubicBezTo>
                      <a:pt x="59" y="2"/>
                      <a:pt x="59" y="2"/>
                      <a:pt x="59" y="2"/>
                    </a:cubicBezTo>
                    <a:cubicBezTo>
                      <a:pt x="58" y="0"/>
                      <a:pt x="56" y="0"/>
                      <a:pt x="54" y="2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33" y="23"/>
                      <a:pt x="43" y="54"/>
                      <a:pt x="47" y="66"/>
                    </a:cubicBezTo>
                    <a:cubicBezTo>
                      <a:pt x="32" y="81"/>
                      <a:pt x="32" y="81"/>
                      <a:pt x="32" y="81"/>
                    </a:cubicBezTo>
                    <a:cubicBezTo>
                      <a:pt x="32" y="81"/>
                      <a:pt x="25" y="75"/>
                      <a:pt x="18" y="72"/>
                    </a:cubicBezTo>
                    <a:cubicBezTo>
                      <a:pt x="17" y="72"/>
                      <a:pt x="16" y="72"/>
                      <a:pt x="15" y="73"/>
                    </a:cubicBezTo>
                    <a:cubicBezTo>
                      <a:pt x="14" y="74"/>
                      <a:pt x="14" y="74"/>
                      <a:pt x="14" y="74"/>
                    </a:cubicBezTo>
                    <a:cubicBezTo>
                      <a:pt x="13" y="76"/>
                      <a:pt x="11" y="76"/>
                      <a:pt x="10" y="74"/>
                    </a:cubicBezTo>
                    <a:cubicBezTo>
                      <a:pt x="8" y="73"/>
                      <a:pt x="7" y="73"/>
                      <a:pt x="5" y="74"/>
                    </a:cubicBezTo>
                    <a:cubicBezTo>
                      <a:pt x="1" y="78"/>
                      <a:pt x="1" y="78"/>
                      <a:pt x="1" y="78"/>
                    </a:cubicBezTo>
                    <a:cubicBezTo>
                      <a:pt x="0" y="80"/>
                      <a:pt x="0" y="81"/>
                      <a:pt x="1" y="83"/>
                    </a:cubicBezTo>
                    <a:cubicBezTo>
                      <a:pt x="37" y="119"/>
                      <a:pt x="37" y="119"/>
                      <a:pt x="37" y="119"/>
                    </a:cubicBezTo>
                    <a:cubicBezTo>
                      <a:pt x="39" y="120"/>
                      <a:pt x="41" y="120"/>
                      <a:pt x="42" y="119"/>
                    </a:cubicBezTo>
                    <a:cubicBezTo>
                      <a:pt x="46" y="115"/>
                      <a:pt x="46" y="115"/>
                      <a:pt x="46" y="115"/>
                    </a:cubicBezTo>
                    <a:cubicBezTo>
                      <a:pt x="47" y="114"/>
                      <a:pt x="47" y="112"/>
                      <a:pt x="46" y="110"/>
                    </a:cubicBezTo>
                    <a:cubicBezTo>
                      <a:pt x="45" y="109"/>
                      <a:pt x="45" y="108"/>
                      <a:pt x="46" y="106"/>
                    </a:cubicBezTo>
                    <a:cubicBezTo>
                      <a:pt x="47" y="105"/>
                      <a:pt x="47" y="105"/>
                      <a:pt x="47" y="105"/>
                    </a:cubicBezTo>
                    <a:cubicBezTo>
                      <a:pt x="48" y="104"/>
                      <a:pt x="48" y="103"/>
                      <a:pt x="48" y="102"/>
                    </a:cubicBezTo>
                    <a:cubicBezTo>
                      <a:pt x="45" y="95"/>
                      <a:pt x="39" y="88"/>
                      <a:pt x="39" y="88"/>
                    </a:cubicBezTo>
                    <a:cubicBezTo>
                      <a:pt x="54" y="73"/>
                      <a:pt x="54" y="73"/>
                      <a:pt x="54" y="73"/>
                    </a:cubicBezTo>
                    <a:cubicBezTo>
                      <a:pt x="66" y="78"/>
                      <a:pt x="97" y="87"/>
                      <a:pt x="110" y="75"/>
                    </a:cubicBezTo>
                    <a:cubicBezTo>
                      <a:pt x="118" y="66"/>
                      <a:pt x="118" y="66"/>
                      <a:pt x="118" y="66"/>
                    </a:cubicBezTo>
                    <a:cubicBezTo>
                      <a:pt x="120" y="65"/>
                      <a:pt x="120" y="62"/>
                      <a:pt x="118" y="61"/>
                    </a:cubicBezTo>
                    <a:close/>
                    <a:moveTo>
                      <a:pt x="48" y="40"/>
                    </a:moveTo>
                    <a:cubicBezTo>
                      <a:pt x="48" y="40"/>
                      <a:pt x="42" y="23"/>
                      <a:pt x="51" y="14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55" y="10"/>
                      <a:pt x="57" y="10"/>
                      <a:pt x="59" y="11"/>
                    </a:cubicBezTo>
                    <a:cubicBezTo>
                      <a:pt x="64" y="16"/>
                      <a:pt x="64" y="16"/>
                      <a:pt x="64" y="16"/>
                    </a:cubicBezTo>
                    <a:cubicBezTo>
                      <a:pt x="64" y="16"/>
                      <a:pt x="51" y="30"/>
                      <a:pt x="48" y="40"/>
                    </a:cubicBezTo>
                    <a:close/>
                    <a:moveTo>
                      <a:pt x="109" y="66"/>
                    </a:moveTo>
                    <a:cubicBezTo>
                      <a:pt x="106" y="69"/>
                      <a:pt x="106" y="69"/>
                      <a:pt x="106" y="69"/>
                    </a:cubicBezTo>
                    <a:cubicBezTo>
                      <a:pt x="97" y="79"/>
                      <a:pt x="80" y="72"/>
                      <a:pt x="80" y="72"/>
                    </a:cubicBezTo>
                    <a:cubicBezTo>
                      <a:pt x="90" y="69"/>
                      <a:pt x="104" y="56"/>
                      <a:pt x="104" y="56"/>
                    </a:cubicBezTo>
                    <a:cubicBezTo>
                      <a:pt x="109" y="62"/>
                      <a:pt x="109" y="62"/>
                      <a:pt x="109" y="62"/>
                    </a:cubicBezTo>
                    <a:cubicBezTo>
                      <a:pt x="111" y="63"/>
                      <a:pt x="111" y="65"/>
                      <a:pt x="109" y="66"/>
                    </a:cubicBezTo>
                    <a:close/>
                  </a:path>
                </a:pathLst>
              </a:custGeom>
              <a:solidFill>
                <a:srgbClr val="B5B5B5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  <p:grpSp>
          <p:nvGrpSpPr>
            <p:cNvPr id="31" name="Comp 31"/>
            <p:cNvGrpSpPr/>
            <p:nvPr/>
          </p:nvGrpSpPr>
          <p:grpSpPr>
            <a:xfrm>
              <a:off x="2135190" y="1790360"/>
              <a:ext cx="2344737" cy="1149948"/>
              <a:chOff x="611189" y="1790360"/>
              <a:chExt cx="2344737" cy="1149948"/>
            </a:xfrm>
          </p:grpSpPr>
          <p:sp>
            <p:nvSpPr>
              <p:cNvPr id="32" name="Comp 32"/>
              <p:cNvSpPr/>
              <p:nvPr/>
            </p:nvSpPr>
            <p:spPr bwMode="auto">
              <a:xfrm>
                <a:off x="766763" y="2123738"/>
                <a:ext cx="2189163" cy="238125"/>
              </a:xfrm>
              <a:custGeom>
                <a:avLst/>
                <a:gdLst>
                  <a:gd name="T0" fmla="*/ 0 w 1379"/>
                  <a:gd name="T1" fmla="*/ 0 h 150"/>
                  <a:gd name="T2" fmla="*/ 1229 w 1379"/>
                  <a:gd name="T3" fmla="*/ 0 h 150"/>
                  <a:gd name="T4" fmla="*/ 1379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0"/>
                    </a:moveTo>
                    <a:lnTo>
                      <a:pt x="1229" y="0"/>
                    </a:lnTo>
                    <a:lnTo>
                      <a:pt x="1379" y="150"/>
                    </a:lnTo>
                  </a:path>
                </a:pathLst>
              </a:custGeom>
              <a:noFill/>
              <a:ln w="3175" cap="flat">
                <a:solidFill>
                  <a:srgbClr val="A3CF62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3" name="Comp 33"/>
              <p:cNvSpPr txBox="1"/>
              <p:nvPr/>
            </p:nvSpPr>
            <p:spPr>
              <a:xfrm>
                <a:off x="611189" y="2222163"/>
                <a:ext cx="1775962" cy="71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000" dirty="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 dirty="0">
                    <a:solidFill>
                      <a:srgbClr val="85898F"/>
                    </a:solidFill>
                  </a:rPr>
                  <a:t>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000" dirty="0">
                    <a:solidFill>
                      <a:srgbClr val="85898F"/>
                    </a:solidFill>
                  </a:rPr>
                  <a:t> ligula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eget</a:t>
                </a:r>
                <a:r>
                  <a:rPr lang="en-US" sz="1000" dirty="0">
                    <a:solidFill>
                      <a:srgbClr val="85898F"/>
                    </a:solidFill>
                  </a:rPr>
                  <a:t> dolor.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 dirty="0">
                    <a:solidFill>
                      <a:srgbClr val="85898F"/>
                    </a:solidFill>
                  </a:rPr>
                  <a:t>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massa</a:t>
                </a:r>
                <a:r>
                  <a:rPr lang="en-US" sz="1000" dirty="0">
                    <a:solidFill>
                      <a:srgbClr val="85898F"/>
                    </a:solidFill>
                  </a:rPr>
                  <a:t>. Cum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sociis</a:t>
                </a:r>
                <a:r>
                  <a:rPr lang="en-US" sz="1000" dirty="0">
                    <a:solidFill>
                      <a:srgbClr val="85898F"/>
                    </a:solidFill>
                  </a:rPr>
                  <a:t>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000" dirty="0">
                    <a:solidFill>
                      <a:srgbClr val="85898F"/>
                    </a:solidFill>
                  </a:rPr>
                  <a:t>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000" dirty="0">
                    <a:solidFill>
                      <a:srgbClr val="85898F"/>
                    </a:solidFill>
                  </a:rPr>
                  <a:t> et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magnis</a:t>
                </a:r>
                <a:r>
                  <a:rPr lang="en-US" sz="1000" dirty="0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000" dirty="0" err="1">
                    <a:solidFill>
                      <a:srgbClr val="85898F"/>
                    </a:solidFill>
                  </a:rPr>
                  <a:t>montes</a:t>
                </a:r>
                <a:r>
                  <a:rPr lang="en-US" sz="1000" dirty="0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34" name="Comp 34"/>
              <p:cNvSpPr txBox="1"/>
              <p:nvPr/>
            </p:nvSpPr>
            <p:spPr>
              <a:xfrm>
                <a:off x="611189" y="1790360"/>
                <a:ext cx="177596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b="1" dirty="0">
                    <a:solidFill>
                      <a:srgbClr val="3D485D"/>
                    </a:solidFill>
                  </a:rPr>
                  <a:t>Strength</a:t>
                </a:r>
              </a:p>
            </p:txBody>
          </p:sp>
          <p:sp>
            <p:nvSpPr>
              <p:cNvPr id="35" name="Comp 35"/>
              <p:cNvSpPr>
                <a:spLocks noChangeShapeType="1"/>
              </p:cNvSpPr>
              <p:nvPr/>
            </p:nvSpPr>
            <p:spPr bwMode="auto">
              <a:xfrm flipH="1">
                <a:off x="621896" y="2123738"/>
                <a:ext cx="180975" cy="0"/>
              </a:xfrm>
              <a:prstGeom prst="line">
                <a:avLst/>
              </a:prstGeom>
              <a:noFill/>
              <a:ln w="25400" cap="rnd">
                <a:solidFill>
                  <a:srgbClr val="A3CF62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36" name="Comp 36"/>
            <p:cNvGrpSpPr/>
            <p:nvPr/>
          </p:nvGrpSpPr>
          <p:grpSpPr>
            <a:xfrm>
              <a:off x="7712077" y="1790360"/>
              <a:ext cx="2344737" cy="1149948"/>
              <a:chOff x="6188076" y="1790360"/>
              <a:chExt cx="2344737" cy="1149948"/>
            </a:xfrm>
          </p:grpSpPr>
          <p:sp>
            <p:nvSpPr>
              <p:cNvPr id="37" name="Comp 37"/>
              <p:cNvSpPr/>
              <p:nvPr/>
            </p:nvSpPr>
            <p:spPr bwMode="auto">
              <a:xfrm>
                <a:off x="6188076" y="2123738"/>
                <a:ext cx="2189163" cy="238125"/>
              </a:xfrm>
              <a:custGeom>
                <a:avLst/>
                <a:gdLst>
                  <a:gd name="T0" fmla="*/ 1379 w 1379"/>
                  <a:gd name="T1" fmla="*/ 0 h 150"/>
                  <a:gd name="T2" fmla="*/ 150 w 1379"/>
                  <a:gd name="T3" fmla="*/ 0 h 150"/>
                  <a:gd name="T4" fmla="*/ 0 w 1379"/>
                  <a:gd name="T5" fmla="*/ 15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0"/>
                    </a:moveTo>
                    <a:lnTo>
                      <a:pt x="150" y="0"/>
                    </a:lnTo>
                    <a:lnTo>
                      <a:pt x="0" y="150"/>
                    </a:lnTo>
                  </a:path>
                </a:pathLst>
              </a:custGeom>
              <a:noFill/>
              <a:ln w="3175" cap="flat">
                <a:solidFill>
                  <a:srgbClr val="B5B5B5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38" name="Comp 38"/>
              <p:cNvSpPr txBox="1"/>
              <p:nvPr/>
            </p:nvSpPr>
            <p:spPr>
              <a:xfrm flipH="1">
                <a:off x="6756851" y="2222163"/>
                <a:ext cx="1775962" cy="71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000">
                    <a:solidFill>
                      <a:srgbClr val="85898F"/>
                    </a:solidFill>
                  </a:rPr>
                  <a:t> ligula </a:t>
                </a:r>
                <a:r>
                  <a:rPr lang="en-US" sz="1000" err="1">
                    <a:solidFill>
                      <a:srgbClr val="85898F"/>
                    </a:solidFill>
                  </a:rPr>
                  <a:t>eget</a:t>
                </a:r>
                <a:r>
                  <a:rPr lang="en-US" sz="1000">
                    <a:solidFill>
                      <a:srgbClr val="85898F"/>
                    </a:solidFill>
                  </a:rPr>
                  <a:t> dolor. </a:t>
                </a: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massa</a:t>
                </a:r>
                <a:r>
                  <a:rPr lang="en-US" sz="1000">
                    <a:solidFill>
                      <a:srgbClr val="85898F"/>
                    </a:solidFill>
                  </a:rPr>
                  <a:t>. Cum </a:t>
                </a:r>
                <a:r>
                  <a:rPr lang="en-US" sz="1000" err="1">
                    <a:solidFill>
                      <a:srgbClr val="85898F"/>
                    </a:solidFill>
                  </a:rPr>
                  <a:t>sociis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000">
                    <a:solidFill>
                      <a:srgbClr val="85898F"/>
                    </a:solidFill>
                  </a:rPr>
                  <a:t> et </a:t>
                </a:r>
                <a:r>
                  <a:rPr lang="en-US" sz="1000" err="1">
                    <a:solidFill>
                      <a:srgbClr val="85898F"/>
                    </a:solidFill>
                  </a:rPr>
                  <a:t>magnis</a:t>
                </a:r>
                <a:r>
                  <a:rPr lang="en-US" sz="1000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000" err="1">
                    <a:solidFill>
                      <a:srgbClr val="85898F"/>
                    </a:solidFill>
                  </a:rPr>
                  <a:t>montes</a:t>
                </a:r>
                <a:r>
                  <a:rPr lang="en-US" sz="1000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39" name="Comp 39"/>
              <p:cNvSpPr txBox="1"/>
              <p:nvPr/>
            </p:nvSpPr>
            <p:spPr>
              <a:xfrm flipH="1">
                <a:off x="6756851" y="1790360"/>
                <a:ext cx="177596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600" b="1">
                    <a:solidFill>
                      <a:srgbClr val="3D485D"/>
                    </a:solidFill>
                  </a:rPr>
                  <a:t>Weakness</a:t>
                </a:r>
              </a:p>
            </p:txBody>
          </p:sp>
          <p:sp>
            <p:nvSpPr>
              <p:cNvPr id="40" name="Comp 40"/>
              <p:cNvSpPr>
                <a:spLocks noChangeShapeType="1"/>
              </p:cNvSpPr>
              <p:nvPr/>
            </p:nvSpPr>
            <p:spPr bwMode="auto">
              <a:xfrm>
                <a:off x="8341130" y="2123738"/>
                <a:ext cx="180975" cy="0"/>
              </a:xfrm>
              <a:prstGeom prst="line">
                <a:avLst/>
              </a:prstGeom>
              <a:noFill/>
              <a:ln w="25400" cap="rnd">
                <a:solidFill>
                  <a:srgbClr val="B5B5B5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1" name="Comp 41"/>
            <p:cNvGrpSpPr/>
            <p:nvPr/>
          </p:nvGrpSpPr>
          <p:grpSpPr>
            <a:xfrm>
              <a:off x="2135190" y="4975342"/>
              <a:ext cx="2344737" cy="1180460"/>
              <a:chOff x="611189" y="4975342"/>
              <a:chExt cx="2344737" cy="1180460"/>
            </a:xfrm>
          </p:grpSpPr>
          <p:sp>
            <p:nvSpPr>
              <p:cNvPr id="42" name="Comp 42"/>
              <p:cNvSpPr/>
              <p:nvPr/>
            </p:nvSpPr>
            <p:spPr bwMode="auto">
              <a:xfrm>
                <a:off x="766763" y="5575956"/>
                <a:ext cx="2189163" cy="238125"/>
              </a:xfrm>
              <a:custGeom>
                <a:avLst/>
                <a:gdLst>
                  <a:gd name="T0" fmla="*/ 0 w 1379"/>
                  <a:gd name="T1" fmla="*/ 150 h 150"/>
                  <a:gd name="T2" fmla="*/ 1229 w 1379"/>
                  <a:gd name="T3" fmla="*/ 150 h 150"/>
                  <a:gd name="T4" fmla="*/ 1379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0" y="150"/>
                    </a:moveTo>
                    <a:lnTo>
                      <a:pt x="1229" y="150"/>
                    </a:lnTo>
                    <a:lnTo>
                      <a:pt x="1379" y="0"/>
                    </a:lnTo>
                  </a:path>
                </a:pathLst>
              </a:custGeom>
              <a:noFill/>
              <a:ln w="3175" cap="flat">
                <a:solidFill>
                  <a:srgbClr val="5A6783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3" name="Comp 43"/>
              <p:cNvSpPr txBox="1"/>
              <p:nvPr/>
            </p:nvSpPr>
            <p:spPr>
              <a:xfrm>
                <a:off x="611189" y="4975342"/>
                <a:ext cx="1775962" cy="71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>
                  <a:lnSpc>
                    <a:spcPts val="1400"/>
                  </a:lnSpc>
                </a:pP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000">
                    <a:solidFill>
                      <a:srgbClr val="85898F"/>
                    </a:solidFill>
                  </a:rPr>
                  <a:t> ligula </a:t>
                </a:r>
                <a:r>
                  <a:rPr lang="en-US" sz="1000" err="1">
                    <a:solidFill>
                      <a:srgbClr val="85898F"/>
                    </a:solidFill>
                  </a:rPr>
                  <a:t>eget</a:t>
                </a:r>
                <a:r>
                  <a:rPr lang="en-US" sz="1000">
                    <a:solidFill>
                      <a:srgbClr val="85898F"/>
                    </a:solidFill>
                  </a:rPr>
                  <a:t> dolor. </a:t>
                </a: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massa</a:t>
                </a:r>
                <a:r>
                  <a:rPr lang="en-US" sz="1000">
                    <a:solidFill>
                      <a:srgbClr val="85898F"/>
                    </a:solidFill>
                  </a:rPr>
                  <a:t>. Cum </a:t>
                </a:r>
                <a:r>
                  <a:rPr lang="en-US" sz="1000" err="1">
                    <a:solidFill>
                      <a:srgbClr val="85898F"/>
                    </a:solidFill>
                  </a:rPr>
                  <a:t>sociis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000">
                    <a:solidFill>
                      <a:srgbClr val="85898F"/>
                    </a:solidFill>
                  </a:rPr>
                  <a:t> et </a:t>
                </a:r>
                <a:r>
                  <a:rPr lang="en-US" sz="1000" err="1">
                    <a:solidFill>
                      <a:srgbClr val="85898F"/>
                    </a:solidFill>
                  </a:rPr>
                  <a:t>magnis</a:t>
                </a:r>
                <a:r>
                  <a:rPr lang="en-US" sz="1000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000" err="1">
                    <a:solidFill>
                      <a:srgbClr val="85898F"/>
                    </a:solidFill>
                  </a:rPr>
                  <a:t>montes</a:t>
                </a:r>
                <a:r>
                  <a:rPr lang="en-US" sz="1000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44" name="Comp 44"/>
              <p:cNvSpPr txBox="1"/>
              <p:nvPr/>
            </p:nvSpPr>
            <p:spPr>
              <a:xfrm>
                <a:off x="611189" y="5909581"/>
                <a:ext cx="177596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600" b="1">
                    <a:solidFill>
                      <a:srgbClr val="3D485D"/>
                    </a:solidFill>
                  </a:rPr>
                  <a:t>Opportunity</a:t>
                </a:r>
              </a:p>
            </p:txBody>
          </p:sp>
          <p:sp>
            <p:nvSpPr>
              <p:cNvPr id="45" name="Comp 45"/>
              <p:cNvSpPr>
                <a:spLocks noChangeShapeType="1"/>
              </p:cNvSpPr>
              <p:nvPr/>
            </p:nvSpPr>
            <p:spPr bwMode="auto">
              <a:xfrm flipH="1">
                <a:off x="621896" y="5814081"/>
                <a:ext cx="180975" cy="0"/>
              </a:xfrm>
              <a:prstGeom prst="line">
                <a:avLst/>
              </a:prstGeom>
              <a:noFill/>
              <a:ln w="25400" cap="rnd">
                <a:solidFill>
                  <a:srgbClr val="5A6783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46" name="Comp 46"/>
            <p:cNvGrpSpPr/>
            <p:nvPr/>
          </p:nvGrpSpPr>
          <p:grpSpPr>
            <a:xfrm>
              <a:off x="7712077" y="4975342"/>
              <a:ext cx="2344737" cy="1180460"/>
              <a:chOff x="6188076" y="4975342"/>
              <a:chExt cx="2344737" cy="1180460"/>
            </a:xfrm>
          </p:grpSpPr>
          <p:sp>
            <p:nvSpPr>
              <p:cNvPr id="47" name="Comp 47"/>
              <p:cNvSpPr/>
              <p:nvPr/>
            </p:nvSpPr>
            <p:spPr bwMode="auto">
              <a:xfrm>
                <a:off x="6188076" y="5575956"/>
                <a:ext cx="2189163" cy="238125"/>
              </a:xfrm>
              <a:custGeom>
                <a:avLst/>
                <a:gdLst>
                  <a:gd name="T0" fmla="*/ 1379 w 1379"/>
                  <a:gd name="T1" fmla="*/ 150 h 150"/>
                  <a:gd name="T2" fmla="*/ 150 w 1379"/>
                  <a:gd name="T3" fmla="*/ 150 h 150"/>
                  <a:gd name="T4" fmla="*/ 0 w 1379"/>
                  <a:gd name="T5" fmla="*/ 0 h 1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79" h="150">
                    <a:moveTo>
                      <a:pt x="1379" y="150"/>
                    </a:moveTo>
                    <a:lnTo>
                      <a:pt x="150" y="150"/>
                    </a:lnTo>
                    <a:lnTo>
                      <a:pt x="0" y="0"/>
                    </a:lnTo>
                  </a:path>
                </a:pathLst>
              </a:custGeom>
              <a:noFill/>
              <a:ln w="3175" cap="flat">
                <a:solidFill>
                  <a:srgbClr val="B5B5B5"/>
                </a:solidFill>
                <a:prstDash val="sysDash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48" name="Comp 48"/>
              <p:cNvSpPr txBox="1"/>
              <p:nvPr/>
            </p:nvSpPr>
            <p:spPr>
              <a:xfrm flipH="1">
                <a:off x="6756851" y="4975342"/>
                <a:ext cx="1775962" cy="718145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>
                <a:spAutoFit/>
              </a:bodyPr>
              <a:lstStyle/>
              <a:p>
                <a:pPr algn="r">
                  <a:lnSpc>
                    <a:spcPts val="1400"/>
                  </a:lnSpc>
                </a:pP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commodo</a:t>
                </a:r>
                <a:r>
                  <a:rPr lang="en-US" sz="1000">
                    <a:solidFill>
                      <a:srgbClr val="85898F"/>
                    </a:solidFill>
                  </a:rPr>
                  <a:t> ligula </a:t>
                </a:r>
                <a:r>
                  <a:rPr lang="en-US" sz="1000" err="1">
                    <a:solidFill>
                      <a:srgbClr val="85898F"/>
                    </a:solidFill>
                  </a:rPr>
                  <a:t>eget</a:t>
                </a:r>
                <a:r>
                  <a:rPr lang="en-US" sz="1000">
                    <a:solidFill>
                      <a:srgbClr val="85898F"/>
                    </a:solidFill>
                  </a:rPr>
                  <a:t> dolor. </a:t>
                </a:r>
                <a:r>
                  <a:rPr lang="en-US" sz="1000" err="1">
                    <a:solidFill>
                      <a:srgbClr val="85898F"/>
                    </a:solidFill>
                  </a:rPr>
                  <a:t>Aenean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massa</a:t>
                </a:r>
                <a:r>
                  <a:rPr lang="en-US" sz="1000">
                    <a:solidFill>
                      <a:srgbClr val="85898F"/>
                    </a:solidFill>
                  </a:rPr>
                  <a:t>. Cum </a:t>
                </a:r>
                <a:r>
                  <a:rPr lang="en-US" sz="1000" err="1">
                    <a:solidFill>
                      <a:srgbClr val="85898F"/>
                    </a:solidFill>
                  </a:rPr>
                  <a:t>sociis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natoque</a:t>
                </a:r>
                <a:r>
                  <a:rPr lang="en-US" sz="1000">
                    <a:solidFill>
                      <a:srgbClr val="85898F"/>
                    </a:solidFill>
                  </a:rPr>
                  <a:t> </a:t>
                </a:r>
                <a:r>
                  <a:rPr lang="en-US" sz="1000" err="1">
                    <a:solidFill>
                      <a:srgbClr val="85898F"/>
                    </a:solidFill>
                  </a:rPr>
                  <a:t>penatibus</a:t>
                </a:r>
                <a:r>
                  <a:rPr lang="en-US" sz="1000">
                    <a:solidFill>
                      <a:srgbClr val="85898F"/>
                    </a:solidFill>
                  </a:rPr>
                  <a:t> et </a:t>
                </a:r>
                <a:r>
                  <a:rPr lang="en-US" sz="1000" err="1">
                    <a:solidFill>
                      <a:srgbClr val="85898F"/>
                    </a:solidFill>
                  </a:rPr>
                  <a:t>magnis</a:t>
                </a:r>
                <a:r>
                  <a:rPr lang="en-US" sz="1000">
                    <a:solidFill>
                      <a:srgbClr val="85898F"/>
                    </a:solidFill>
                  </a:rPr>
                  <a:t> dis parturient </a:t>
                </a:r>
                <a:r>
                  <a:rPr lang="en-US" sz="1000" err="1">
                    <a:solidFill>
                      <a:srgbClr val="85898F"/>
                    </a:solidFill>
                  </a:rPr>
                  <a:t>montes</a:t>
                </a:r>
                <a:r>
                  <a:rPr lang="en-US" sz="1000">
                    <a:solidFill>
                      <a:srgbClr val="85898F"/>
                    </a:solidFill>
                  </a:rPr>
                  <a:t>.</a:t>
                </a:r>
              </a:p>
            </p:txBody>
          </p:sp>
          <p:sp>
            <p:nvSpPr>
              <p:cNvPr id="49" name="Comp 49"/>
              <p:cNvSpPr txBox="1"/>
              <p:nvPr/>
            </p:nvSpPr>
            <p:spPr>
              <a:xfrm flipH="1">
                <a:off x="6756851" y="5909581"/>
                <a:ext cx="1775962" cy="24622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r"/>
                <a:r>
                  <a:rPr lang="en-US" sz="1600" b="1">
                    <a:solidFill>
                      <a:srgbClr val="3D485D"/>
                    </a:solidFill>
                  </a:rPr>
                  <a:t>Threat</a:t>
                </a:r>
              </a:p>
            </p:txBody>
          </p:sp>
          <p:sp>
            <p:nvSpPr>
              <p:cNvPr id="50" name="Comp 50"/>
              <p:cNvSpPr>
                <a:spLocks noChangeShapeType="1"/>
              </p:cNvSpPr>
              <p:nvPr/>
            </p:nvSpPr>
            <p:spPr bwMode="auto">
              <a:xfrm>
                <a:off x="8341130" y="5814081"/>
                <a:ext cx="180975" cy="0"/>
              </a:xfrm>
              <a:prstGeom prst="line">
                <a:avLst/>
              </a:prstGeom>
              <a:noFill/>
              <a:ln w="25400" cap="rnd">
                <a:solidFill>
                  <a:srgbClr val="B5B5B5"/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en-US"/>
              </a:p>
            </p:txBody>
          </p:sp>
        </p:grpSp>
        <p:grpSp>
          <p:nvGrpSpPr>
            <p:cNvPr id="51" name="Comp 51"/>
            <p:cNvGrpSpPr/>
            <p:nvPr/>
          </p:nvGrpSpPr>
          <p:grpSpPr>
            <a:xfrm rot="18900000">
              <a:off x="4596493" y="2706988"/>
              <a:ext cx="1298531" cy="827042"/>
              <a:chOff x="2925511" y="2634134"/>
              <a:chExt cx="1298531" cy="827042"/>
            </a:xfrm>
          </p:grpSpPr>
          <p:sp>
            <p:nvSpPr>
              <p:cNvPr id="52" name="Comp 52"/>
              <p:cNvSpPr txBox="1"/>
              <p:nvPr/>
            </p:nvSpPr>
            <p:spPr>
              <a:xfrm>
                <a:off x="2925511" y="3230344"/>
                <a:ext cx="129853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500" b="1" dirty="0">
                    <a:solidFill>
                      <a:srgbClr val="FFFFFF"/>
                    </a:solidFill>
                  </a:rPr>
                  <a:t>Strength</a:t>
                </a:r>
              </a:p>
            </p:txBody>
          </p:sp>
          <p:sp>
            <p:nvSpPr>
              <p:cNvPr id="53" name="Comp 53"/>
              <p:cNvSpPr txBox="1"/>
              <p:nvPr/>
            </p:nvSpPr>
            <p:spPr>
              <a:xfrm>
                <a:off x="2925511" y="2634134"/>
                <a:ext cx="1298531" cy="538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000" dirty="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 dirty="0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000" dirty="0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000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dirty="0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000" dirty="0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000" dirty="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 dirty="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dirty="0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000" dirty="0">
                    <a:solidFill>
                      <a:srgbClr val="FFFFFF"/>
                    </a:solidFill>
                  </a:rPr>
                  <a:t>.</a:t>
                </a:r>
                <a:endParaRPr lang="en-US" altLang="ko-KR" sz="1000" dirty="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4" name="Comp 54"/>
            <p:cNvGrpSpPr/>
            <p:nvPr/>
          </p:nvGrpSpPr>
          <p:grpSpPr>
            <a:xfrm rot="2700000">
              <a:off x="6295820" y="2706988"/>
              <a:ext cx="1298531" cy="827042"/>
              <a:chOff x="2925511" y="2634134"/>
              <a:chExt cx="1298531" cy="827042"/>
            </a:xfrm>
          </p:grpSpPr>
          <p:sp>
            <p:nvSpPr>
              <p:cNvPr id="55" name="Comp 55"/>
              <p:cNvSpPr txBox="1"/>
              <p:nvPr/>
            </p:nvSpPr>
            <p:spPr>
              <a:xfrm>
                <a:off x="2925511" y="3230344"/>
                <a:ext cx="129853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500" b="1">
                    <a:solidFill>
                      <a:srgbClr val="FFFFFF"/>
                    </a:solidFill>
                  </a:rPr>
                  <a:t>Weakness</a:t>
                </a:r>
              </a:p>
            </p:txBody>
          </p:sp>
          <p:sp>
            <p:nvSpPr>
              <p:cNvPr id="56" name="Comp 56"/>
              <p:cNvSpPr txBox="1"/>
              <p:nvPr/>
            </p:nvSpPr>
            <p:spPr>
              <a:xfrm>
                <a:off x="2925511" y="2634134"/>
                <a:ext cx="1298531" cy="538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.</a:t>
                </a:r>
                <a:endParaRPr lang="en-US" altLang="ko-KR" sz="1000">
                  <a:solidFill>
                    <a:srgbClr val="FFFFFF"/>
                  </a:solidFill>
                </a:endParaRPr>
              </a:p>
            </p:txBody>
          </p:sp>
        </p:grpSp>
        <p:grpSp>
          <p:nvGrpSpPr>
            <p:cNvPr id="57" name="Comp 57"/>
            <p:cNvGrpSpPr/>
            <p:nvPr/>
          </p:nvGrpSpPr>
          <p:grpSpPr>
            <a:xfrm rot="2700000">
              <a:off x="4596492" y="4384505"/>
              <a:ext cx="1298532" cy="849348"/>
              <a:chOff x="3299468" y="4340117"/>
              <a:chExt cx="1298532" cy="849348"/>
            </a:xfrm>
          </p:grpSpPr>
          <p:sp>
            <p:nvSpPr>
              <p:cNvPr id="58" name="Comp 58"/>
              <p:cNvSpPr txBox="1"/>
              <p:nvPr/>
            </p:nvSpPr>
            <p:spPr>
              <a:xfrm>
                <a:off x="3299468" y="4650856"/>
                <a:ext cx="1298531" cy="538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.</a:t>
                </a:r>
                <a:endParaRPr lang="en-US" altLang="ko-KR" sz="1000">
                  <a:solidFill>
                    <a:srgbClr val="FFFFFF"/>
                  </a:solidFill>
                </a:endParaRPr>
              </a:p>
            </p:txBody>
          </p:sp>
          <p:sp>
            <p:nvSpPr>
              <p:cNvPr id="59" name="Comp 59"/>
              <p:cNvSpPr txBox="1"/>
              <p:nvPr/>
            </p:nvSpPr>
            <p:spPr>
              <a:xfrm>
                <a:off x="3299469" y="4340117"/>
                <a:ext cx="129853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500" b="1">
                    <a:solidFill>
                      <a:srgbClr val="FFFFFF"/>
                    </a:solidFill>
                  </a:rPr>
                  <a:t>Opportunity</a:t>
                </a:r>
              </a:p>
            </p:txBody>
          </p:sp>
        </p:grpSp>
        <p:grpSp>
          <p:nvGrpSpPr>
            <p:cNvPr id="60" name="Comp 60"/>
            <p:cNvGrpSpPr/>
            <p:nvPr/>
          </p:nvGrpSpPr>
          <p:grpSpPr>
            <a:xfrm rot="18900000">
              <a:off x="6295818" y="4384506"/>
              <a:ext cx="1298532" cy="849348"/>
              <a:chOff x="3299468" y="4340117"/>
              <a:chExt cx="1298532" cy="849348"/>
            </a:xfrm>
          </p:grpSpPr>
          <p:sp>
            <p:nvSpPr>
              <p:cNvPr id="61" name="Comp 61"/>
              <p:cNvSpPr txBox="1"/>
              <p:nvPr/>
            </p:nvSpPr>
            <p:spPr>
              <a:xfrm>
                <a:off x="3299468" y="4650856"/>
                <a:ext cx="1298531" cy="5386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ts val="1400"/>
                  </a:lnSpc>
                </a:pP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commodo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ligula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eget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dolor.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Aenean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 </a:t>
                </a:r>
                <a:r>
                  <a:rPr lang="es-ES" altLang="ko-KR" sz="1000" err="1">
                    <a:solidFill>
                      <a:srgbClr val="FFFFFF"/>
                    </a:solidFill>
                  </a:rPr>
                  <a:t>massa</a:t>
                </a:r>
                <a:r>
                  <a:rPr lang="es-ES" altLang="ko-KR" sz="1000">
                    <a:solidFill>
                      <a:srgbClr val="FFFFFF"/>
                    </a:solidFill>
                  </a:rPr>
                  <a:t>.</a:t>
                </a:r>
                <a:endParaRPr lang="en-US" altLang="ko-KR" sz="1000">
                  <a:solidFill>
                    <a:srgbClr val="FFFFFF"/>
                  </a:solidFill>
                </a:endParaRPr>
              </a:p>
            </p:txBody>
          </p:sp>
          <p:sp>
            <p:nvSpPr>
              <p:cNvPr id="62" name="Comp 62"/>
              <p:cNvSpPr txBox="1"/>
              <p:nvPr/>
            </p:nvSpPr>
            <p:spPr>
              <a:xfrm>
                <a:off x="3299469" y="4340117"/>
                <a:ext cx="1298531" cy="2308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:r>
                  <a:rPr lang="en-US" sz="1500" b="1">
                    <a:solidFill>
                      <a:srgbClr val="FFFFFF"/>
                    </a:solidFill>
                  </a:rPr>
                  <a:t>Threat</a:t>
                </a:r>
              </a:p>
            </p:txBody>
          </p:sp>
        </p:grpSp>
        <p:sp>
          <p:nvSpPr>
            <p:cNvPr id="63" name="Comp 63"/>
            <p:cNvSpPr txBox="1"/>
            <p:nvPr/>
          </p:nvSpPr>
          <p:spPr>
            <a:xfrm>
              <a:off x="5513375" y="3473482"/>
              <a:ext cx="59918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85898F"/>
                  </a:solidFill>
                </a:rPr>
                <a:t>S</a:t>
              </a:r>
            </a:p>
          </p:txBody>
        </p:sp>
        <p:sp>
          <p:nvSpPr>
            <p:cNvPr id="64" name="Comp 64"/>
            <p:cNvSpPr txBox="1"/>
            <p:nvPr/>
          </p:nvSpPr>
          <p:spPr>
            <a:xfrm>
              <a:off x="5513375" y="4007557"/>
              <a:ext cx="59918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5A6783"/>
                  </a:solidFill>
                </a:rPr>
                <a:t>O</a:t>
              </a:r>
            </a:p>
          </p:txBody>
        </p:sp>
        <p:sp>
          <p:nvSpPr>
            <p:cNvPr id="65" name="Comp 65"/>
            <p:cNvSpPr txBox="1"/>
            <p:nvPr/>
          </p:nvSpPr>
          <p:spPr>
            <a:xfrm>
              <a:off x="6087910" y="3473482"/>
              <a:ext cx="59918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B5B5B5"/>
                  </a:solidFill>
                </a:rPr>
                <a:t>W</a:t>
              </a:r>
            </a:p>
          </p:txBody>
        </p:sp>
        <p:sp>
          <p:nvSpPr>
            <p:cNvPr id="66" name="Comp 66"/>
            <p:cNvSpPr txBox="1"/>
            <p:nvPr/>
          </p:nvSpPr>
          <p:spPr>
            <a:xfrm>
              <a:off x="6087910" y="4007557"/>
              <a:ext cx="599185" cy="46166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3000" b="1">
                  <a:solidFill>
                    <a:srgbClr val="B5B5B5"/>
                  </a:solidFill>
                </a:rPr>
                <a:t>T</a:t>
              </a:r>
            </a:p>
          </p:txBody>
        </p:sp>
        <p:grpSp>
          <p:nvGrpSpPr>
            <p:cNvPr id="67" name="Comp 67"/>
            <p:cNvGrpSpPr/>
            <p:nvPr/>
          </p:nvGrpSpPr>
          <p:grpSpPr>
            <a:xfrm>
              <a:off x="5667376" y="3540125"/>
              <a:ext cx="857250" cy="857250"/>
              <a:chOff x="4143376" y="3540125"/>
              <a:chExt cx="857250" cy="857250"/>
            </a:xfrm>
          </p:grpSpPr>
          <p:sp>
            <p:nvSpPr>
              <p:cNvPr id="68" name="Comp 68"/>
              <p:cNvSpPr>
                <a:spLocks noChangeShapeType="1"/>
              </p:cNvSpPr>
              <p:nvPr/>
            </p:nvSpPr>
            <p:spPr bwMode="auto">
              <a:xfrm>
                <a:off x="4143376" y="3968750"/>
                <a:ext cx="857250" cy="0"/>
              </a:xfrm>
              <a:prstGeom prst="line">
                <a:avLst/>
              </a:prstGeom>
              <a:noFill/>
              <a:ln w="3175" cap="flat">
                <a:solidFill>
                  <a:srgbClr val="85898F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  <p:sp>
            <p:nvSpPr>
              <p:cNvPr id="69" name="Comp 69"/>
              <p:cNvSpPr>
                <a:spLocks noChangeShapeType="1"/>
              </p:cNvSpPr>
              <p:nvPr/>
            </p:nvSpPr>
            <p:spPr bwMode="auto">
              <a:xfrm>
                <a:off x="4572001" y="3540125"/>
                <a:ext cx="0" cy="857250"/>
              </a:xfrm>
              <a:prstGeom prst="line">
                <a:avLst/>
              </a:prstGeom>
              <a:noFill/>
              <a:ln w="3175" cap="flat">
                <a:solidFill>
                  <a:srgbClr val="85898F">
                    <a:alpha val="50000"/>
                  </a:srgbClr>
                </a:solidFill>
                <a:prstDash val="solid"/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ko-KR" altLang="en-US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>
            <a:extLst>
              <a:ext uri="{FF2B5EF4-FFF2-40B4-BE49-F238E27FC236}">
                <a16:creationId xmlns:a16="http://schemas.microsoft.com/office/drawing/2014/main" id="{F27F984D-BCC7-4ADB-8EFA-EBCFDC3C4D36}"/>
              </a:ext>
            </a:extLst>
          </p:cNvPr>
          <p:cNvGrpSpPr/>
          <p:nvPr/>
        </p:nvGrpSpPr>
        <p:grpSpPr>
          <a:xfrm>
            <a:off x="4467672" y="2134922"/>
            <a:ext cx="3581042" cy="3663814"/>
            <a:chOff x="4305479" y="1685113"/>
            <a:chExt cx="3581042" cy="3663814"/>
          </a:xfrm>
        </p:grpSpPr>
        <p:grpSp>
          <p:nvGrpSpPr>
            <p:cNvPr id="3" name="Comp 3">
              <a:extLst>
                <a:ext uri="{FF2B5EF4-FFF2-40B4-BE49-F238E27FC236}">
                  <a16:creationId xmlns:a16="http://schemas.microsoft.com/office/drawing/2014/main" id="{638E3695-565A-4F0B-915E-7C04E0EDCAE2}"/>
                </a:ext>
              </a:extLst>
            </p:cNvPr>
            <p:cNvGrpSpPr/>
            <p:nvPr/>
          </p:nvGrpSpPr>
          <p:grpSpPr>
            <a:xfrm>
              <a:off x="5386693" y="1685113"/>
              <a:ext cx="1431802" cy="2532702"/>
              <a:chOff x="5386693" y="1685113"/>
              <a:chExt cx="1431802" cy="2532702"/>
            </a:xfrm>
          </p:grpSpPr>
          <p:sp>
            <p:nvSpPr>
              <p:cNvPr id="4" name="Comp 4">
                <a:extLst>
                  <a:ext uri="{FF2B5EF4-FFF2-40B4-BE49-F238E27FC236}">
                    <a16:creationId xmlns:a16="http://schemas.microsoft.com/office/drawing/2014/main" id="{8B0C8A37-735B-455A-AFBE-A5A0B9CE8DAD}"/>
                  </a:ext>
                </a:extLst>
              </p:cNvPr>
              <p:cNvSpPr txBox="1"/>
              <p:nvPr/>
            </p:nvSpPr>
            <p:spPr>
              <a:xfrm>
                <a:off x="5386693" y="1685113"/>
                <a:ext cx="1431802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74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BA74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" name="Comp 5">
                <a:extLst>
                  <a:ext uri="{FF2B5EF4-FFF2-40B4-BE49-F238E27FC236}">
                    <a16:creationId xmlns:a16="http://schemas.microsoft.com/office/drawing/2014/main" id="{1F4E38AB-580C-4A76-BF42-AF8E0E4FEDBD}"/>
                  </a:ext>
                </a:extLst>
              </p:cNvPr>
              <p:cNvSpPr txBox="1"/>
              <p:nvPr/>
            </p:nvSpPr>
            <p:spPr>
              <a:xfrm>
                <a:off x="5386693" y="2355767"/>
                <a:ext cx="1431802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FC4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FC4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" name="Comp 6">
                <a:extLst>
                  <a:ext uri="{FF2B5EF4-FFF2-40B4-BE49-F238E27FC236}">
                    <a16:creationId xmlns:a16="http://schemas.microsoft.com/office/drawing/2014/main" id="{AD5100CA-E23F-4310-B3EE-EEFBE22A47D0}"/>
                  </a:ext>
                </a:extLst>
              </p:cNvPr>
              <p:cNvSpPr txBox="1"/>
              <p:nvPr/>
            </p:nvSpPr>
            <p:spPr>
              <a:xfrm>
                <a:off x="5386693" y="234912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EC3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EC3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" name="Comp 7">
                <a:extLst>
                  <a:ext uri="{FF2B5EF4-FFF2-40B4-BE49-F238E27FC236}">
                    <a16:creationId xmlns:a16="http://schemas.microsoft.com/office/drawing/2014/main" id="{D8606268-234F-4F04-8B28-C8F151570033}"/>
                  </a:ext>
                </a:extLst>
              </p:cNvPr>
              <p:cNvSpPr txBox="1"/>
              <p:nvPr/>
            </p:nvSpPr>
            <p:spPr>
              <a:xfrm>
                <a:off x="5386693" y="234248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C2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DC2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" name="Comp 8">
                <a:extLst>
                  <a:ext uri="{FF2B5EF4-FFF2-40B4-BE49-F238E27FC236}">
                    <a16:creationId xmlns:a16="http://schemas.microsoft.com/office/drawing/2014/main" id="{77F968F8-975C-4E8B-A755-021B48744586}"/>
                  </a:ext>
                </a:extLst>
              </p:cNvPr>
              <p:cNvSpPr txBox="1"/>
              <p:nvPr/>
            </p:nvSpPr>
            <p:spPr>
              <a:xfrm>
                <a:off x="5386693" y="233584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DC1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DC1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" name="Comp 9">
                <a:extLst>
                  <a:ext uri="{FF2B5EF4-FFF2-40B4-BE49-F238E27FC236}">
                    <a16:creationId xmlns:a16="http://schemas.microsoft.com/office/drawing/2014/main" id="{50984EEF-CF4E-4886-BA11-AFA1CA76AA3D}"/>
                  </a:ext>
                </a:extLst>
              </p:cNvPr>
              <p:cNvSpPr txBox="1"/>
              <p:nvPr/>
            </p:nvSpPr>
            <p:spPr>
              <a:xfrm>
                <a:off x="5386693" y="232920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C0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CC0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" name="Comp 10">
                <a:extLst>
                  <a:ext uri="{FF2B5EF4-FFF2-40B4-BE49-F238E27FC236}">
                    <a16:creationId xmlns:a16="http://schemas.microsoft.com/office/drawing/2014/main" id="{FB3D8A0D-83EE-44B7-97B5-A9FC08A73EF7}"/>
                  </a:ext>
                </a:extLst>
              </p:cNvPr>
              <p:cNvSpPr txBox="1"/>
              <p:nvPr/>
            </p:nvSpPr>
            <p:spPr>
              <a:xfrm>
                <a:off x="5386693" y="232256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CC09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CC09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" name="Comp 11">
                <a:extLst>
                  <a:ext uri="{FF2B5EF4-FFF2-40B4-BE49-F238E27FC236}">
                    <a16:creationId xmlns:a16="http://schemas.microsoft.com/office/drawing/2014/main" id="{C336853F-5B63-4D26-9984-0259EC3A21EF}"/>
                  </a:ext>
                </a:extLst>
              </p:cNvPr>
              <p:cNvSpPr txBox="1"/>
              <p:nvPr/>
            </p:nvSpPr>
            <p:spPr>
              <a:xfrm>
                <a:off x="5386693" y="231592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BF9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BBF9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" name="Comp 12">
                <a:extLst>
                  <a:ext uri="{FF2B5EF4-FFF2-40B4-BE49-F238E27FC236}">
                    <a16:creationId xmlns:a16="http://schemas.microsoft.com/office/drawing/2014/main" id="{C93A6AB5-1EF8-41C6-A6D1-2584EFC9E447}"/>
                  </a:ext>
                </a:extLst>
              </p:cNvPr>
              <p:cNvSpPr txBox="1"/>
              <p:nvPr/>
            </p:nvSpPr>
            <p:spPr>
              <a:xfrm>
                <a:off x="5386693" y="230928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BBE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BBE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" name="Comp 13">
                <a:extLst>
                  <a:ext uri="{FF2B5EF4-FFF2-40B4-BE49-F238E27FC236}">
                    <a16:creationId xmlns:a16="http://schemas.microsoft.com/office/drawing/2014/main" id="{E208BD27-A694-4B17-9DBA-ABADC6760775}"/>
                  </a:ext>
                </a:extLst>
              </p:cNvPr>
              <p:cNvSpPr txBox="1"/>
              <p:nvPr/>
            </p:nvSpPr>
            <p:spPr>
              <a:xfrm>
                <a:off x="5386693" y="230264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BD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ABD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" name="Comp 14">
                <a:extLst>
                  <a:ext uri="{FF2B5EF4-FFF2-40B4-BE49-F238E27FC236}">
                    <a16:creationId xmlns:a16="http://schemas.microsoft.com/office/drawing/2014/main" id="{B4BEAAA1-B93A-489A-A85C-4C377D6EAB36}"/>
                  </a:ext>
                </a:extLst>
              </p:cNvPr>
              <p:cNvSpPr txBox="1"/>
              <p:nvPr/>
            </p:nvSpPr>
            <p:spPr>
              <a:xfrm>
                <a:off x="5386693" y="229600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ABC9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ABC9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" name="Comp 15">
                <a:extLst>
                  <a:ext uri="{FF2B5EF4-FFF2-40B4-BE49-F238E27FC236}">
                    <a16:creationId xmlns:a16="http://schemas.microsoft.com/office/drawing/2014/main" id="{2AAA7569-BDE1-4911-B383-FA1593F21C99}"/>
                  </a:ext>
                </a:extLst>
              </p:cNvPr>
              <p:cNvSpPr txBox="1"/>
              <p:nvPr/>
            </p:nvSpPr>
            <p:spPr>
              <a:xfrm>
                <a:off x="5386693" y="228936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BC9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9BC9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" name="Comp 16">
                <a:extLst>
                  <a:ext uri="{FF2B5EF4-FFF2-40B4-BE49-F238E27FC236}">
                    <a16:creationId xmlns:a16="http://schemas.microsoft.com/office/drawing/2014/main" id="{9B1FC621-D05B-4072-A783-4DBAB91DF355}"/>
                  </a:ext>
                </a:extLst>
              </p:cNvPr>
              <p:cNvSpPr txBox="1"/>
              <p:nvPr/>
            </p:nvSpPr>
            <p:spPr>
              <a:xfrm>
                <a:off x="5386693" y="228272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9BB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9BB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" name="Comp 17">
                <a:extLst>
                  <a:ext uri="{FF2B5EF4-FFF2-40B4-BE49-F238E27FC236}">
                    <a16:creationId xmlns:a16="http://schemas.microsoft.com/office/drawing/2014/main" id="{13274822-9CCE-45B7-8895-640D1E1058CE}"/>
                  </a:ext>
                </a:extLst>
              </p:cNvPr>
              <p:cNvSpPr txBox="1"/>
              <p:nvPr/>
            </p:nvSpPr>
            <p:spPr>
              <a:xfrm>
                <a:off x="5386693" y="227608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BA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8BA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" name="Comp 18">
                <a:extLst>
                  <a:ext uri="{FF2B5EF4-FFF2-40B4-BE49-F238E27FC236}">
                    <a16:creationId xmlns:a16="http://schemas.microsoft.com/office/drawing/2014/main" id="{D3973016-3829-4712-BEEE-BAA185718A19}"/>
                  </a:ext>
                </a:extLst>
              </p:cNvPr>
              <p:cNvSpPr txBox="1"/>
              <p:nvPr/>
            </p:nvSpPr>
            <p:spPr>
              <a:xfrm>
                <a:off x="5386693" y="226944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B9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8B9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" name="Comp 19">
                <a:extLst>
                  <a:ext uri="{FF2B5EF4-FFF2-40B4-BE49-F238E27FC236}">
                    <a16:creationId xmlns:a16="http://schemas.microsoft.com/office/drawing/2014/main" id="{85E4CD26-4513-426F-8D38-223A81005F82}"/>
                  </a:ext>
                </a:extLst>
              </p:cNvPr>
              <p:cNvSpPr txBox="1"/>
              <p:nvPr/>
            </p:nvSpPr>
            <p:spPr>
              <a:xfrm>
                <a:off x="5386693" y="226280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B8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7B8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" name="Comp 20">
                <a:extLst>
                  <a:ext uri="{FF2B5EF4-FFF2-40B4-BE49-F238E27FC236}">
                    <a16:creationId xmlns:a16="http://schemas.microsoft.com/office/drawing/2014/main" id="{C7F40164-FADC-4CEB-BB1E-1C55AD184147}"/>
                  </a:ext>
                </a:extLst>
              </p:cNvPr>
              <p:cNvSpPr txBox="1"/>
              <p:nvPr/>
            </p:nvSpPr>
            <p:spPr>
              <a:xfrm>
                <a:off x="5386693" y="225616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7B8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7B8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" name="Comp 21">
                <a:extLst>
                  <a:ext uri="{FF2B5EF4-FFF2-40B4-BE49-F238E27FC236}">
                    <a16:creationId xmlns:a16="http://schemas.microsoft.com/office/drawing/2014/main" id="{E132E8AB-67A7-470A-9C4D-F685A9D47A94}"/>
                  </a:ext>
                </a:extLst>
              </p:cNvPr>
              <p:cNvSpPr txBox="1"/>
              <p:nvPr/>
            </p:nvSpPr>
            <p:spPr>
              <a:xfrm>
                <a:off x="5386693" y="224952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B79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6B79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" name="Comp 22">
                <a:extLst>
                  <a:ext uri="{FF2B5EF4-FFF2-40B4-BE49-F238E27FC236}">
                    <a16:creationId xmlns:a16="http://schemas.microsoft.com/office/drawing/2014/main" id="{D4A305FC-9CFD-4D05-8C18-97E29BF6E872}"/>
                  </a:ext>
                </a:extLst>
              </p:cNvPr>
              <p:cNvSpPr txBox="1"/>
              <p:nvPr/>
            </p:nvSpPr>
            <p:spPr>
              <a:xfrm>
                <a:off x="5386693" y="224288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6B68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6B68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" name="Comp 23">
                <a:extLst>
                  <a:ext uri="{FF2B5EF4-FFF2-40B4-BE49-F238E27FC236}">
                    <a16:creationId xmlns:a16="http://schemas.microsoft.com/office/drawing/2014/main" id="{9BA66399-D083-4264-BC94-4E435020CCE1}"/>
                  </a:ext>
                </a:extLst>
              </p:cNvPr>
              <p:cNvSpPr txBox="1"/>
              <p:nvPr/>
            </p:nvSpPr>
            <p:spPr>
              <a:xfrm>
                <a:off x="5386693" y="223624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5B5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5B5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" name="Comp 24">
                <a:extLst>
                  <a:ext uri="{FF2B5EF4-FFF2-40B4-BE49-F238E27FC236}">
                    <a16:creationId xmlns:a16="http://schemas.microsoft.com/office/drawing/2014/main" id="{2974A026-4413-4C10-83A0-219899E1ACF4}"/>
                  </a:ext>
                </a:extLst>
              </p:cNvPr>
              <p:cNvSpPr txBox="1"/>
              <p:nvPr/>
            </p:nvSpPr>
            <p:spPr>
              <a:xfrm>
                <a:off x="5386693" y="222960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5B4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5B4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" name="Comp 25">
                <a:extLst>
                  <a:ext uri="{FF2B5EF4-FFF2-40B4-BE49-F238E27FC236}">
                    <a16:creationId xmlns:a16="http://schemas.microsoft.com/office/drawing/2014/main" id="{F8F8F4A7-B9DE-4818-BFA8-8E67AA50ECDC}"/>
                  </a:ext>
                </a:extLst>
              </p:cNvPr>
              <p:cNvSpPr txBox="1"/>
              <p:nvPr/>
            </p:nvSpPr>
            <p:spPr>
              <a:xfrm>
                <a:off x="5386693" y="222296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4B48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4B48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" name="Comp 26">
                <a:extLst>
                  <a:ext uri="{FF2B5EF4-FFF2-40B4-BE49-F238E27FC236}">
                    <a16:creationId xmlns:a16="http://schemas.microsoft.com/office/drawing/2014/main" id="{C9F76737-8223-46C2-8960-275AD98C36E6}"/>
                  </a:ext>
                </a:extLst>
              </p:cNvPr>
              <p:cNvSpPr txBox="1"/>
              <p:nvPr/>
            </p:nvSpPr>
            <p:spPr>
              <a:xfrm>
                <a:off x="5386693" y="221632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B38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3B38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" name="Comp 27">
                <a:extLst>
                  <a:ext uri="{FF2B5EF4-FFF2-40B4-BE49-F238E27FC236}">
                    <a16:creationId xmlns:a16="http://schemas.microsoft.com/office/drawing/2014/main" id="{AB39FAD2-68B1-4B1E-BB29-E06455A249E9}"/>
                  </a:ext>
                </a:extLst>
              </p:cNvPr>
              <p:cNvSpPr txBox="1"/>
              <p:nvPr/>
            </p:nvSpPr>
            <p:spPr>
              <a:xfrm>
                <a:off x="5386693" y="220968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B2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3B2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" name="Comp 28">
                <a:extLst>
                  <a:ext uri="{FF2B5EF4-FFF2-40B4-BE49-F238E27FC236}">
                    <a16:creationId xmlns:a16="http://schemas.microsoft.com/office/drawing/2014/main" id="{25C066B5-2A77-4C58-BA4B-8FD35948FD25}"/>
                  </a:ext>
                </a:extLst>
              </p:cNvPr>
              <p:cNvSpPr txBox="1"/>
              <p:nvPr/>
            </p:nvSpPr>
            <p:spPr>
              <a:xfrm>
                <a:off x="5386693" y="220304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B1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2B1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" name="Comp 29">
                <a:extLst>
                  <a:ext uri="{FF2B5EF4-FFF2-40B4-BE49-F238E27FC236}">
                    <a16:creationId xmlns:a16="http://schemas.microsoft.com/office/drawing/2014/main" id="{D9214E5E-DAD5-4E5F-8F8F-03FFE6806C9A}"/>
                  </a:ext>
                </a:extLst>
              </p:cNvPr>
              <p:cNvSpPr txBox="1"/>
              <p:nvPr/>
            </p:nvSpPr>
            <p:spPr>
              <a:xfrm>
                <a:off x="5386693" y="219640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B0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2B0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" name="Comp 30">
                <a:extLst>
                  <a:ext uri="{FF2B5EF4-FFF2-40B4-BE49-F238E27FC236}">
                    <a16:creationId xmlns:a16="http://schemas.microsoft.com/office/drawing/2014/main" id="{780EF083-1B7F-48C9-A9FA-9BBAA0AEC770}"/>
                  </a:ext>
                </a:extLst>
              </p:cNvPr>
              <p:cNvSpPr txBox="1"/>
              <p:nvPr/>
            </p:nvSpPr>
            <p:spPr>
              <a:xfrm>
                <a:off x="5386693" y="218976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B08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1B08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" name="Comp 31">
                <a:extLst>
                  <a:ext uri="{FF2B5EF4-FFF2-40B4-BE49-F238E27FC236}">
                    <a16:creationId xmlns:a16="http://schemas.microsoft.com/office/drawing/2014/main" id="{E5A7A77C-7A25-471C-82CB-9C81A7101771}"/>
                  </a:ext>
                </a:extLst>
              </p:cNvPr>
              <p:cNvSpPr txBox="1"/>
              <p:nvPr/>
            </p:nvSpPr>
            <p:spPr>
              <a:xfrm>
                <a:off x="5386693" y="218312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AF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1AF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" name="Comp 32">
                <a:extLst>
                  <a:ext uri="{FF2B5EF4-FFF2-40B4-BE49-F238E27FC236}">
                    <a16:creationId xmlns:a16="http://schemas.microsoft.com/office/drawing/2014/main" id="{18D87710-0F75-4765-963A-BD1EF37D727B}"/>
                  </a:ext>
                </a:extLst>
              </p:cNvPr>
              <p:cNvSpPr txBox="1"/>
              <p:nvPr/>
            </p:nvSpPr>
            <p:spPr>
              <a:xfrm>
                <a:off x="5386693" y="217648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AE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0AE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" name="Comp 33">
                <a:extLst>
                  <a:ext uri="{FF2B5EF4-FFF2-40B4-BE49-F238E27FC236}">
                    <a16:creationId xmlns:a16="http://schemas.microsoft.com/office/drawing/2014/main" id="{F8BF14B8-64FD-44F1-970E-B23907200A2B}"/>
                  </a:ext>
                </a:extLst>
              </p:cNvPr>
              <p:cNvSpPr txBox="1"/>
              <p:nvPr/>
            </p:nvSpPr>
            <p:spPr>
              <a:xfrm>
                <a:off x="5386693" y="216984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AD8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0AD8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" name="Comp 34">
                <a:extLst>
                  <a:ext uri="{FF2B5EF4-FFF2-40B4-BE49-F238E27FC236}">
                    <a16:creationId xmlns:a16="http://schemas.microsoft.com/office/drawing/2014/main" id="{8B0FC2D8-8B1C-4F2F-8D3E-259A1FAB5714}"/>
                  </a:ext>
                </a:extLst>
              </p:cNvPr>
              <p:cNvSpPr txBox="1"/>
              <p:nvPr/>
            </p:nvSpPr>
            <p:spPr>
              <a:xfrm>
                <a:off x="5386693" y="216320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AD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FAD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" name="Comp 35">
                <a:extLst>
                  <a:ext uri="{FF2B5EF4-FFF2-40B4-BE49-F238E27FC236}">
                    <a16:creationId xmlns:a16="http://schemas.microsoft.com/office/drawing/2014/main" id="{8988503D-BBCB-4B85-A91B-4D1E4734A166}"/>
                  </a:ext>
                </a:extLst>
              </p:cNvPr>
              <p:cNvSpPr txBox="1"/>
              <p:nvPr/>
            </p:nvSpPr>
            <p:spPr>
              <a:xfrm>
                <a:off x="5386693" y="215656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AC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FAC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" name="Comp 36">
                <a:extLst>
                  <a:ext uri="{FF2B5EF4-FFF2-40B4-BE49-F238E27FC236}">
                    <a16:creationId xmlns:a16="http://schemas.microsoft.com/office/drawing/2014/main" id="{233403DC-409F-4B63-9AE8-BF7FCCA4E5CE}"/>
                  </a:ext>
                </a:extLst>
              </p:cNvPr>
              <p:cNvSpPr txBox="1"/>
              <p:nvPr/>
            </p:nvSpPr>
            <p:spPr>
              <a:xfrm>
                <a:off x="5386693" y="214992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AB8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EAB8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" name="Comp 37">
                <a:extLst>
                  <a:ext uri="{FF2B5EF4-FFF2-40B4-BE49-F238E27FC236}">
                    <a16:creationId xmlns:a16="http://schemas.microsoft.com/office/drawing/2014/main" id="{A688FCA4-E9EB-49D4-9054-0992D068FF7E}"/>
                  </a:ext>
                </a:extLst>
              </p:cNvPr>
              <p:cNvSpPr txBox="1"/>
              <p:nvPr/>
            </p:nvSpPr>
            <p:spPr>
              <a:xfrm>
                <a:off x="5386693" y="214328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AA8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EAA8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" name="Comp 38">
                <a:extLst>
                  <a:ext uri="{FF2B5EF4-FFF2-40B4-BE49-F238E27FC236}">
                    <a16:creationId xmlns:a16="http://schemas.microsoft.com/office/drawing/2014/main" id="{9EAB1F2B-94C6-4F91-9F4F-A3043E7D9FDE}"/>
                  </a:ext>
                </a:extLst>
              </p:cNvPr>
              <p:cNvSpPr txBox="1"/>
              <p:nvPr/>
            </p:nvSpPr>
            <p:spPr>
              <a:xfrm>
                <a:off x="5386693" y="213664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A9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DA9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" name="Comp 39">
                <a:extLst>
                  <a:ext uri="{FF2B5EF4-FFF2-40B4-BE49-F238E27FC236}">
                    <a16:creationId xmlns:a16="http://schemas.microsoft.com/office/drawing/2014/main" id="{164212B2-ED79-4A26-B78D-D0C73D460F15}"/>
                  </a:ext>
                </a:extLst>
              </p:cNvPr>
              <p:cNvSpPr txBox="1"/>
              <p:nvPr/>
            </p:nvSpPr>
            <p:spPr>
              <a:xfrm>
                <a:off x="5386693" y="213000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A9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DA9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" name="Comp 40">
                <a:extLst>
                  <a:ext uri="{FF2B5EF4-FFF2-40B4-BE49-F238E27FC236}">
                    <a16:creationId xmlns:a16="http://schemas.microsoft.com/office/drawing/2014/main" id="{50BD0A43-A295-4CFD-B0E9-BF1B4D452938}"/>
                  </a:ext>
                </a:extLst>
              </p:cNvPr>
              <p:cNvSpPr txBox="1"/>
              <p:nvPr/>
            </p:nvSpPr>
            <p:spPr>
              <a:xfrm>
                <a:off x="5386693" y="212336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A8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CA8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" name="Comp 41">
                <a:extLst>
                  <a:ext uri="{FF2B5EF4-FFF2-40B4-BE49-F238E27FC236}">
                    <a16:creationId xmlns:a16="http://schemas.microsoft.com/office/drawing/2014/main" id="{263E7460-8BD6-44B7-8B8D-2BD8920FC055}"/>
                  </a:ext>
                </a:extLst>
              </p:cNvPr>
              <p:cNvSpPr txBox="1"/>
              <p:nvPr/>
            </p:nvSpPr>
            <p:spPr>
              <a:xfrm>
                <a:off x="5386693" y="211672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A78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CA78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2" name="Comp 42">
                <a:extLst>
                  <a:ext uri="{FF2B5EF4-FFF2-40B4-BE49-F238E27FC236}">
                    <a16:creationId xmlns:a16="http://schemas.microsoft.com/office/drawing/2014/main" id="{43B6D662-B626-416E-A9C5-BF7183A9D406}"/>
                  </a:ext>
                </a:extLst>
              </p:cNvPr>
              <p:cNvSpPr txBox="1"/>
              <p:nvPr/>
            </p:nvSpPr>
            <p:spPr>
              <a:xfrm>
                <a:off x="5386693" y="211008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A6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BA6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3" name="Comp 43">
                <a:extLst>
                  <a:ext uri="{FF2B5EF4-FFF2-40B4-BE49-F238E27FC236}">
                    <a16:creationId xmlns:a16="http://schemas.microsoft.com/office/drawing/2014/main" id="{5CB569FC-CB91-43F2-A661-62C52DD43E38}"/>
                  </a:ext>
                </a:extLst>
              </p:cNvPr>
              <p:cNvSpPr txBox="1"/>
              <p:nvPr/>
            </p:nvSpPr>
            <p:spPr>
              <a:xfrm>
                <a:off x="5386693" y="210344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A5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BA5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4" name="Comp 44">
                <a:extLst>
                  <a:ext uri="{FF2B5EF4-FFF2-40B4-BE49-F238E27FC236}">
                    <a16:creationId xmlns:a16="http://schemas.microsoft.com/office/drawing/2014/main" id="{AFC7454A-B582-4632-BAF0-F95857848EB0}"/>
                  </a:ext>
                </a:extLst>
              </p:cNvPr>
              <p:cNvSpPr txBox="1"/>
              <p:nvPr/>
            </p:nvSpPr>
            <p:spPr>
              <a:xfrm>
                <a:off x="5386693" y="209680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A57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AA57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5" name="Comp 45">
                <a:extLst>
                  <a:ext uri="{FF2B5EF4-FFF2-40B4-BE49-F238E27FC236}">
                    <a16:creationId xmlns:a16="http://schemas.microsoft.com/office/drawing/2014/main" id="{844B5521-F2A8-4251-A5BB-2E9E2A62E6FA}"/>
                  </a:ext>
                </a:extLst>
              </p:cNvPr>
              <p:cNvSpPr txBox="1"/>
              <p:nvPr/>
            </p:nvSpPr>
            <p:spPr>
              <a:xfrm>
                <a:off x="5386693" y="2090162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A47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AA47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6" name="Comp 46">
                <a:extLst>
                  <a:ext uri="{FF2B5EF4-FFF2-40B4-BE49-F238E27FC236}">
                    <a16:creationId xmlns:a16="http://schemas.microsoft.com/office/drawing/2014/main" id="{EF54CED1-075B-4FEF-8F96-E8EF51469DCF}"/>
                  </a:ext>
                </a:extLst>
              </p:cNvPr>
              <p:cNvSpPr txBox="1"/>
              <p:nvPr/>
            </p:nvSpPr>
            <p:spPr>
              <a:xfrm>
                <a:off x="5386693" y="208352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A3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9A3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7" name="Comp 47">
                <a:extLst>
                  <a:ext uri="{FF2B5EF4-FFF2-40B4-BE49-F238E27FC236}">
                    <a16:creationId xmlns:a16="http://schemas.microsoft.com/office/drawing/2014/main" id="{31689441-4E70-4FEC-B05B-134555BA19E9}"/>
                  </a:ext>
                </a:extLst>
              </p:cNvPr>
              <p:cNvSpPr txBox="1"/>
              <p:nvPr/>
            </p:nvSpPr>
            <p:spPr>
              <a:xfrm>
                <a:off x="5386693" y="207688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2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8A2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8" name="Comp 48">
                <a:extLst>
                  <a:ext uri="{FF2B5EF4-FFF2-40B4-BE49-F238E27FC236}">
                    <a16:creationId xmlns:a16="http://schemas.microsoft.com/office/drawing/2014/main" id="{E36B4333-DE3C-4E9F-8AF0-6D8FD90E8973}"/>
                  </a:ext>
                </a:extLst>
              </p:cNvPr>
              <p:cNvSpPr txBox="1"/>
              <p:nvPr/>
            </p:nvSpPr>
            <p:spPr>
              <a:xfrm>
                <a:off x="5386693" y="207024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A17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8A17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9" name="Comp 49">
                <a:extLst>
                  <a:ext uri="{FF2B5EF4-FFF2-40B4-BE49-F238E27FC236}">
                    <a16:creationId xmlns:a16="http://schemas.microsoft.com/office/drawing/2014/main" id="{97D07633-ED0E-4E55-80BB-73FFD4DADAF1}"/>
                  </a:ext>
                </a:extLst>
              </p:cNvPr>
              <p:cNvSpPr txBox="1"/>
              <p:nvPr/>
            </p:nvSpPr>
            <p:spPr>
              <a:xfrm>
                <a:off x="5386693" y="206360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A1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7A1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0" name="Comp 50">
                <a:extLst>
                  <a:ext uri="{FF2B5EF4-FFF2-40B4-BE49-F238E27FC236}">
                    <a16:creationId xmlns:a16="http://schemas.microsoft.com/office/drawing/2014/main" id="{496E377A-72F3-4273-BFC5-8E2DA820BDE5}"/>
                  </a:ext>
                </a:extLst>
              </p:cNvPr>
              <p:cNvSpPr txBox="1"/>
              <p:nvPr/>
            </p:nvSpPr>
            <p:spPr>
              <a:xfrm>
                <a:off x="5386693" y="205696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A0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7A0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1" name="Comp 51">
                <a:extLst>
                  <a:ext uri="{FF2B5EF4-FFF2-40B4-BE49-F238E27FC236}">
                    <a16:creationId xmlns:a16="http://schemas.microsoft.com/office/drawing/2014/main" id="{CEA92680-24B5-41BB-A72F-69D16401A9DE}"/>
                  </a:ext>
                </a:extLst>
              </p:cNvPr>
              <p:cNvSpPr txBox="1"/>
              <p:nvPr/>
            </p:nvSpPr>
            <p:spPr>
              <a:xfrm>
                <a:off x="5386693" y="2050321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9F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69F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2" name="Comp 52">
                <a:extLst>
                  <a:ext uri="{FF2B5EF4-FFF2-40B4-BE49-F238E27FC236}">
                    <a16:creationId xmlns:a16="http://schemas.microsoft.com/office/drawing/2014/main" id="{6031E901-427D-4A4F-A324-E64030CD9AB7}"/>
                  </a:ext>
                </a:extLst>
              </p:cNvPr>
              <p:cNvSpPr txBox="1"/>
              <p:nvPr/>
            </p:nvSpPr>
            <p:spPr>
              <a:xfrm>
                <a:off x="5386693" y="204368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9E7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69E7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3" name="Comp 53">
                <a:extLst>
                  <a:ext uri="{FF2B5EF4-FFF2-40B4-BE49-F238E27FC236}">
                    <a16:creationId xmlns:a16="http://schemas.microsoft.com/office/drawing/2014/main" id="{F9ADF67D-7A1D-4721-923C-02FE0836696A}"/>
                  </a:ext>
                </a:extLst>
              </p:cNvPr>
              <p:cNvSpPr txBox="1"/>
              <p:nvPr/>
            </p:nvSpPr>
            <p:spPr>
              <a:xfrm>
                <a:off x="5386693" y="203704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9D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59D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4" name="Comp 54">
                <a:extLst>
                  <a:ext uri="{FF2B5EF4-FFF2-40B4-BE49-F238E27FC236}">
                    <a16:creationId xmlns:a16="http://schemas.microsoft.com/office/drawing/2014/main" id="{D4C7C387-D698-4B9B-89B7-DE0858A45B8E}"/>
                  </a:ext>
                </a:extLst>
              </p:cNvPr>
              <p:cNvSpPr txBox="1"/>
              <p:nvPr/>
            </p:nvSpPr>
            <p:spPr>
              <a:xfrm>
                <a:off x="5386693" y="203040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9D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59D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5" name="Comp 55">
                <a:extLst>
                  <a:ext uri="{FF2B5EF4-FFF2-40B4-BE49-F238E27FC236}">
                    <a16:creationId xmlns:a16="http://schemas.microsoft.com/office/drawing/2014/main" id="{0E12D543-01AA-4504-9291-E53923B07C88}"/>
                  </a:ext>
                </a:extLst>
              </p:cNvPr>
              <p:cNvSpPr txBox="1"/>
              <p:nvPr/>
            </p:nvSpPr>
            <p:spPr>
              <a:xfrm>
                <a:off x="5386693" y="202376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9C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49C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6" name="Comp 56">
                <a:extLst>
                  <a:ext uri="{FF2B5EF4-FFF2-40B4-BE49-F238E27FC236}">
                    <a16:creationId xmlns:a16="http://schemas.microsoft.com/office/drawing/2014/main" id="{D6B2B3F1-5EB2-4BDE-B911-5F75487A9AEC}"/>
                  </a:ext>
                </a:extLst>
              </p:cNvPr>
              <p:cNvSpPr txBox="1"/>
              <p:nvPr/>
            </p:nvSpPr>
            <p:spPr>
              <a:xfrm>
                <a:off x="5386693" y="201712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9B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49B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7" name="Comp 57">
                <a:extLst>
                  <a:ext uri="{FF2B5EF4-FFF2-40B4-BE49-F238E27FC236}">
                    <a16:creationId xmlns:a16="http://schemas.microsoft.com/office/drawing/2014/main" id="{932BB352-B6B2-4E5C-B783-37CF92F2F35C}"/>
                  </a:ext>
                </a:extLst>
              </p:cNvPr>
              <p:cNvSpPr txBox="1"/>
              <p:nvPr/>
            </p:nvSpPr>
            <p:spPr>
              <a:xfrm>
                <a:off x="5386693" y="201048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9A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39A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8" name="Comp 58">
                <a:extLst>
                  <a:ext uri="{FF2B5EF4-FFF2-40B4-BE49-F238E27FC236}">
                    <a16:creationId xmlns:a16="http://schemas.microsoft.com/office/drawing/2014/main" id="{7DBB3166-385F-41DC-AC40-AB4F86F6C512}"/>
                  </a:ext>
                </a:extLst>
              </p:cNvPr>
              <p:cNvSpPr txBox="1"/>
              <p:nvPr/>
            </p:nvSpPr>
            <p:spPr>
              <a:xfrm>
                <a:off x="5386693" y="200384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9A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39A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59" name="Comp 59">
                <a:extLst>
                  <a:ext uri="{FF2B5EF4-FFF2-40B4-BE49-F238E27FC236}">
                    <a16:creationId xmlns:a16="http://schemas.microsoft.com/office/drawing/2014/main" id="{764CE186-53BC-4DEB-B3A1-234A11F320D5}"/>
                  </a:ext>
                </a:extLst>
              </p:cNvPr>
              <p:cNvSpPr txBox="1"/>
              <p:nvPr/>
            </p:nvSpPr>
            <p:spPr>
              <a:xfrm>
                <a:off x="5386693" y="199720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99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299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0" name="Comp 60">
                <a:extLst>
                  <a:ext uri="{FF2B5EF4-FFF2-40B4-BE49-F238E27FC236}">
                    <a16:creationId xmlns:a16="http://schemas.microsoft.com/office/drawing/2014/main" id="{A38355C9-366E-4C27-B617-94AAF3C84A17}"/>
                  </a:ext>
                </a:extLst>
              </p:cNvPr>
              <p:cNvSpPr txBox="1"/>
              <p:nvPr/>
            </p:nvSpPr>
            <p:spPr>
              <a:xfrm>
                <a:off x="5386693" y="1990560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98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298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1" name="Comp 61">
                <a:extLst>
                  <a:ext uri="{FF2B5EF4-FFF2-40B4-BE49-F238E27FC236}">
                    <a16:creationId xmlns:a16="http://schemas.microsoft.com/office/drawing/2014/main" id="{AAA5EF77-1FBA-4A1A-80CA-6D068491AFB2}"/>
                  </a:ext>
                </a:extLst>
              </p:cNvPr>
              <p:cNvSpPr txBox="1"/>
              <p:nvPr/>
            </p:nvSpPr>
            <p:spPr>
              <a:xfrm>
                <a:off x="5386693" y="198391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97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197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2" name="Comp 62">
                <a:extLst>
                  <a:ext uri="{FF2B5EF4-FFF2-40B4-BE49-F238E27FC236}">
                    <a16:creationId xmlns:a16="http://schemas.microsoft.com/office/drawing/2014/main" id="{025C7884-7ADA-4808-8F9C-D20A55E9B912}"/>
                  </a:ext>
                </a:extLst>
              </p:cNvPr>
              <p:cNvSpPr txBox="1"/>
              <p:nvPr/>
            </p:nvSpPr>
            <p:spPr>
              <a:xfrm>
                <a:off x="5386693" y="197727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96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196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3" name="Comp 63">
                <a:extLst>
                  <a:ext uri="{FF2B5EF4-FFF2-40B4-BE49-F238E27FC236}">
                    <a16:creationId xmlns:a16="http://schemas.microsoft.com/office/drawing/2014/main" id="{85A44C19-6619-48DD-BBF4-9D5481714E2F}"/>
                  </a:ext>
                </a:extLst>
              </p:cNvPr>
              <p:cNvSpPr txBox="1"/>
              <p:nvPr/>
            </p:nvSpPr>
            <p:spPr>
              <a:xfrm>
                <a:off x="5386693" y="197063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96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096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4" name="Comp 64">
                <a:extLst>
                  <a:ext uri="{FF2B5EF4-FFF2-40B4-BE49-F238E27FC236}">
                    <a16:creationId xmlns:a16="http://schemas.microsoft.com/office/drawing/2014/main" id="{9327F14E-CBFB-4F89-9ACF-835F18F41CFC}"/>
                  </a:ext>
                </a:extLst>
              </p:cNvPr>
              <p:cNvSpPr txBox="1"/>
              <p:nvPr/>
            </p:nvSpPr>
            <p:spPr>
              <a:xfrm>
                <a:off x="5386693" y="196399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95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095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5" name="Comp 65">
                <a:extLst>
                  <a:ext uri="{FF2B5EF4-FFF2-40B4-BE49-F238E27FC236}">
                    <a16:creationId xmlns:a16="http://schemas.microsoft.com/office/drawing/2014/main" id="{92C14C77-D318-4825-A7E2-E044D80B8978}"/>
                  </a:ext>
                </a:extLst>
              </p:cNvPr>
              <p:cNvSpPr txBox="1"/>
              <p:nvPr/>
            </p:nvSpPr>
            <p:spPr>
              <a:xfrm>
                <a:off x="5386693" y="195735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94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F94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6" name="Comp 66">
                <a:extLst>
                  <a:ext uri="{FF2B5EF4-FFF2-40B4-BE49-F238E27FC236}">
                    <a16:creationId xmlns:a16="http://schemas.microsoft.com/office/drawing/2014/main" id="{B3AD6B89-FFAD-49B7-A8A6-EDA3FDFF99F6}"/>
                  </a:ext>
                </a:extLst>
              </p:cNvPr>
              <p:cNvSpPr txBox="1"/>
              <p:nvPr/>
            </p:nvSpPr>
            <p:spPr>
              <a:xfrm>
                <a:off x="5386693" y="1950719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93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E93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7" name="Comp 67">
                <a:extLst>
                  <a:ext uri="{FF2B5EF4-FFF2-40B4-BE49-F238E27FC236}">
                    <a16:creationId xmlns:a16="http://schemas.microsoft.com/office/drawing/2014/main" id="{FD8551A5-E505-4074-8754-AC1483CF8F69}"/>
                  </a:ext>
                </a:extLst>
              </p:cNvPr>
              <p:cNvSpPr txBox="1"/>
              <p:nvPr/>
            </p:nvSpPr>
            <p:spPr>
              <a:xfrm>
                <a:off x="5386693" y="194407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92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E92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8" name="Comp 68">
                <a:extLst>
                  <a:ext uri="{FF2B5EF4-FFF2-40B4-BE49-F238E27FC236}">
                    <a16:creationId xmlns:a16="http://schemas.microsoft.com/office/drawing/2014/main" id="{F4C967C7-73E0-44C6-9DBE-12C31C58A75C}"/>
                  </a:ext>
                </a:extLst>
              </p:cNvPr>
              <p:cNvSpPr txBox="1"/>
              <p:nvPr/>
            </p:nvSpPr>
            <p:spPr>
              <a:xfrm>
                <a:off x="5386693" y="193743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92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D92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69" name="Comp 69">
                <a:extLst>
                  <a:ext uri="{FF2B5EF4-FFF2-40B4-BE49-F238E27FC236}">
                    <a16:creationId xmlns:a16="http://schemas.microsoft.com/office/drawing/2014/main" id="{8E6CDD94-6975-4FC7-ACF7-ADBE4AAEBB46}"/>
                  </a:ext>
                </a:extLst>
              </p:cNvPr>
              <p:cNvSpPr txBox="1"/>
              <p:nvPr/>
            </p:nvSpPr>
            <p:spPr>
              <a:xfrm>
                <a:off x="5386693" y="193079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91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D91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0" name="Comp 70">
                <a:extLst>
                  <a:ext uri="{FF2B5EF4-FFF2-40B4-BE49-F238E27FC236}">
                    <a16:creationId xmlns:a16="http://schemas.microsoft.com/office/drawing/2014/main" id="{44EA561E-8388-402F-8768-AD1871349174}"/>
                  </a:ext>
                </a:extLst>
              </p:cNvPr>
              <p:cNvSpPr txBox="1"/>
              <p:nvPr/>
            </p:nvSpPr>
            <p:spPr>
              <a:xfrm>
                <a:off x="5386693" y="192415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90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C90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1" name="Comp 71">
                <a:extLst>
                  <a:ext uri="{FF2B5EF4-FFF2-40B4-BE49-F238E27FC236}">
                    <a16:creationId xmlns:a16="http://schemas.microsoft.com/office/drawing/2014/main" id="{5B436B7C-4D8F-4CAB-B5DC-83DAAE97FC22}"/>
                  </a:ext>
                </a:extLst>
              </p:cNvPr>
              <p:cNvSpPr txBox="1"/>
              <p:nvPr/>
            </p:nvSpPr>
            <p:spPr>
              <a:xfrm>
                <a:off x="5386693" y="191751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8F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C8F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2" name="Comp 72">
                <a:extLst>
                  <a:ext uri="{FF2B5EF4-FFF2-40B4-BE49-F238E27FC236}">
                    <a16:creationId xmlns:a16="http://schemas.microsoft.com/office/drawing/2014/main" id="{1213991A-5EFA-4EA5-8705-6F339F6CA180}"/>
                  </a:ext>
                </a:extLst>
              </p:cNvPr>
              <p:cNvSpPr txBox="1"/>
              <p:nvPr/>
            </p:nvSpPr>
            <p:spPr>
              <a:xfrm>
                <a:off x="5386693" y="191087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8E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B8E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3" name="Comp 73">
                <a:extLst>
                  <a:ext uri="{FF2B5EF4-FFF2-40B4-BE49-F238E27FC236}">
                    <a16:creationId xmlns:a16="http://schemas.microsoft.com/office/drawing/2014/main" id="{66DD9511-15F3-43DF-8823-AF6CE54DA21D}"/>
                  </a:ext>
                </a:extLst>
              </p:cNvPr>
              <p:cNvSpPr txBox="1"/>
              <p:nvPr/>
            </p:nvSpPr>
            <p:spPr>
              <a:xfrm>
                <a:off x="5386693" y="190423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8E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B8E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4" name="Comp 74">
                <a:extLst>
                  <a:ext uri="{FF2B5EF4-FFF2-40B4-BE49-F238E27FC236}">
                    <a16:creationId xmlns:a16="http://schemas.microsoft.com/office/drawing/2014/main" id="{099407BE-D4C1-484C-B819-C2D03D9DD10A}"/>
                  </a:ext>
                </a:extLst>
              </p:cNvPr>
              <p:cNvSpPr txBox="1"/>
              <p:nvPr/>
            </p:nvSpPr>
            <p:spPr>
              <a:xfrm>
                <a:off x="5386693" y="1897598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8D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A8D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5" name="Comp 75">
                <a:extLst>
                  <a:ext uri="{FF2B5EF4-FFF2-40B4-BE49-F238E27FC236}">
                    <a16:creationId xmlns:a16="http://schemas.microsoft.com/office/drawing/2014/main" id="{4E922593-8AD5-4874-BA3B-8E316EC46AD4}"/>
                  </a:ext>
                </a:extLst>
              </p:cNvPr>
              <p:cNvSpPr txBox="1"/>
              <p:nvPr/>
            </p:nvSpPr>
            <p:spPr>
              <a:xfrm>
                <a:off x="5386693" y="189095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8C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A8C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6" name="Comp 76">
                <a:extLst>
                  <a:ext uri="{FF2B5EF4-FFF2-40B4-BE49-F238E27FC236}">
                    <a16:creationId xmlns:a16="http://schemas.microsoft.com/office/drawing/2014/main" id="{2AD4244F-15E1-48E6-AA02-277064422D08}"/>
                  </a:ext>
                </a:extLst>
              </p:cNvPr>
              <p:cNvSpPr txBox="1"/>
              <p:nvPr/>
            </p:nvSpPr>
            <p:spPr>
              <a:xfrm>
                <a:off x="5386693" y="188431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8B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98B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7" name="Comp 77">
                <a:extLst>
                  <a:ext uri="{FF2B5EF4-FFF2-40B4-BE49-F238E27FC236}">
                    <a16:creationId xmlns:a16="http://schemas.microsoft.com/office/drawing/2014/main" id="{2880953D-7742-4CBC-89FA-350E85663B78}"/>
                  </a:ext>
                </a:extLst>
              </p:cNvPr>
              <p:cNvSpPr txBox="1"/>
              <p:nvPr/>
            </p:nvSpPr>
            <p:spPr>
              <a:xfrm>
                <a:off x="5386693" y="187767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8A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98A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8" name="Comp 78">
                <a:extLst>
                  <a:ext uri="{FF2B5EF4-FFF2-40B4-BE49-F238E27FC236}">
                    <a16:creationId xmlns:a16="http://schemas.microsoft.com/office/drawing/2014/main" id="{B9BCEB88-4AD5-418F-AAE8-7619F5ADA195}"/>
                  </a:ext>
                </a:extLst>
              </p:cNvPr>
              <p:cNvSpPr txBox="1"/>
              <p:nvPr/>
            </p:nvSpPr>
            <p:spPr>
              <a:xfrm>
                <a:off x="5386693" y="187103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8A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88A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79" name="Comp 79">
                <a:extLst>
                  <a:ext uri="{FF2B5EF4-FFF2-40B4-BE49-F238E27FC236}">
                    <a16:creationId xmlns:a16="http://schemas.microsoft.com/office/drawing/2014/main" id="{1DD13CBA-E632-4EB7-97BF-55023258DB80}"/>
                  </a:ext>
                </a:extLst>
              </p:cNvPr>
              <p:cNvSpPr txBox="1"/>
              <p:nvPr/>
            </p:nvSpPr>
            <p:spPr>
              <a:xfrm>
                <a:off x="5386693" y="186439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89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889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0" name="Comp 80">
                <a:extLst>
                  <a:ext uri="{FF2B5EF4-FFF2-40B4-BE49-F238E27FC236}">
                    <a16:creationId xmlns:a16="http://schemas.microsoft.com/office/drawing/2014/main" id="{CFAD0665-7FD4-40F0-BC86-9A171C992052}"/>
                  </a:ext>
                </a:extLst>
              </p:cNvPr>
              <p:cNvSpPr txBox="1"/>
              <p:nvPr/>
            </p:nvSpPr>
            <p:spPr>
              <a:xfrm>
                <a:off x="5386693" y="1857757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88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788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1" name="Comp 81">
                <a:extLst>
                  <a:ext uri="{FF2B5EF4-FFF2-40B4-BE49-F238E27FC236}">
                    <a16:creationId xmlns:a16="http://schemas.microsoft.com/office/drawing/2014/main" id="{70F31BCB-242E-44BA-990D-322F144FA26A}"/>
                  </a:ext>
                </a:extLst>
              </p:cNvPr>
              <p:cNvSpPr txBox="1"/>
              <p:nvPr/>
            </p:nvSpPr>
            <p:spPr>
              <a:xfrm>
                <a:off x="5386693" y="185111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87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787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2" name="Comp 82">
                <a:extLst>
                  <a:ext uri="{FF2B5EF4-FFF2-40B4-BE49-F238E27FC236}">
                    <a16:creationId xmlns:a16="http://schemas.microsoft.com/office/drawing/2014/main" id="{CB64539C-71AF-48F4-9EFF-988156CF3157}"/>
                  </a:ext>
                </a:extLst>
              </p:cNvPr>
              <p:cNvSpPr txBox="1"/>
              <p:nvPr/>
            </p:nvSpPr>
            <p:spPr>
              <a:xfrm>
                <a:off x="5386693" y="184447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87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687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3" name="Comp 83">
                <a:extLst>
                  <a:ext uri="{FF2B5EF4-FFF2-40B4-BE49-F238E27FC236}">
                    <a16:creationId xmlns:a16="http://schemas.microsoft.com/office/drawing/2014/main" id="{B31D67FC-A4BE-44EC-A77C-129ECF9D8E8E}"/>
                  </a:ext>
                </a:extLst>
              </p:cNvPr>
              <p:cNvSpPr txBox="1"/>
              <p:nvPr/>
            </p:nvSpPr>
            <p:spPr>
              <a:xfrm>
                <a:off x="5386693" y="183783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86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686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4" name="Comp 84">
                <a:extLst>
                  <a:ext uri="{FF2B5EF4-FFF2-40B4-BE49-F238E27FC236}">
                    <a16:creationId xmlns:a16="http://schemas.microsoft.com/office/drawing/2014/main" id="{5B509B27-5552-4FD4-8336-4C13CE2A7ABA}"/>
                  </a:ext>
                </a:extLst>
              </p:cNvPr>
              <p:cNvSpPr txBox="1"/>
              <p:nvPr/>
            </p:nvSpPr>
            <p:spPr>
              <a:xfrm>
                <a:off x="5386693" y="183119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85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585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5" name="Comp 85">
                <a:extLst>
                  <a:ext uri="{FF2B5EF4-FFF2-40B4-BE49-F238E27FC236}">
                    <a16:creationId xmlns:a16="http://schemas.microsoft.com/office/drawing/2014/main" id="{6C4BBA51-B22B-4924-9AE1-F160FB53694C}"/>
                  </a:ext>
                </a:extLst>
              </p:cNvPr>
              <p:cNvSpPr txBox="1"/>
              <p:nvPr/>
            </p:nvSpPr>
            <p:spPr>
              <a:xfrm>
                <a:off x="5386693" y="182455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84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584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6" name="Comp 86">
                <a:extLst>
                  <a:ext uri="{FF2B5EF4-FFF2-40B4-BE49-F238E27FC236}">
                    <a16:creationId xmlns:a16="http://schemas.microsoft.com/office/drawing/2014/main" id="{130C3C5D-8F90-438D-B9A7-3B360DF5DF7C}"/>
                  </a:ext>
                </a:extLst>
              </p:cNvPr>
              <p:cNvSpPr txBox="1"/>
              <p:nvPr/>
            </p:nvSpPr>
            <p:spPr>
              <a:xfrm>
                <a:off x="5386693" y="181791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83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483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7" name="Comp 87">
                <a:extLst>
                  <a:ext uri="{FF2B5EF4-FFF2-40B4-BE49-F238E27FC236}">
                    <a16:creationId xmlns:a16="http://schemas.microsoft.com/office/drawing/2014/main" id="{46C3A657-8C53-4841-82C5-2A992D23D2C2}"/>
                  </a:ext>
                </a:extLst>
              </p:cNvPr>
              <p:cNvSpPr txBox="1"/>
              <p:nvPr/>
            </p:nvSpPr>
            <p:spPr>
              <a:xfrm>
                <a:off x="5386693" y="181127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83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383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8" name="Comp 88">
                <a:extLst>
                  <a:ext uri="{FF2B5EF4-FFF2-40B4-BE49-F238E27FC236}">
                    <a16:creationId xmlns:a16="http://schemas.microsoft.com/office/drawing/2014/main" id="{9302F0C1-8E4E-43B9-A9D3-3D8B1D1E8EFC}"/>
                  </a:ext>
                </a:extLst>
              </p:cNvPr>
              <p:cNvSpPr txBox="1"/>
              <p:nvPr/>
            </p:nvSpPr>
            <p:spPr>
              <a:xfrm>
                <a:off x="5386693" y="1804636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82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382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89" name="Comp 89">
                <a:extLst>
                  <a:ext uri="{FF2B5EF4-FFF2-40B4-BE49-F238E27FC236}">
                    <a16:creationId xmlns:a16="http://schemas.microsoft.com/office/drawing/2014/main" id="{B4B110FD-972E-41BA-A52B-52303D7C24B2}"/>
                  </a:ext>
                </a:extLst>
              </p:cNvPr>
              <p:cNvSpPr txBox="1"/>
              <p:nvPr/>
            </p:nvSpPr>
            <p:spPr>
              <a:xfrm>
                <a:off x="5386693" y="179799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81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281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0" name="Comp 90">
                <a:extLst>
                  <a:ext uri="{FF2B5EF4-FFF2-40B4-BE49-F238E27FC236}">
                    <a16:creationId xmlns:a16="http://schemas.microsoft.com/office/drawing/2014/main" id="{3A9908A1-D024-4CC3-88AE-765D4814A037}"/>
                  </a:ext>
                </a:extLst>
              </p:cNvPr>
              <p:cNvSpPr txBox="1"/>
              <p:nvPr/>
            </p:nvSpPr>
            <p:spPr>
              <a:xfrm>
                <a:off x="5386693" y="179135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80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280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1" name="Comp 91">
                <a:extLst>
                  <a:ext uri="{FF2B5EF4-FFF2-40B4-BE49-F238E27FC236}">
                    <a16:creationId xmlns:a16="http://schemas.microsoft.com/office/drawing/2014/main" id="{3D901988-339F-4365-848A-2DE6041109C2}"/>
                  </a:ext>
                </a:extLst>
              </p:cNvPr>
              <p:cNvSpPr txBox="1"/>
              <p:nvPr/>
            </p:nvSpPr>
            <p:spPr>
              <a:xfrm>
                <a:off x="5386693" y="178471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7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17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2" name="Comp 92">
                <a:extLst>
                  <a:ext uri="{FF2B5EF4-FFF2-40B4-BE49-F238E27FC236}">
                    <a16:creationId xmlns:a16="http://schemas.microsoft.com/office/drawing/2014/main" id="{9567443C-7A18-4974-8C28-79D9A372DE68}"/>
                  </a:ext>
                </a:extLst>
              </p:cNvPr>
              <p:cNvSpPr txBox="1"/>
              <p:nvPr/>
            </p:nvSpPr>
            <p:spPr>
              <a:xfrm>
                <a:off x="5386693" y="177807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7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17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3" name="Comp 93">
                <a:extLst>
                  <a:ext uri="{FF2B5EF4-FFF2-40B4-BE49-F238E27FC236}">
                    <a16:creationId xmlns:a16="http://schemas.microsoft.com/office/drawing/2014/main" id="{B5B12C87-A6E2-4F09-9461-F43B5D826F88}"/>
                  </a:ext>
                </a:extLst>
              </p:cNvPr>
              <p:cNvSpPr txBox="1"/>
              <p:nvPr/>
            </p:nvSpPr>
            <p:spPr>
              <a:xfrm>
                <a:off x="5386693" y="177143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7E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07E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4" name="Comp 94">
                <a:extLst>
                  <a:ext uri="{FF2B5EF4-FFF2-40B4-BE49-F238E27FC236}">
                    <a16:creationId xmlns:a16="http://schemas.microsoft.com/office/drawing/2014/main" id="{CF3F3A74-19FC-496A-AB71-E231D41F78CF}"/>
                  </a:ext>
                </a:extLst>
              </p:cNvPr>
              <p:cNvSpPr txBox="1"/>
              <p:nvPr/>
            </p:nvSpPr>
            <p:spPr>
              <a:xfrm>
                <a:off x="5386693" y="176479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7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07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5" name="Comp 95">
                <a:extLst>
                  <a:ext uri="{FF2B5EF4-FFF2-40B4-BE49-F238E27FC236}">
                    <a16:creationId xmlns:a16="http://schemas.microsoft.com/office/drawing/2014/main" id="{4028FF6C-9B67-46AF-825B-5A809F62039F}"/>
                  </a:ext>
                </a:extLst>
              </p:cNvPr>
              <p:cNvSpPr txBox="1"/>
              <p:nvPr/>
            </p:nvSpPr>
            <p:spPr>
              <a:xfrm>
                <a:off x="5386693" y="1758155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7C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F7C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6" name="Comp 96">
                <a:extLst>
                  <a:ext uri="{FF2B5EF4-FFF2-40B4-BE49-F238E27FC236}">
                    <a16:creationId xmlns:a16="http://schemas.microsoft.com/office/drawing/2014/main" id="{40510618-BCC0-4D39-B174-F454334C2A3F}"/>
                  </a:ext>
                </a:extLst>
              </p:cNvPr>
              <p:cNvSpPr txBox="1"/>
              <p:nvPr/>
            </p:nvSpPr>
            <p:spPr>
              <a:xfrm>
                <a:off x="5386693" y="175151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7B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F7B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7" name="Comp 97">
                <a:extLst>
                  <a:ext uri="{FF2B5EF4-FFF2-40B4-BE49-F238E27FC236}">
                    <a16:creationId xmlns:a16="http://schemas.microsoft.com/office/drawing/2014/main" id="{0FF18E68-E4C6-4213-84E8-A9EDF7015411}"/>
                  </a:ext>
                </a:extLst>
              </p:cNvPr>
              <p:cNvSpPr txBox="1"/>
              <p:nvPr/>
            </p:nvSpPr>
            <p:spPr>
              <a:xfrm>
                <a:off x="5386693" y="174487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7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E7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8" name="Comp 98">
                <a:extLst>
                  <a:ext uri="{FF2B5EF4-FFF2-40B4-BE49-F238E27FC236}">
                    <a16:creationId xmlns:a16="http://schemas.microsoft.com/office/drawing/2014/main" id="{0C91C919-6CFF-47C3-B064-CEED11877388}"/>
                  </a:ext>
                </a:extLst>
              </p:cNvPr>
              <p:cNvSpPr txBox="1"/>
              <p:nvPr/>
            </p:nvSpPr>
            <p:spPr>
              <a:xfrm>
                <a:off x="5386693" y="173823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7A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E7A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99" name="Comp 99">
                <a:extLst>
                  <a:ext uri="{FF2B5EF4-FFF2-40B4-BE49-F238E27FC236}">
                    <a16:creationId xmlns:a16="http://schemas.microsoft.com/office/drawing/2014/main" id="{AE302B08-2F8A-43A0-80B9-D3465BC6EF97}"/>
                  </a:ext>
                </a:extLst>
              </p:cNvPr>
              <p:cNvSpPr txBox="1"/>
              <p:nvPr/>
            </p:nvSpPr>
            <p:spPr>
              <a:xfrm>
                <a:off x="5386693" y="173159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79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D79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0" name="Comp 100">
                <a:extLst>
                  <a:ext uri="{FF2B5EF4-FFF2-40B4-BE49-F238E27FC236}">
                    <a16:creationId xmlns:a16="http://schemas.microsoft.com/office/drawing/2014/main" id="{95B90442-AF1C-45AF-B373-7AE804277774}"/>
                  </a:ext>
                </a:extLst>
              </p:cNvPr>
              <p:cNvSpPr txBox="1"/>
              <p:nvPr/>
            </p:nvSpPr>
            <p:spPr>
              <a:xfrm>
                <a:off x="5386693" y="172495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78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D78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1" name="Comp 101">
                <a:extLst>
                  <a:ext uri="{FF2B5EF4-FFF2-40B4-BE49-F238E27FC236}">
                    <a16:creationId xmlns:a16="http://schemas.microsoft.com/office/drawing/2014/main" id="{5E5B587C-6C49-4E11-ACAE-7D8FF5E86B19}"/>
                  </a:ext>
                </a:extLst>
              </p:cNvPr>
              <p:cNvSpPr txBox="1"/>
              <p:nvPr/>
            </p:nvSpPr>
            <p:spPr>
              <a:xfrm>
                <a:off x="5386693" y="171831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77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C77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2" name="Comp 102">
                <a:extLst>
                  <a:ext uri="{FF2B5EF4-FFF2-40B4-BE49-F238E27FC236}">
                    <a16:creationId xmlns:a16="http://schemas.microsoft.com/office/drawing/2014/main" id="{A6651B04-8CA6-41FE-8A40-CE2E7FC0C4BA}"/>
                  </a:ext>
                </a:extLst>
              </p:cNvPr>
              <p:cNvSpPr txBox="1"/>
              <p:nvPr/>
            </p:nvSpPr>
            <p:spPr>
              <a:xfrm>
                <a:off x="5386693" y="171167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77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C77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3" name="Comp 103">
                <a:extLst>
                  <a:ext uri="{FF2B5EF4-FFF2-40B4-BE49-F238E27FC236}">
                    <a16:creationId xmlns:a16="http://schemas.microsoft.com/office/drawing/2014/main" id="{DECE2CDB-FE90-4856-A966-92EF0F77C2D3}"/>
                  </a:ext>
                </a:extLst>
              </p:cNvPr>
              <p:cNvSpPr txBox="1"/>
              <p:nvPr/>
            </p:nvSpPr>
            <p:spPr>
              <a:xfrm>
                <a:off x="5386693" y="1705034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76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B76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4" name="Comp 104">
                <a:extLst>
                  <a:ext uri="{FF2B5EF4-FFF2-40B4-BE49-F238E27FC236}">
                    <a16:creationId xmlns:a16="http://schemas.microsoft.com/office/drawing/2014/main" id="{EAE2E9E5-9F32-40E1-B3A3-C055F45E84DA}"/>
                  </a:ext>
                </a:extLst>
              </p:cNvPr>
              <p:cNvSpPr txBox="1"/>
              <p:nvPr/>
            </p:nvSpPr>
            <p:spPr>
              <a:xfrm>
                <a:off x="5386693" y="169839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75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B75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5" name="Comp 105">
                <a:extLst>
                  <a:ext uri="{FF2B5EF4-FFF2-40B4-BE49-F238E27FC236}">
                    <a16:creationId xmlns:a16="http://schemas.microsoft.com/office/drawing/2014/main" id="{8C63A83F-ABD2-4DDB-B5A3-A7B48E008288}"/>
                  </a:ext>
                </a:extLst>
              </p:cNvPr>
              <p:cNvSpPr txBox="1"/>
              <p:nvPr/>
            </p:nvSpPr>
            <p:spPr>
              <a:xfrm>
                <a:off x="5386693" y="1691753"/>
                <a:ext cx="1431802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74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A74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106" name="Comp 106">
              <a:extLst>
                <a:ext uri="{FF2B5EF4-FFF2-40B4-BE49-F238E27FC236}">
                  <a16:creationId xmlns:a16="http://schemas.microsoft.com/office/drawing/2014/main" id="{718FC0EA-2B14-4B7F-948C-8D4D63B332A4}"/>
                </a:ext>
              </a:extLst>
            </p:cNvPr>
            <p:cNvGrpSpPr/>
            <p:nvPr/>
          </p:nvGrpSpPr>
          <p:grpSpPr>
            <a:xfrm>
              <a:off x="6254343" y="2154363"/>
              <a:ext cx="1632178" cy="2532702"/>
              <a:chOff x="6254343" y="2154363"/>
              <a:chExt cx="1632178" cy="2532702"/>
            </a:xfrm>
          </p:grpSpPr>
          <p:sp>
            <p:nvSpPr>
              <p:cNvPr id="107" name="Comp 107">
                <a:extLst>
                  <a:ext uri="{FF2B5EF4-FFF2-40B4-BE49-F238E27FC236}">
                    <a16:creationId xmlns:a16="http://schemas.microsoft.com/office/drawing/2014/main" id="{4716A3A8-0891-4AF9-82FD-F09717E953A2}"/>
                  </a:ext>
                </a:extLst>
              </p:cNvPr>
              <p:cNvSpPr txBox="1"/>
              <p:nvPr/>
            </p:nvSpPr>
            <p:spPr>
              <a:xfrm>
                <a:off x="6254343" y="2825017"/>
                <a:ext cx="1632178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3DCD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E3DCD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8" name="Comp 108">
                <a:extLst>
                  <a:ext uri="{FF2B5EF4-FFF2-40B4-BE49-F238E27FC236}">
                    <a16:creationId xmlns:a16="http://schemas.microsoft.com/office/drawing/2014/main" id="{52F1ECF5-D05A-48C6-9519-D7CDA1906340}"/>
                  </a:ext>
                </a:extLst>
              </p:cNvPr>
              <p:cNvSpPr txBox="1"/>
              <p:nvPr/>
            </p:nvSpPr>
            <p:spPr>
              <a:xfrm>
                <a:off x="6254343" y="281837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DBD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2DBD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09" name="Comp 109">
                <a:extLst>
                  <a:ext uri="{FF2B5EF4-FFF2-40B4-BE49-F238E27FC236}">
                    <a16:creationId xmlns:a16="http://schemas.microsoft.com/office/drawing/2014/main" id="{87687F6A-70D1-4BCD-B005-9BF14FF61377}"/>
                  </a:ext>
                </a:extLst>
              </p:cNvPr>
              <p:cNvSpPr txBox="1"/>
              <p:nvPr/>
            </p:nvSpPr>
            <p:spPr>
              <a:xfrm>
                <a:off x="6254343" y="281173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2D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2D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0" name="Comp 110">
                <a:extLst>
                  <a:ext uri="{FF2B5EF4-FFF2-40B4-BE49-F238E27FC236}">
                    <a16:creationId xmlns:a16="http://schemas.microsoft.com/office/drawing/2014/main" id="{D9CC4587-354E-4C60-B854-4C940C420EC0}"/>
                  </a:ext>
                </a:extLst>
              </p:cNvPr>
              <p:cNvSpPr txBox="1"/>
              <p:nvPr/>
            </p:nvSpPr>
            <p:spPr>
              <a:xfrm>
                <a:off x="6254343" y="280509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D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1D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1" name="Comp 111">
                <a:extLst>
                  <a:ext uri="{FF2B5EF4-FFF2-40B4-BE49-F238E27FC236}">
                    <a16:creationId xmlns:a16="http://schemas.microsoft.com/office/drawing/2014/main" id="{D1F959FD-045F-4125-B16A-474FF4B840D5}"/>
                  </a:ext>
                </a:extLst>
              </p:cNvPr>
              <p:cNvSpPr txBox="1"/>
              <p:nvPr/>
            </p:nvSpPr>
            <p:spPr>
              <a:xfrm>
                <a:off x="6254343" y="279845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1D9D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1D9D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2" name="Comp 112">
                <a:extLst>
                  <a:ext uri="{FF2B5EF4-FFF2-40B4-BE49-F238E27FC236}">
                    <a16:creationId xmlns:a16="http://schemas.microsoft.com/office/drawing/2014/main" id="{00BB7AF0-6464-4FF2-A709-8C4099D32667}"/>
                  </a:ext>
                </a:extLst>
              </p:cNvPr>
              <p:cNvSpPr txBox="1"/>
              <p:nvPr/>
            </p:nvSpPr>
            <p:spPr>
              <a:xfrm>
                <a:off x="6254343" y="279181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9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0D9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3" name="Comp 113">
                <a:extLst>
                  <a:ext uri="{FF2B5EF4-FFF2-40B4-BE49-F238E27FC236}">
                    <a16:creationId xmlns:a16="http://schemas.microsoft.com/office/drawing/2014/main" id="{39893A48-A78C-49F9-85ED-3A2A516AC291}"/>
                  </a:ext>
                </a:extLst>
              </p:cNvPr>
              <p:cNvSpPr txBox="1"/>
              <p:nvPr/>
            </p:nvSpPr>
            <p:spPr>
              <a:xfrm>
                <a:off x="6254343" y="278517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8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0D8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4" name="Comp 114">
                <a:extLst>
                  <a:ext uri="{FF2B5EF4-FFF2-40B4-BE49-F238E27FC236}">
                    <a16:creationId xmlns:a16="http://schemas.microsoft.com/office/drawing/2014/main" id="{69EFD743-B20D-4AF3-81C1-A544997411B6}"/>
                  </a:ext>
                </a:extLst>
              </p:cNvPr>
              <p:cNvSpPr txBox="1"/>
              <p:nvPr/>
            </p:nvSpPr>
            <p:spPr>
              <a:xfrm>
                <a:off x="6254343" y="277853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0D8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E0D8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5" name="Comp 115">
                <a:extLst>
                  <a:ext uri="{FF2B5EF4-FFF2-40B4-BE49-F238E27FC236}">
                    <a16:creationId xmlns:a16="http://schemas.microsoft.com/office/drawing/2014/main" id="{65D080E4-4EE5-489A-8FC1-A5784F26CB04}"/>
                  </a:ext>
                </a:extLst>
              </p:cNvPr>
              <p:cNvSpPr txBox="1"/>
              <p:nvPr/>
            </p:nvSpPr>
            <p:spPr>
              <a:xfrm>
                <a:off x="6254343" y="277189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D7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FD7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6" name="Comp 116">
                <a:extLst>
                  <a:ext uri="{FF2B5EF4-FFF2-40B4-BE49-F238E27FC236}">
                    <a16:creationId xmlns:a16="http://schemas.microsoft.com/office/drawing/2014/main" id="{AAF97628-CEF1-4207-8942-245E7FE5225F}"/>
                  </a:ext>
                </a:extLst>
              </p:cNvPr>
              <p:cNvSpPr txBox="1"/>
              <p:nvPr/>
            </p:nvSpPr>
            <p:spPr>
              <a:xfrm>
                <a:off x="6254343" y="276525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FD7D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FD7D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7" name="Comp 117">
                <a:extLst>
                  <a:ext uri="{FF2B5EF4-FFF2-40B4-BE49-F238E27FC236}">
                    <a16:creationId xmlns:a16="http://schemas.microsoft.com/office/drawing/2014/main" id="{6689FA69-B042-4F31-887E-CB3B90D471A3}"/>
                  </a:ext>
                </a:extLst>
              </p:cNvPr>
              <p:cNvSpPr txBox="1"/>
              <p:nvPr/>
            </p:nvSpPr>
            <p:spPr>
              <a:xfrm>
                <a:off x="6254343" y="275861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6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ED6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8" name="Comp 118">
                <a:extLst>
                  <a:ext uri="{FF2B5EF4-FFF2-40B4-BE49-F238E27FC236}">
                    <a16:creationId xmlns:a16="http://schemas.microsoft.com/office/drawing/2014/main" id="{3DAAC3B9-C0E5-452C-8D62-ED845489861C}"/>
                  </a:ext>
                </a:extLst>
              </p:cNvPr>
              <p:cNvSpPr txBox="1"/>
              <p:nvPr/>
            </p:nvSpPr>
            <p:spPr>
              <a:xfrm>
                <a:off x="6254343" y="275197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6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ED6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19" name="Comp 119">
                <a:extLst>
                  <a:ext uri="{FF2B5EF4-FFF2-40B4-BE49-F238E27FC236}">
                    <a16:creationId xmlns:a16="http://schemas.microsoft.com/office/drawing/2014/main" id="{37FC6FCC-9DD9-4792-8401-D469255F651B}"/>
                  </a:ext>
                </a:extLst>
              </p:cNvPr>
              <p:cNvSpPr txBox="1"/>
              <p:nvPr/>
            </p:nvSpPr>
            <p:spPr>
              <a:xfrm>
                <a:off x="6254343" y="274533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ED5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ED5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0" name="Comp 120">
                <a:extLst>
                  <a:ext uri="{FF2B5EF4-FFF2-40B4-BE49-F238E27FC236}">
                    <a16:creationId xmlns:a16="http://schemas.microsoft.com/office/drawing/2014/main" id="{4C42F104-F14F-47D1-8A68-1147285608AB}"/>
                  </a:ext>
                </a:extLst>
              </p:cNvPr>
              <p:cNvSpPr txBox="1"/>
              <p:nvPr/>
            </p:nvSpPr>
            <p:spPr>
              <a:xfrm>
                <a:off x="6254343" y="273869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D5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DD5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1" name="Comp 121">
                <a:extLst>
                  <a:ext uri="{FF2B5EF4-FFF2-40B4-BE49-F238E27FC236}">
                    <a16:creationId xmlns:a16="http://schemas.microsoft.com/office/drawing/2014/main" id="{6420C068-17BD-43DF-8BA2-34A3F0E87EE4}"/>
                  </a:ext>
                </a:extLst>
              </p:cNvPr>
              <p:cNvSpPr txBox="1"/>
              <p:nvPr/>
            </p:nvSpPr>
            <p:spPr>
              <a:xfrm>
                <a:off x="6254343" y="273205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DD4C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DD4C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2" name="Comp 122">
                <a:extLst>
                  <a:ext uri="{FF2B5EF4-FFF2-40B4-BE49-F238E27FC236}">
                    <a16:creationId xmlns:a16="http://schemas.microsoft.com/office/drawing/2014/main" id="{EEE09202-2602-4FFE-B1F6-B8202D8B65F2}"/>
                  </a:ext>
                </a:extLst>
              </p:cNvPr>
              <p:cNvSpPr txBox="1"/>
              <p:nvPr/>
            </p:nvSpPr>
            <p:spPr>
              <a:xfrm>
                <a:off x="6254343" y="272541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4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CD4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3" name="Comp 123">
                <a:extLst>
                  <a:ext uri="{FF2B5EF4-FFF2-40B4-BE49-F238E27FC236}">
                    <a16:creationId xmlns:a16="http://schemas.microsoft.com/office/drawing/2014/main" id="{5C24AFB0-0BAE-4AA6-B748-A1FFB99C94E0}"/>
                  </a:ext>
                </a:extLst>
              </p:cNvPr>
              <p:cNvSpPr txBox="1"/>
              <p:nvPr/>
            </p:nvSpPr>
            <p:spPr>
              <a:xfrm>
                <a:off x="6254343" y="271877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CD3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CD3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4" name="Comp 124">
                <a:extLst>
                  <a:ext uri="{FF2B5EF4-FFF2-40B4-BE49-F238E27FC236}">
                    <a16:creationId xmlns:a16="http://schemas.microsoft.com/office/drawing/2014/main" id="{0D85BB0E-1870-484B-945F-21060CE888C3}"/>
                  </a:ext>
                </a:extLst>
              </p:cNvPr>
              <p:cNvSpPr txBox="1"/>
              <p:nvPr/>
            </p:nvSpPr>
            <p:spPr>
              <a:xfrm>
                <a:off x="6254343" y="271213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3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BD3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5" name="Comp 125">
                <a:extLst>
                  <a:ext uri="{FF2B5EF4-FFF2-40B4-BE49-F238E27FC236}">
                    <a16:creationId xmlns:a16="http://schemas.microsoft.com/office/drawing/2014/main" id="{948D03E2-FF15-46F8-87D5-185569027BDF}"/>
                  </a:ext>
                </a:extLst>
              </p:cNvPr>
              <p:cNvSpPr txBox="1"/>
              <p:nvPr/>
            </p:nvSpPr>
            <p:spPr>
              <a:xfrm>
                <a:off x="6254343" y="270549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2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BD2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6" name="Comp 126">
                <a:extLst>
                  <a:ext uri="{FF2B5EF4-FFF2-40B4-BE49-F238E27FC236}">
                    <a16:creationId xmlns:a16="http://schemas.microsoft.com/office/drawing/2014/main" id="{0941F9C9-8D5B-46FA-B108-17074905267F}"/>
                  </a:ext>
                </a:extLst>
              </p:cNvPr>
              <p:cNvSpPr txBox="1"/>
              <p:nvPr/>
            </p:nvSpPr>
            <p:spPr>
              <a:xfrm>
                <a:off x="6254343" y="269885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BD2C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BD2C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7" name="Comp 127">
                <a:extLst>
                  <a:ext uri="{FF2B5EF4-FFF2-40B4-BE49-F238E27FC236}">
                    <a16:creationId xmlns:a16="http://schemas.microsoft.com/office/drawing/2014/main" id="{2109832E-05F2-4D45-B63D-CA310E905F11}"/>
                  </a:ext>
                </a:extLst>
              </p:cNvPr>
              <p:cNvSpPr txBox="1"/>
              <p:nvPr/>
            </p:nvSpPr>
            <p:spPr>
              <a:xfrm>
                <a:off x="6254343" y="269221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D1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AD1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8" name="Comp 128">
                <a:extLst>
                  <a:ext uri="{FF2B5EF4-FFF2-40B4-BE49-F238E27FC236}">
                    <a16:creationId xmlns:a16="http://schemas.microsoft.com/office/drawing/2014/main" id="{692173D1-B384-41B0-837B-36E7C5751AB9}"/>
                  </a:ext>
                </a:extLst>
              </p:cNvPr>
              <p:cNvSpPr txBox="1"/>
              <p:nvPr/>
            </p:nvSpPr>
            <p:spPr>
              <a:xfrm>
                <a:off x="6254343" y="268557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AD0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AD0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29" name="Comp 129">
                <a:extLst>
                  <a:ext uri="{FF2B5EF4-FFF2-40B4-BE49-F238E27FC236}">
                    <a16:creationId xmlns:a16="http://schemas.microsoft.com/office/drawing/2014/main" id="{46BCF434-F9FB-46E2-98EE-59829651CAB3}"/>
                  </a:ext>
                </a:extLst>
              </p:cNvPr>
              <p:cNvSpPr txBox="1"/>
              <p:nvPr/>
            </p:nvSpPr>
            <p:spPr>
              <a:xfrm>
                <a:off x="6254343" y="267893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D0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9D0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0" name="Comp 130">
                <a:extLst>
                  <a:ext uri="{FF2B5EF4-FFF2-40B4-BE49-F238E27FC236}">
                    <a16:creationId xmlns:a16="http://schemas.microsoft.com/office/drawing/2014/main" id="{E07B6293-789E-4FEB-91D1-4C158FBF76E5}"/>
                  </a:ext>
                </a:extLst>
              </p:cNvPr>
              <p:cNvSpPr txBox="1"/>
              <p:nvPr/>
            </p:nvSpPr>
            <p:spPr>
              <a:xfrm>
                <a:off x="6254343" y="267229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CF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9CF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1" name="Comp 131">
                <a:extLst>
                  <a:ext uri="{FF2B5EF4-FFF2-40B4-BE49-F238E27FC236}">
                    <a16:creationId xmlns:a16="http://schemas.microsoft.com/office/drawing/2014/main" id="{23996744-4ED9-40CE-B4D3-56F0763C4C5A}"/>
                  </a:ext>
                </a:extLst>
              </p:cNvPr>
              <p:cNvSpPr txBox="1"/>
              <p:nvPr/>
            </p:nvSpPr>
            <p:spPr>
              <a:xfrm>
                <a:off x="6254343" y="266565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9CFC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9CFC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2" name="Comp 132">
                <a:extLst>
                  <a:ext uri="{FF2B5EF4-FFF2-40B4-BE49-F238E27FC236}">
                    <a16:creationId xmlns:a16="http://schemas.microsoft.com/office/drawing/2014/main" id="{F77339D3-E99B-4C4C-9F2C-8F8DA21CEAD8}"/>
                  </a:ext>
                </a:extLst>
              </p:cNvPr>
              <p:cNvSpPr txBox="1"/>
              <p:nvPr/>
            </p:nvSpPr>
            <p:spPr>
              <a:xfrm>
                <a:off x="6254343" y="265901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CE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8CE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3" name="Comp 133">
                <a:extLst>
                  <a:ext uri="{FF2B5EF4-FFF2-40B4-BE49-F238E27FC236}">
                    <a16:creationId xmlns:a16="http://schemas.microsoft.com/office/drawing/2014/main" id="{F986F2BD-8FC5-4B02-AE1B-482CAA4B9A07}"/>
                  </a:ext>
                </a:extLst>
              </p:cNvPr>
              <p:cNvSpPr txBox="1"/>
              <p:nvPr/>
            </p:nvSpPr>
            <p:spPr>
              <a:xfrm>
                <a:off x="6254343" y="265237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8CE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8CE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4" name="Comp 134">
                <a:extLst>
                  <a:ext uri="{FF2B5EF4-FFF2-40B4-BE49-F238E27FC236}">
                    <a16:creationId xmlns:a16="http://schemas.microsoft.com/office/drawing/2014/main" id="{6A765F70-40BE-4CB0-A214-0E9A24CF9F00}"/>
                  </a:ext>
                </a:extLst>
              </p:cNvPr>
              <p:cNvSpPr txBox="1"/>
              <p:nvPr/>
            </p:nvSpPr>
            <p:spPr>
              <a:xfrm>
                <a:off x="6254343" y="264573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CD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7CD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5" name="Comp 135">
                <a:extLst>
                  <a:ext uri="{FF2B5EF4-FFF2-40B4-BE49-F238E27FC236}">
                    <a16:creationId xmlns:a16="http://schemas.microsoft.com/office/drawing/2014/main" id="{CCC1A4D5-D5CC-45C6-8EAF-087AEBF4573C}"/>
                  </a:ext>
                </a:extLst>
              </p:cNvPr>
              <p:cNvSpPr txBox="1"/>
              <p:nvPr/>
            </p:nvSpPr>
            <p:spPr>
              <a:xfrm>
                <a:off x="6254343" y="263909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7CD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7CD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6" name="Comp 136">
                <a:extLst>
                  <a:ext uri="{FF2B5EF4-FFF2-40B4-BE49-F238E27FC236}">
                    <a16:creationId xmlns:a16="http://schemas.microsoft.com/office/drawing/2014/main" id="{DAB80E24-B84B-4424-9B2F-6D804AA6FE3C}"/>
                  </a:ext>
                </a:extLst>
              </p:cNvPr>
              <p:cNvSpPr txBox="1"/>
              <p:nvPr/>
            </p:nvSpPr>
            <p:spPr>
              <a:xfrm>
                <a:off x="6254343" y="263245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CC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6CCC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7" name="Comp 137">
                <a:extLst>
                  <a:ext uri="{FF2B5EF4-FFF2-40B4-BE49-F238E27FC236}">
                    <a16:creationId xmlns:a16="http://schemas.microsoft.com/office/drawing/2014/main" id="{41F0DB64-6E26-4EF1-8D8B-4921B8B32BAA}"/>
                  </a:ext>
                </a:extLst>
              </p:cNvPr>
              <p:cNvSpPr txBox="1"/>
              <p:nvPr/>
            </p:nvSpPr>
            <p:spPr>
              <a:xfrm>
                <a:off x="6254343" y="262581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C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6CC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8" name="Comp 138">
                <a:extLst>
                  <a:ext uri="{FF2B5EF4-FFF2-40B4-BE49-F238E27FC236}">
                    <a16:creationId xmlns:a16="http://schemas.microsoft.com/office/drawing/2014/main" id="{151794A6-42B7-4440-BA5D-235BEB05BFBD}"/>
                  </a:ext>
                </a:extLst>
              </p:cNvPr>
              <p:cNvSpPr txBox="1"/>
              <p:nvPr/>
            </p:nvSpPr>
            <p:spPr>
              <a:xfrm>
                <a:off x="6254343" y="261917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6CB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6CB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39" name="Comp 139">
                <a:extLst>
                  <a:ext uri="{FF2B5EF4-FFF2-40B4-BE49-F238E27FC236}">
                    <a16:creationId xmlns:a16="http://schemas.microsoft.com/office/drawing/2014/main" id="{D11ACC3E-75C4-4011-86C3-AC3D057D32ED}"/>
                  </a:ext>
                </a:extLst>
              </p:cNvPr>
              <p:cNvSpPr txBox="1"/>
              <p:nvPr/>
            </p:nvSpPr>
            <p:spPr>
              <a:xfrm>
                <a:off x="6254343" y="261253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CB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5CB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0" name="Comp 140">
                <a:extLst>
                  <a:ext uri="{FF2B5EF4-FFF2-40B4-BE49-F238E27FC236}">
                    <a16:creationId xmlns:a16="http://schemas.microsoft.com/office/drawing/2014/main" id="{7705DCCC-F0B7-4782-AF24-EA3B109952DF}"/>
                  </a:ext>
                </a:extLst>
              </p:cNvPr>
              <p:cNvSpPr txBox="1"/>
              <p:nvPr/>
            </p:nvSpPr>
            <p:spPr>
              <a:xfrm>
                <a:off x="6254343" y="260589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CA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5CA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1" name="Comp 141">
                <a:extLst>
                  <a:ext uri="{FF2B5EF4-FFF2-40B4-BE49-F238E27FC236}">
                    <a16:creationId xmlns:a16="http://schemas.microsoft.com/office/drawing/2014/main" id="{A16B25FA-E578-430F-8822-A9E6902F284E}"/>
                  </a:ext>
                </a:extLst>
              </p:cNvPr>
              <p:cNvSpPr txBox="1"/>
              <p:nvPr/>
            </p:nvSpPr>
            <p:spPr>
              <a:xfrm>
                <a:off x="6254343" y="259925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AC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4CAC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2" name="Comp 142">
                <a:extLst>
                  <a:ext uri="{FF2B5EF4-FFF2-40B4-BE49-F238E27FC236}">
                    <a16:creationId xmlns:a16="http://schemas.microsoft.com/office/drawing/2014/main" id="{64366B20-66B3-4F5B-A87B-E4CD7BBDE1D5}"/>
                  </a:ext>
                </a:extLst>
              </p:cNvPr>
              <p:cNvSpPr txBox="1"/>
              <p:nvPr/>
            </p:nvSpPr>
            <p:spPr>
              <a:xfrm>
                <a:off x="6254343" y="259261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9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4C9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3" name="Comp 143">
                <a:extLst>
                  <a:ext uri="{FF2B5EF4-FFF2-40B4-BE49-F238E27FC236}">
                    <a16:creationId xmlns:a16="http://schemas.microsoft.com/office/drawing/2014/main" id="{F5C65DD5-52F4-4BF6-A6B4-5C242BBB4DB2}"/>
                  </a:ext>
                </a:extLst>
              </p:cNvPr>
              <p:cNvSpPr txBox="1"/>
              <p:nvPr/>
            </p:nvSpPr>
            <p:spPr>
              <a:xfrm>
                <a:off x="6254343" y="258597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4C9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4C9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4" name="Comp 144">
                <a:extLst>
                  <a:ext uri="{FF2B5EF4-FFF2-40B4-BE49-F238E27FC236}">
                    <a16:creationId xmlns:a16="http://schemas.microsoft.com/office/drawing/2014/main" id="{EC1819E0-FA80-4D47-8D98-0F0E71DA4D66}"/>
                  </a:ext>
                </a:extLst>
              </p:cNvPr>
              <p:cNvSpPr txBox="1"/>
              <p:nvPr/>
            </p:nvSpPr>
            <p:spPr>
              <a:xfrm>
                <a:off x="6254343" y="257933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C8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3C8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5" name="Comp 145">
                <a:extLst>
                  <a:ext uri="{FF2B5EF4-FFF2-40B4-BE49-F238E27FC236}">
                    <a16:creationId xmlns:a16="http://schemas.microsoft.com/office/drawing/2014/main" id="{7A48661E-265A-4F22-BBDA-B288044460D0}"/>
                  </a:ext>
                </a:extLst>
              </p:cNvPr>
              <p:cNvSpPr txBox="1"/>
              <p:nvPr/>
            </p:nvSpPr>
            <p:spPr>
              <a:xfrm>
                <a:off x="6254343" y="257269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3C8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3C8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6" name="Comp 146">
                <a:extLst>
                  <a:ext uri="{FF2B5EF4-FFF2-40B4-BE49-F238E27FC236}">
                    <a16:creationId xmlns:a16="http://schemas.microsoft.com/office/drawing/2014/main" id="{25310263-7848-4635-AA5F-FAABA6C05FA0}"/>
                  </a:ext>
                </a:extLst>
              </p:cNvPr>
              <p:cNvSpPr txBox="1"/>
              <p:nvPr/>
            </p:nvSpPr>
            <p:spPr>
              <a:xfrm>
                <a:off x="6254343" y="2566052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C7B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2C7B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7" name="Comp 147">
                <a:extLst>
                  <a:ext uri="{FF2B5EF4-FFF2-40B4-BE49-F238E27FC236}">
                    <a16:creationId xmlns:a16="http://schemas.microsoft.com/office/drawing/2014/main" id="{27117D32-F3EC-482C-8C87-82391C8F4022}"/>
                  </a:ext>
                </a:extLst>
              </p:cNvPr>
              <p:cNvSpPr txBox="1"/>
              <p:nvPr/>
            </p:nvSpPr>
            <p:spPr>
              <a:xfrm>
                <a:off x="6254343" y="255941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2C7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2C7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8" name="Comp 148">
                <a:extLst>
                  <a:ext uri="{FF2B5EF4-FFF2-40B4-BE49-F238E27FC236}">
                    <a16:creationId xmlns:a16="http://schemas.microsoft.com/office/drawing/2014/main" id="{38403510-EA9B-41AD-8D4F-68A3E4C5B5BC}"/>
                  </a:ext>
                </a:extLst>
              </p:cNvPr>
              <p:cNvSpPr txBox="1"/>
              <p:nvPr/>
            </p:nvSpPr>
            <p:spPr>
              <a:xfrm>
                <a:off x="6254343" y="255277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6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1C6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49" name="Comp 149">
                <a:extLst>
                  <a:ext uri="{FF2B5EF4-FFF2-40B4-BE49-F238E27FC236}">
                    <a16:creationId xmlns:a16="http://schemas.microsoft.com/office/drawing/2014/main" id="{0BF210E5-11C2-41CD-920E-33E34B92D319}"/>
                  </a:ext>
                </a:extLst>
              </p:cNvPr>
              <p:cNvSpPr txBox="1"/>
              <p:nvPr/>
            </p:nvSpPr>
            <p:spPr>
              <a:xfrm>
                <a:off x="6254343" y="254613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5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1C5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0" name="Comp 150">
                <a:extLst>
                  <a:ext uri="{FF2B5EF4-FFF2-40B4-BE49-F238E27FC236}">
                    <a16:creationId xmlns:a16="http://schemas.microsoft.com/office/drawing/2014/main" id="{C099C0F7-D86E-4CF9-8050-7D93B7297897}"/>
                  </a:ext>
                </a:extLst>
              </p:cNvPr>
              <p:cNvSpPr txBox="1"/>
              <p:nvPr/>
            </p:nvSpPr>
            <p:spPr>
              <a:xfrm>
                <a:off x="6254343" y="253949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1C5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1C5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1" name="Comp 151">
                <a:extLst>
                  <a:ext uri="{FF2B5EF4-FFF2-40B4-BE49-F238E27FC236}">
                    <a16:creationId xmlns:a16="http://schemas.microsoft.com/office/drawing/2014/main" id="{6344E3F7-7921-4774-A843-A3D841151FAF}"/>
                  </a:ext>
                </a:extLst>
              </p:cNvPr>
              <p:cNvSpPr txBox="1"/>
              <p:nvPr/>
            </p:nvSpPr>
            <p:spPr>
              <a:xfrm>
                <a:off x="6254343" y="253285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C4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0C4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2" name="Comp 152">
                <a:extLst>
                  <a:ext uri="{FF2B5EF4-FFF2-40B4-BE49-F238E27FC236}">
                    <a16:creationId xmlns:a16="http://schemas.microsoft.com/office/drawing/2014/main" id="{CEDFA55F-7AF4-4CBB-A82D-158F1940FF7E}"/>
                  </a:ext>
                </a:extLst>
              </p:cNvPr>
              <p:cNvSpPr txBox="1"/>
              <p:nvPr/>
            </p:nvSpPr>
            <p:spPr>
              <a:xfrm>
                <a:off x="6254343" y="252621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D0C4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D0C4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3" name="Comp 153">
                <a:extLst>
                  <a:ext uri="{FF2B5EF4-FFF2-40B4-BE49-F238E27FC236}">
                    <a16:creationId xmlns:a16="http://schemas.microsoft.com/office/drawing/2014/main" id="{0459A92D-35D0-4930-9BD8-72F8A80DA4C5}"/>
                  </a:ext>
                </a:extLst>
              </p:cNvPr>
              <p:cNvSpPr txBox="1"/>
              <p:nvPr/>
            </p:nvSpPr>
            <p:spPr>
              <a:xfrm>
                <a:off x="6254343" y="251957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3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FC3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4" name="Comp 154">
                <a:extLst>
                  <a:ext uri="{FF2B5EF4-FFF2-40B4-BE49-F238E27FC236}">
                    <a16:creationId xmlns:a16="http://schemas.microsoft.com/office/drawing/2014/main" id="{24E5AB01-4C73-4C4C-B5C7-DDB4D33C4FA7}"/>
                  </a:ext>
                </a:extLst>
              </p:cNvPr>
              <p:cNvSpPr txBox="1"/>
              <p:nvPr/>
            </p:nvSpPr>
            <p:spPr>
              <a:xfrm>
                <a:off x="6254343" y="2512931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3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FC3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5" name="Comp 155">
                <a:extLst>
                  <a:ext uri="{FF2B5EF4-FFF2-40B4-BE49-F238E27FC236}">
                    <a16:creationId xmlns:a16="http://schemas.microsoft.com/office/drawing/2014/main" id="{B24069AE-3BE8-4372-AEBA-AC910D684B67}"/>
                  </a:ext>
                </a:extLst>
              </p:cNvPr>
              <p:cNvSpPr txBox="1"/>
              <p:nvPr/>
            </p:nvSpPr>
            <p:spPr>
              <a:xfrm>
                <a:off x="6254343" y="250629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FC2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FC2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6" name="Comp 156">
                <a:extLst>
                  <a:ext uri="{FF2B5EF4-FFF2-40B4-BE49-F238E27FC236}">
                    <a16:creationId xmlns:a16="http://schemas.microsoft.com/office/drawing/2014/main" id="{A50B5464-108F-497C-8B61-7EADA86CA88E}"/>
                  </a:ext>
                </a:extLst>
              </p:cNvPr>
              <p:cNvSpPr txBox="1"/>
              <p:nvPr/>
            </p:nvSpPr>
            <p:spPr>
              <a:xfrm>
                <a:off x="6254343" y="249965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C2B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EC2B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7" name="Comp 157">
                <a:extLst>
                  <a:ext uri="{FF2B5EF4-FFF2-40B4-BE49-F238E27FC236}">
                    <a16:creationId xmlns:a16="http://schemas.microsoft.com/office/drawing/2014/main" id="{D7B81021-BEE4-4E3C-B301-6678BA671684}"/>
                  </a:ext>
                </a:extLst>
              </p:cNvPr>
              <p:cNvSpPr txBox="1"/>
              <p:nvPr/>
            </p:nvSpPr>
            <p:spPr>
              <a:xfrm>
                <a:off x="6254343" y="249301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EC1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EC1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8" name="Comp 158">
                <a:extLst>
                  <a:ext uri="{FF2B5EF4-FFF2-40B4-BE49-F238E27FC236}">
                    <a16:creationId xmlns:a16="http://schemas.microsoft.com/office/drawing/2014/main" id="{B164D8E1-DEFB-43E1-A7C8-03A4E16821DE}"/>
                  </a:ext>
                </a:extLst>
              </p:cNvPr>
              <p:cNvSpPr txBox="1"/>
              <p:nvPr/>
            </p:nvSpPr>
            <p:spPr>
              <a:xfrm>
                <a:off x="6254343" y="248637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C1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DC1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59" name="Comp 159">
                <a:extLst>
                  <a:ext uri="{FF2B5EF4-FFF2-40B4-BE49-F238E27FC236}">
                    <a16:creationId xmlns:a16="http://schemas.microsoft.com/office/drawing/2014/main" id="{AA5C331C-A316-400C-9938-FE486202AFD2}"/>
                  </a:ext>
                </a:extLst>
              </p:cNvPr>
              <p:cNvSpPr txBox="1"/>
              <p:nvPr/>
            </p:nvSpPr>
            <p:spPr>
              <a:xfrm>
                <a:off x="6254343" y="247973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DC0B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DC0B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0" name="Comp 160">
                <a:extLst>
                  <a:ext uri="{FF2B5EF4-FFF2-40B4-BE49-F238E27FC236}">
                    <a16:creationId xmlns:a16="http://schemas.microsoft.com/office/drawing/2014/main" id="{A6CC3BEF-4CC4-4C12-A892-95AE10FA0C52}"/>
                  </a:ext>
                </a:extLst>
              </p:cNvPr>
              <p:cNvSpPr txBox="1"/>
              <p:nvPr/>
            </p:nvSpPr>
            <p:spPr>
              <a:xfrm>
                <a:off x="6254343" y="2473090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C0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CC0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1" name="Comp 161">
                <a:extLst>
                  <a:ext uri="{FF2B5EF4-FFF2-40B4-BE49-F238E27FC236}">
                    <a16:creationId xmlns:a16="http://schemas.microsoft.com/office/drawing/2014/main" id="{ACCA9950-BF7F-4869-9562-0AE5BF629785}"/>
                  </a:ext>
                </a:extLst>
              </p:cNvPr>
              <p:cNvSpPr txBox="1"/>
              <p:nvPr/>
            </p:nvSpPr>
            <p:spPr>
              <a:xfrm>
                <a:off x="6254343" y="246644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BF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CBF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2" name="Comp 162">
                <a:extLst>
                  <a:ext uri="{FF2B5EF4-FFF2-40B4-BE49-F238E27FC236}">
                    <a16:creationId xmlns:a16="http://schemas.microsoft.com/office/drawing/2014/main" id="{8697C5C8-201E-4632-82C0-4D3D3F50C588}"/>
                  </a:ext>
                </a:extLst>
              </p:cNvPr>
              <p:cNvSpPr txBox="1"/>
              <p:nvPr/>
            </p:nvSpPr>
            <p:spPr>
              <a:xfrm>
                <a:off x="6254343" y="245980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BF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CBF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3" name="Comp 163">
                <a:extLst>
                  <a:ext uri="{FF2B5EF4-FFF2-40B4-BE49-F238E27FC236}">
                    <a16:creationId xmlns:a16="http://schemas.microsoft.com/office/drawing/2014/main" id="{2B496199-D1D3-471F-B24D-EA1B71A2CECB}"/>
                  </a:ext>
                </a:extLst>
              </p:cNvPr>
              <p:cNvSpPr txBox="1"/>
              <p:nvPr/>
            </p:nvSpPr>
            <p:spPr>
              <a:xfrm>
                <a:off x="6254343" y="245316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BE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BBE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4" name="Comp 164">
                <a:extLst>
                  <a:ext uri="{FF2B5EF4-FFF2-40B4-BE49-F238E27FC236}">
                    <a16:creationId xmlns:a16="http://schemas.microsoft.com/office/drawing/2014/main" id="{01369F63-0DB0-4336-873F-D75F531D603E}"/>
                  </a:ext>
                </a:extLst>
              </p:cNvPr>
              <p:cNvSpPr txBox="1"/>
              <p:nvPr/>
            </p:nvSpPr>
            <p:spPr>
              <a:xfrm>
                <a:off x="6254343" y="244652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BBE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BBE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5" name="Comp 165">
                <a:extLst>
                  <a:ext uri="{FF2B5EF4-FFF2-40B4-BE49-F238E27FC236}">
                    <a16:creationId xmlns:a16="http://schemas.microsoft.com/office/drawing/2014/main" id="{25C52EAD-6043-4C6E-A300-C2B5779B7A26}"/>
                  </a:ext>
                </a:extLst>
              </p:cNvPr>
              <p:cNvSpPr txBox="1"/>
              <p:nvPr/>
            </p:nvSpPr>
            <p:spPr>
              <a:xfrm>
                <a:off x="6254343" y="243988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D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ABD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6" name="Comp 166">
                <a:extLst>
                  <a:ext uri="{FF2B5EF4-FFF2-40B4-BE49-F238E27FC236}">
                    <a16:creationId xmlns:a16="http://schemas.microsoft.com/office/drawing/2014/main" id="{F5390A81-9660-4EE3-8B30-FA268156F4AD}"/>
                  </a:ext>
                </a:extLst>
              </p:cNvPr>
              <p:cNvSpPr txBox="1"/>
              <p:nvPr/>
            </p:nvSpPr>
            <p:spPr>
              <a:xfrm>
                <a:off x="6254343" y="243324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D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ABD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7" name="Comp 167">
                <a:extLst>
                  <a:ext uri="{FF2B5EF4-FFF2-40B4-BE49-F238E27FC236}">
                    <a16:creationId xmlns:a16="http://schemas.microsoft.com/office/drawing/2014/main" id="{4119068E-C72F-4819-A3F3-D49B2C57436C}"/>
                  </a:ext>
                </a:extLst>
              </p:cNvPr>
              <p:cNvSpPr txBox="1"/>
              <p:nvPr/>
            </p:nvSpPr>
            <p:spPr>
              <a:xfrm>
                <a:off x="6254343" y="242660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ABC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ABC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8" name="Comp 168">
                <a:extLst>
                  <a:ext uri="{FF2B5EF4-FFF2-40B4-BE49-F238E27FC236}">
                    <a16:creationId xmlns:a16="http://schemas.microsoft.com/office/drawing/2014/main" id="{7E5471A1-3679-4C29-88D7-06DF32600D7B}"/>
                  </a:ext>
                </a:extLst>
              </p:cNvPr>
              <p:cNvSpPr txBox="1"/>
              <p:nvPr/>
            </p:nvSpPr>
            <p:spPr>
              <a:xfrm>
                <a:off x="6254343" y="2419969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BB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9BB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69" name="Comp 169">
                <a:extLst>
                  <a:ext uri="{FF2B5EF4-FFF2-40B4-BE49-F238E27FC236}">
                    <a16:creationId xmlns:a16="http://schemas.microsoft.com/office/drawing/2014/main" id="{A80A2DB4-AAC0-47FF-A0E7-C995AC4B922E}"/>
                  </a:ext>
                </a:extLst>
              </p:cNvPr>
              <p:cNvSpPr txBox="1"/>
              <p:nvPr/>
            </p:nvSpPr>
            <p:spPr>
              <a:xfrm>
                <a:off x="6254343" y="241332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9BBB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9BBB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0" name="Comp 170">
                <a:extLst>
                  <a:ext uri="{FF2B5EF4-FFF2-40B4-BE49-F238E27FC236}">
                    <a16:creationId xmlns:a16="http://schemas.microsoft.com/office/drawing/2014/main" id="{25FB78EA-BF55-40CB-A30D-0DF4C151983C}"/>
                  </a:ext>
                </a:extLst>
              </p:cNvPr>
              <p:cNvSpPr txBox="1"/>
              <p:nvPr/>
            </p:nvSpPr>
            <p:spPr>
              <a:xfrm>
                <a:off x="6254343" y="240668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BA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8BA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1" name="Comp 171">
                <a:extLst>
                  <a:ext uri="{FF2B5EF4-FFF2-40B4-BE49-F238E27FC236}">
                    <a16:creationId xmlns:a16="http://schemas.microsoft.com/office/drawing/2014/main" id="{9CF75837-02D4-423D-9703-4FB19C8C9A8B}"/>
                  </a:ext>
                </a:extLst>
              </p:cNvPr>
              <p:cNvSpPr txBox="1"/>
              <p:nvPr/>
            </p:nvSpPr>
            <p:spPr>
              <a:xfrm>
                <a:off x="6254343" y="240004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8BA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8BA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2" name="Comp 172">
                <a:extLst>
                  <a:ext uri="{FF2B5EF4-FFF2-40B4-BE49-F238E27FC236}">
                    <a16:creationId xmlns:a16="http://schemas.microsoft.com/office/drawing/2014/main" id="{F2B3751F-ABA8-4867-8413-3187B7E39C45}"/>
                  </a:ext>
                </a:extLst>
              </p:cNvPr>
              <p:cNvSpPr txBox="1"/>
              <p:nvPr/>
            </p:nvSpPr>
            <p:spPr>
              <a:xfrm>
                <a:off x="6254343" y="239340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9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7B9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3" name="Comp 173">
                <a:extLst>
                  <a:ext uri="{FF2B5EF4-FFF2-40B4-BE49-F238E27FC236}">
                    <a16:creationId xmlns:a16="http://schemas.microsoft.com/office/drawing/2014/main" id="{40EE3963-0007-46D2-8700-09F56343915D}"/>
                  </a:ext>
                </a:extLst>
              </p:cNvPr>
              <p:cNvSpPr txBox="1"/>
              <p:nvPr/>
            </p:nvSpPr>
            <p:spPr>
              <a:xfrm>
                <a:off x="6254343" y="238676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9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7B9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4" name="Comp 174">
                <a:extLst>
                  <a:ext uri="{FF2B5EF4-FFF2-40B4-BE49-F238E27FC236}">
                    <a16:creationId xmlns:a16="http://schemas.microsoft.com/office/drawing/2014/main" id="{11C82DD8-A3C4-42F6-A141-3081BE49939E}"/>
                  </a:ext>
                </a:extLst>
              </p:cNvPr>
              <p:cNvSpPr txBox="1"/>
              <p:nvPr/>
            </p:nvSpPr>
            <p:spPr>
              <a:xfrm>
                <a:off x="6254343" y="238012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7B8A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7B8A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5" name="Comp 175">
                <a:extLst>
                  <a:ext uri="{FF2B5EF4-FFF2-40B4-BE49-F238E27FC236}">
                    <a16:creationId xmlns:a16="http://schemas.microsoft.com/office/drawing/2014/main" id="{C4DD9F9E-2EDA-4B82-97B4-E6076997D3F7}"/>
                  </a:ext>
                </a:extLst>
              </p:cNvPr>
              <p:cNvSpPr txBox="1"/>
              <p:nvPr/>
            </p:nvSpPr>
            <p:spPr>
              <a:xfrm>
                <a:off x="6254343" y="2373488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B8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6B8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6" name="Comp 176">
                <a:extLst>
                  <a:ext uri="{FF2B5EF4-FFF2-40B4-BE49-F238E27FC236}">
                    <a16:creationId xmlns:a16="http://schemas.microsoft.com/office/drawing/2014/main" id="{EBC26759-F6D2-40B8-AE98-61C0071DD9B4}"/>
                  </a:ext>
                </a:extLst>
              </p:cNvPr>
              <p:cNvSpPr txBox="1"/>
              <p:nvPr/>
            </p:nvSpPr>
            <p:spPr>
              <a:xfrm>
                <a:off x="6254343" y="236684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6B7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6B7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7" name="Comp 177">
                <a:extLst>
                  <a:ext uri="{FF2B5EF4-FFF2-40B4-BE49-F238E27FC236}">
                    <a16:creationId xmlns:a16="http://schemas.microsoft.com/office/drawing/2014/main" id="{9065BEA5-336B-4C95-889C-53547FAF1622}"/>
                  </a:ext>
                </a:extLst>
              </p:cNvPr>
              <p:cNvSpPr txBox="1"/>
              <p:nvPr/>
            </p:nvSpPr>
            <p:spPr>
              <a:xfrm>
                <a:off x="6254343" y="236020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7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5B7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8" name="Comp 178">
                <a:extLst>
                  <a:ext uri="{FF2B5EF4-FFF2-40B4-BE49-F238E27FC236}">
                    <a16:creationId xmlns:a16="http://schemas.microsoft.com/office/drawing/2014/main" id="{28801719-B13D-4193-8378-F4B4A56316FB}"/>
                  </a:ext>
                </a:extLst>
              </p:cNvPr>
              <p:cNvSpPr txBox="1"/>
              <p:nvPr/>
            </p:nvSpPr>
            <p:spPr>
              <a:xfrm>
                <a:off x="6254343" y="235356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6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5B6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79" name="Comp 179">
                <a:extLst>
                  <a:ext uri="{FF2B5EF4-FFF2-40B4-BE49-F238E27FC236}">
                    <a16:creationId xmlns:a16="http://schemas.microsoft.com/office/drawing/2014/main" id="{D49F55A8-CA99-41A4-9140-9A7001740BF0}"/>
                  </a:ext>
                </a:extLst>
              </p:cNvPr>
              <p:cNvSpPr txBox="1"/>
              <p:nvPr/>
            </p:nvSpPr>
            <p:spPr>
              <a:xfrm>
                <a:off x="6254343" y="234692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5B6A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5B6A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0" name="Comp 180">
                <a:extLst>
                  <a:ext uri="{FF2B5EF4-FFF2-40B4-BE49-F238E27FC236}">
                    <a16:creationId xmlns:a16="http://schemas.microsoft.com/office/drawing/2014/main" id="{E0716AE0-C9BA-4269-933D-4DE637B4C61C}"/>
                  </a:ext>
                </a:extLst>
              </p:cNvPr>
              <p:cNvSpPr txBox="1"/>
              <p:nvPr/>
            </p:nvSpPr>
            <p:spPr>
              <a:xfrm>
                <a:off x="6254343" y="234028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B5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4B5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1" name="Comp 181">
                <a:extLst>
                  <a:ext uri="{FF2B5EF4-FFF2-40B4-BE49-F238E27FC236}">
                    <a16:creationId xmlns:a16="http://schemas.microsoft.com/office/drawing/2014/main" id="{45FB1091-D8B2-4EC7-B6C4-A89C453E7A3E}"/>
                  </a:ext>
                </a:extLst>
              </p:cNvPr>
              <p:cNvSpPr txBox="1"/>
              <p:nvPr/>
            </p:nvSpPr>
            <p:spPr>
              <a:xfrm>
                <a:off x="6254343" y="233364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4B5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4B5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2" name="Comp 182">
                <a:extLst>
                  <a:ext uri="{FF2B5EF4-FFF2-40B4-BE49-F238E27FC236}">
                    <a16:creationId xmlns:a16="http://schemas.microsoft.com/office/drawing/2014/main" id="{58D9AE68-79BD-429A-ACA1-90F97095CB2B}"/>
                  </a:ext>
                </a:extLst>
              </p:cNvPr>
              <p:cNvSpPr txBox="1"/>
              <p:nvPr/>
            </p:nvSpPr>
            <p:spPr>
              <a:xfrm>
                <a:off x="6254343" y="232700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B4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3B4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3" name="Comp 183">
                <a:extLst>
                  <a:ext uri="{FF2B5EF4-FFF2-40B4-BE49-F238E27FC236}">
                    <a16:creationId xmlns:a16="http://schemas.microsoft.com/office/drawing/2014/main" id="{0FADDBA0-EA2B-401B-A475-021EBD15C930}"/>
                  </a:ext>
                </a:extLst>
              </p:cNvPr>
              <p:cNvSpPr txBox="1"/>
              <p:nvPr/>
            </p:nvSpPr>
            <p:spPr>
              <a:xfrm>
                <a:off x="6254343" y="2320367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3B4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3B4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4" name="Comp 184">
                <a:extLst>
                  <a:ext uri="{FF2B5EF4-FFF2-40B4-BE49-F238E27FC236}">
                    <a16:creationId xmlns:a16="http://schemas.microsoft.com/office/drawing/2014/main" id="{64C5CD41-5318-498C-BBBE-34D885C1DC59}"/>
                  </a:ext>
                </a:extLst>
              </p:cNvPr>
              <p:cNvSpPr txBox="1"/>
              <p:nvPr/>
            </p:nvSpPr>
            <p:spPr>
              <a:xfrm>
                <a:off x="6254343" y="231372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3A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2B3A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5" name="Comp 185">
                <a:extLst>
                  <a:ext uri="{FF2B5EF4-FFF2-40B4-BE49-F238E27FC236}">
                    <a16:creationId xmlns:a16="http://schemas.microsoft.com/office/drawing/2014/main" id="{1EE857CC-319F-41BC-8EF3-5988B421F5E8}"/>
                  </a:ext>
                </a:extLst>
              </p:cNvPr>
              <p:cNvSpPr txBox="1"/>
              <p:nvPr/>
            </p:nvSpPr>
            <p:spPr>
              <a:xfrm>
                <a:off x="6254343" y="230708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3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2B3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6" name="Comp 186">
                <a:extLst>
                  <a:ext uri="{FF2B5EF4-FFF2-40B4-BE49-F238E27FC236}">
                    <a16:creationId xmlns:a16="http://schemas.microsoft.com/office/drawing/2014/main" id="{A6A53157-482B-449A-A660-A6E24F096CCC}"/>
                  </a:ext>
                </a:extLst>
              </p:cNvPr>
              <p:cNvSpPr txBox="1"/>
              <p:nvPr/>
            </p:nvSpPr>
            <p:spPr>
              <a:xfrm>
                <a:off x="6254343" y="230044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2B2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2B2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7" name="Comp 187">
                <a:extLst>
                  <a:ext uri="{FF2B5EF4-FFF2-40B4-BE49-F238E27FC236}">
                    <a16:creationId xmlns:a16="http://schemas.microsoft.com/office/drawing/2014/main" id="{BF06DEA2-8609-4008-A9EA-D1F59D78DF12}"/>
                  </a:ext>
                </a:extLst>
              </p:cNvPr>
              <p:cNvSpPr txBox="1"/>
              <p:nvPr/>
            </p:nvSpPr>
            <p:spPr>
              <a:xfrm>
                <a:off x="6254343" y="229380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B2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1B2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8" name="Comp 188">
                <a:extLst>
                  <a:ext uri="{FF2B5EF4-FFF2-40B4-BE49-F238E27FC236}">
                    <a16:creationId xmlns:a16="http://schemas.microsoft.com/office/drawing/2014/main" id="{830A1445-CF79-439D-8220-6B4FBCF0CDF6}"/>
                  </a:ext>
                </a:extLst>
              </p:cNvPr>
              <p:cNvSpPr txBox="1"/>
              <p:nvPr/>
            </p:nvSpPr>
            <p:spPr>
              <a:xfrm>
                <a:off x="6254343" y="228716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1B1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1B1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89" name="Comp 189">
                <a:extLst>
                  <a:ext uri="{FF2B5EF4-FFF2-40B4-BE49-F238E27FC236}">
                    <a16:creationId xmlns:a16="http://schemas.microsoft.com/office/drawing/2014/main" id="{37FDC8F8-3E89-433F-BD98-8ECC566A69F2}"/>
                  </a:ext>
                </a:extLst>
              </p:cNvPr>
              <p:cNvSpPr txBox="1"/>
              <p:nvPr/>
            </p:nvSpPr>
            <p:spPr>
              <a:xfrm>
                <a:off x="6254343" y="228052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B0A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0B0A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0" name="Comp 190">
                <a:extLst>
                  <a:ext uri="{FF2B5EF4-FFF2-40B4-BE49-F238E27FC236}">
                    <a16:creationId xmlns:a16="http://schemas.microsoft.com/office/drawing/2014/main" id="{405A0D19-273B-45A9-AFF3-D21A3F8AB7FE}"/>
                  </a:ext>
                </a:extLst>
              </p:cNvPr>
              <p:cNvSpPr txBox="1"/>
              <p:nvPr/>
            </p:nvSpPr>
            <p:spPr>
              <a:xfrm>
                <a:off x="6254343" y="2273886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B0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0B0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1" name="Comp 191">
                <a:extLst>
                  <a:ext uri="{FF2B5EF4-FFF2-40B4-BE49-F238E27FC236}">
                    <a16:creationId xmlns:a16="http://schemas.microsoft.com/office/drawing/2014/main" id="{DF3BCE7E-FD74-48EF-85BC-7FDCE29CDD5B}"/>
                  </a:ext>
                </a:extLst>
              </p:cNvPr>
              <p:cNvSpPr txBox="1"/>
              <p:nvPr/>
            </p:nvSpPr>
            <p:spPr>
              <a:xfrm>
                <a:off x="6254343" y="226724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AF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C0AF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2" name="Comp 192">
                <a:extLst>
                  <a:ext uri="{FF2B5EF4-FFF2-40B4-BE49-F238E27FC236}">
                    <a16:creationId xmlns:a16="http://schemas.microsoft.com/office/drawing/2014/main" id="{2C624B2F-8A3C-477B-87F6-4134AC6AC65F}"/>
                  </a:ext>
                </a:extLst>
              </p:cNvPr>
              <p:cNvSpPr txBox="1"/>
              <p:nvPr/>
            </p:nvSpPr>
            <p:spPr>
              <a:xfrm>
                <a:off x="6254343" y="226060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AF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FAF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3" name="Comp 193">
                <a:extLst>
                  <a:ext uri="{FF2B5EF4-FFF2-40B4-BE49-F238E27FC236}">
                    <a16:creationId xmlns:a16="http://schemas.microsoft.com/office/drawing/2014/main" id="{7988B14E-0F29-44ED-B0EE-B34683E6E46F}"/>
                  </a:ext>
                </a:extLst>
              </p:cNvPr>
              <p:cNvSpPr txBox="1"/>
              <p:nvPr/>
            </p:nvSpPr>
            <p:spPr>
              <a:xfrm>
                <a:off x="6254343" y="225396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FAE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FAE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4" name="Comp 194">
                <a:extLst>
                  <a:ext uri="{FF2B5EF4-FFF2-40B4-BE49-F238E27FC236}">
                    <a16:creationId xmlns:a16="http://schemas.microsoft.com/office/drawing/2014/main" id="{23ED27BE-2FED-47EF-8ADA-10E026199CDD}"/>
                  </a:ext>
                </a:extLst>
              </p:cNvPr>
              <p:cNvSpPr txBox="1"/>
              <p:nvPr/>
            </p:nvSpPr>
            <p:spPr>
              <a:xfrm>
                <a:off x="6254343" y="224732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AEA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EAEA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5" name="Comp 195">
                <a:extLst>
                  <a:ext uri="{FF2B5EF4-FFF2-40B4-BE49-F238E27FC236}">
                    <a16:creationId xmlns:a16="http://schemas.microsoft.com/office/drawing/2014/main" id="{03135F03-AD23-4C5D-9527-0459A1C7E610}"/>
                  </a:ext>
                </a:extLst>
              </p:cNvPr>
              <p:cNvSpPr txBox="1"/>
              <p:nvPr/>
            </p:nvSpPr>
            <p:spPr>
              <a:xfrm>
                <a:off x="6254343" y="224068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EAD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EAD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6" name="Comp 196">
                <a:extLst>
                  <a:ext uri="{FF2B5EF4-FFF2-40B4-BE49-F238E27FC236}">
                    <a16:creationId xmlns:a16="http://schemas.microsoft.com/office/drawing/2014/main" id="{E6A71CCE-E6E2-445C-90C6-B55653870868}"/>
                  </a:ext>
                </a:extLst>
              </p:cNvPr>
              <p:cNvSpPr txBox="1"/>
              <p:nvPr/>
            </p:nvSpPr>
            <p:spPr>
              <a:xfrm>
                <a:off x="6254343" y="223404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D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DAD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7" name="Comp 197">
                <a:extLst>
                  <a:ext uri="{FF2B5EF4-FFF2-40B4-BE49-F238E27FC236}">
                    <a16:creationId xmlns:a16="http://schemas.microsoft.com/office/drawing/2014/main" id="{1D1BB8F7-87C9-47BE-87E2-A9A971F93BB8}"/>
                  </a:ext>
                </a:extLst>
              </p:cNvPr>
              <p:cNvSpPr txBox="1"/>
              <p:nvPr/>
            </p:nvSpPr>
            <p:spPr>
              <a:xfrm>
                <a:off x="6254343" y="2227405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C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DAC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8" name="Comp 198">
                <a:extLst>
                  <a:ext uri="{FF2B5EF4-FFF2-40B4-BE49-F238E27FC236}">
                    <a16:creationId xmlns:a16="http://schemas.microsoft.com/office/drawing/2014/main" id="{AEE23BC1-FE06-4B59-B04C-B0E7F85FF621}"/>
                  </a:ext>
                </a:extLst>
              </p:cNvPr>
              <p:cNvSpPr txBox="1"/>
              <p:nvPr/>
            </p:nvSpPr>
            <p:spPr>
              <a:xfrm>
                <a:off x="6254343" y="222076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DAC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DAC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199" name="Comp 199">
                <a:extLst>
                  <a:ext uri="{FF2B5EF4-FFF2-40B4-BE49-F238E27FC236}">
                    <a16:creationId xmlns:a16="http://schemas.microsoft.com/office/drawing/2014/main" id="{4A577619-5306-4416-8E25-B038E05A16D7}"/>
                  </a:ext>
                </a:extLst>
              </p:cNvPr>
              <p:cNvSpPr txBox="1"/>
              <p:nvPr/>
            </p:nvSpPr>
            <p:spPr>
              <a:xfrm>
                <a:off x="6254343" y="221412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AB9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CAB9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0" name="Comp 200">
                <a:extLst>
                  <a:ext uri="{FF2B5EF4-FFF2-40B4-BE49-F238E27FC236}">
                    <a16:creationId xmlns:a16="http://schemas.microsoft.com/office/drawing/2014/main" id="{ACFA0242-3C7B-49C6-8B51-C629A83CE600}"/>
                  </a:ext>
                </a:extLst>
              </p:cNvPr>
              <p:cNvSpPr txBox="1"/>
              <p:nvPr/>
            </p:nvSpPr>
            <p:spPr>
              <a:xfrm>
                <a:off x="6254343" y="220748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CAB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CAB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1" name="Comp 201">
                <a:extLst>
                  <a:ext uri="{FF2B5EF4-FFF2-40B4-BE49-F238E27FC236}">
                    <a16:creationId xmlns:a16="http://schemas.microsoft.com/office/drawing/2014/main" id="{2A05B0DA-204E-4C2F-871E-423336B031E2}"/>
                  </a:ext>
                </a:extLst>
              </p:cNvPr>
              <p:cNvSpPr txBox="1"/>
              <p:nvPr/>
            </p:nvSpPr>
            <p:spPr>
              <a:xfrm>
                <a:off x="6254343" y="220084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A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BAA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2" name="Comp 202">
                <a:extLst>
                  <a:ext uri="{FF2B5EF4-FFF2-40B4-BE49-F238E27FC236}">
                    <a16:creationId xmlns:a16="http://schemas.microsoft.com/office/drawing/2014/main" id="{5C39B9E1-5E96-4A4B-82E8-26D086F62BCC}"/>
                  </a:ext>
                </a:extLst>
              </p:cNvPr>
              <p:cNvSpPr txBox="1"/>
              <p:nvPr/>
            </p:nvSpPr>
            <p:spPr>
              <a:xfrm>
                <a:off x="6254343" y="219420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A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BAA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3" name="Comp 203">
                <a:extLst>
                  <a:ext uri="{FF2B5EF4-FFF2-40B4-BE49-F238E27FC236}">
                    <a16:creationId xmlns:a16="http://schemas.microsoft.com/office/drawing/2014/main" id="{3A7DD730-4193-474B-A98D-CDE8B3ABED40}"/>
                  </a:ext>
                </a:extLst>
              </p:cNvPr>
              <p:cNvSpPr txBox="1"/>
              <p:nvPr/>
            </p:nvSpPr>
            <p:spPr>
              <a:xfrm>
                <a:off x="6254343" y="218756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BA9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BA9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4" name="Comp 204">
                <a:extLst>
                  <a:ext uri="{FF2B5EF4-FFF2-40B4-BE49-F238E27FC236}">
                    <a16:creationId xmlns:a16="http://schemas.microsoft.com/office/drawing/2014/main" id="{F27C25B1-1017-4168-A34B-C7A32F9D67BB}"/>
                  </a:ext>
                </a:extLst>
              </p:cNvPr>
              <p:cNvSpPr txBox="1"/>
              <p:nvPr/>
            </p:nvSpPr>
            <p:spPr>
              <a:xfrm>
                <a:off x="6254343" y="218092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A9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AA9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5" name="Comp 205">
                <a:extLst>
                  <a:ext uri="{FF2B5EF4-FFF2-40B4-BE49-F238E27FC236}">
                    <a16:creationId xmlns:a16="http://schemas.microsoft.com/office/drawing/2014/main" id="{4014107F-A1EB-4A21-B64A-C47C833C6273}"/>
                  </a:ext>
                </a:extLst>
              </p:cNvPr>
              <p:cNvSpPr txBox="1"/>
              <p:nvPr/>
            </p:nvSpPr>
            <p:spPr>
              <a:xfrm>
                <a:off x="6254343" y="2174284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AA8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AA8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6" name="Comp 206">
                <a:extLst>
                  <a:ext uri="{FF2B5EF4-FFF2-40B4-BE49-F238E27FC236}">
                    <a16:creationId xmlns:a16="http://schemas.microsoft.com/office/drawing/2014/main" id="{7B822927-CFE9-49E5-BD0E-C1FE59CAFF3D}"/>
                  </a:ext>
                </a:extLst>
              </p:cNvPr>
              <p:cNvSpPr txBox="1"/>
              <p:nvPr/>
            </p:nvSpPr>
            <p:spPr>
              <a:xfrm>
                <a:off x="6254343" y="216764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8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9A8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7" name="Comp 207">
                <a:extLst>
                  <a:ext uri="{FF2B5EF4-FFF2-40B4-BE49-F238E27FC236}">
                    <a16:creationId xmlns:a16="http://schemas.microsoft.com/office/drawing/2014/main" id="{A7B9A4FD-9FA0-48B7-A03C-A20C27EA6EFA}"/>
                  </a:ext>
                </a:extLst>
              </p:cNvPr>
              <p:cNvSpPr txBox="1"/>
              <p:nvPr/>
            </p:nvSpPr>
            <p:spPr>
              <a:xfrm>
                <a:off x="6254343" y="2161003"/>
                <a:ext cx="1632178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7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B9A7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08" name="Comp 208">
                <a:extLst>
                  <a:ext uri="{FF2B5EF4-FFF2-40B4-BE49-F238E27FC236}">
                    <a16:creationId xmlns:a16="http://schemas.microsoft.com/office/drawing/2014/main" id="{7040D596-B7A2-4EDB-A24C-7D4CA922057A}"/>
                  </a:ext>
                </a:extLst>
              </p:cNvPr>
              <p:cNvSpPr txBox="1"/>
              <p:nvPr/>
            </p:nvSpPr>
            <p:spPr>
              <a:xfrm>
                <a:off x="6254343" y="2154363"/>
                <a:ext cx="1632178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B9A7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B9A7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209" name="Comp 209">
              <a:extLst>
                <a:ext uri="{FF2B5EF4-FFF2-40B4-BE49-F238E27FC236}">
                  <a16:creationId xmlns:a16="http://schemas.microsoft.com/office/drawing/2014/main" id="{C3F49713-7AC5-4790-9728-BB7D41D6538C}"/>
                </a:ext>
              </a:extLst>
            </p:cNvPr>
            <p:cNvGrpSpPr/>
            <p:nvPr/>
          </p:nvGrpSpPr>
          <p:grpSpPr>
            <a:xfrm>
              <a:off x="4305479" y="2355767"/>
              <a:ext cx="1438214" cy="2532702"/>
              <a:chOff x="4305479" y="2355767"/>
              <a:chExt cx="1438214" cy="2532702"/>
            </a:xfrm>
          </p:grpSpPr>
          <p:sp>
            <p:nvSpPr>
              <p:cNvPr id="210" name="Comp 210">
                <a:extLst>
                  <a:ext uri="{FF2B5EF4-FFF2-40B4-BE49-F238E27FC236}">
                    <a16:creationId xmlns:a16="http://schemas.microsoft.com/office/drawing/2014/main" id="{0CCB5361-264E-431F-8C68-CEC5B28199A3}"/>
                  </a:ext>
                </a:extLst>
              </p:cNvPr>
              <p:cNvSpPr txBox="1"/>
              <p:nvPr/>
            </p:nvSpPr>
            <p:spPr>
              <a:xfrm>
                <a:off x="4305479" y="3026421"/>
                <a:ext cx="143821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BBAD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8BBAD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1" name="Comp 211">
                <a:extLst>
                  <a:ext uri="{FF2B5EF4-FFF2-40B4-BE49-F238E27FC236}">
                    <a16:creationId xmlns:a16="http://schemas.microsoft.com/office/drawing/2014/main" id="{681290DA-AF3C-4342-AB89-F478B4793CA6}"/>
                  </a:ext>
                </a:extLst>
              </p:cNvPr>
              <p:cNvSpPr txBox="1"/>
              <p:nvPr/>
            </p:nvSpPr>
            <p:spPr>
              <a:xfrm>
                <a:off x="4305479" y="301978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AB9D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AB9D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2" name="Comp 212">
                <a:extLst>
                  <a:ext uri="{FF2B5EF4-FFF2-40B4-BE49-F238E27FC236}">
                    <a16:creationId xmlns:a16="http://schemas.microsoft.com/office/drawing/2014/main" id="{2FFF624C-DA1D-4BBF-8788-D68DD86E4C9A}"/>
                  </a:ext>
                </a:extLst>
              </p:cNvPr>
              <p:cNvSpPr txBox="1"/>
              <p:nvPr/>
            </p:nvSpPr>
            <p:spPr>
              <a:xfrm>
                <a:off x="4305479" y="301314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9B8D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9B8D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3" name="Comp 213">
                <a:extLst>
                  <a:ext uri="{FF2B5EF4-FFF2-40B4-BE49-F238E27FC236}">
                    <a16:creationId xmlns:a16="http://schemas.microsoft.com/office/drawing/2014/main" id="{8BD4895F-05E6-48F0-A1F2-AD52F36C42EA}"/>
                  </a:ext>
                </a:extLst>
              </p:cNvPr>
              <p:cNvSpPr txBox="1"/>
              <p:nvPr/>
            </p:nvSpPr>
            <p:spPr>
              <a:xfrm>
                <a:off x="4305479" y="300650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8B7D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8B7D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4" name="Comp 214">
                <a:extLst>
                  <a:ext uri="{FF2B5EF4-FFF2-40B4-BE49-F238E27FC236}">
                    <a16:creationId xmlns:a16="http://schemas.microsoft.com/office/drawing/2014/main" id="{E9E7B2A2-0B92-4453-AB82-69A2335F213E}"/>
                  </a:ext>
                </a:extLst>
              </p:cNvPr>
              <p:cNvSpPr txBox="1"/>
              <p:nvPr/>
            </p:nvSpPr>
            <p:spPr>
              <a:xfrm>
                <a:off x="4305479" y="299986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7B6D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7B6D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5" name="Comp 215">
                <a:extLst>
                  <a:ext uri="{FF2B5EF4-FFF2-40B4-BE49-F238E27FC236}">
                    <a16:creationId xmlns:a16="http://schemas.microsoft.com/office/drawing/2014/main" id="{F665942B-9776-4621-ABF9-EED026DD9EE3}"/>
                  </a:ext>
                </a:extLst>
              </p:cNvPr>
              <p:cNvSpPr txBox="1"/>
              <p:nvPr/>
            </p:nvSpPr>
            <p:spPr>
              <a:xfrm>
                <a:off x="4305479" y="299322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6B5C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6B5C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6" name="Comp 216">
                <a:extLst>
                  <a:ext uri="{FF2B5EF4-FFF2-40B4-BE49-F238E27FC236}">
                    <a16:creationId xmlns:a16="http://schemas.microsoft.com/office/drawing/2014/main" id="{110AB8D1-E1E7-45D4-9CD5-2B3B80E26C0D}"/>
                  </a:ext>
                </a:extLst>
              </p:cNvPr>
              <p:cNvSpPr txBox="1"/>
              <p:nvPr/>
            </p:nvSpPr>
            <p:spPr>
              <a:xfrm>
                <a:off x="4305479" y="298658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5B4C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5B4C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7" name="Comp 217">
                <a:extLst>
                  <a:ext uri="{FF2B5EF4-FFF2-40B4-BE49-F238E27FC236}">
                    <a16:creationId xmlns:a16="http://schemas.microsoft.com/office/drawing/2014/main" id="{C85D78A5-409A-4EF6-8D50-482FB72B3254}"/>
                  </a:ext>
                </a:extLst>
              </p:cNvPr>
              <p:cNvSpPr txBox="1"/>
              <p:nvPr/>
            </p:nvSpPr>
            <p:spPr>
              <a:xfrm>
                <a:off x="4305479" y="297994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4B3C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4B3C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8" name="Comp 218">
                <a:extLst>
                  <a:ext uri="{FF2B5EF4-FFF2-40B4-BE49-F238E27FC236}">
                    <a16:creationId xmlns:a16="http://schemas.microsoft.com/office/drawing/2014/main" id="{296239D0-C81B-4551-B8A1-98ED41C3A8D0}"/>
                  </a:ext>
                </a:extLst>
              </p:cNvPr>
              <p:cNvSpPr txBox="1"/>
              <p:nvPr/>
            </p:nvSpPr>
            <p:spPr>
              <a:xfrm>
                <a:off x="4305479" y="297330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3B2C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3B2C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19" name="Comp 219">
                <a:extLst>
                  <a:ext uri="{FF2B5EF4-FFF2-40B4-BE49-F238E27FC236}">
                    <a16:creationId xmlns:a16="http://schemas.microsoft.com/office/drawing/2014/main" id="{059D6712-9AD2-40F6-994D-03DF096BAA31}"/>
                  </a:ext>
                </a:extLst>
              </p:cNvPr>
              <p:cNvSpPr txBox="1"/>
              <p:nvPr/>
            </p:nvSpPr>
            <p:spPr>
              <a:xfrm>
                <a:off x="4305479" y="296666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2B1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2B1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0" name="Comp 220">
                <a:extLst>
                  <a:ext uri="{FF2B5EF4-FFF2-40B4-BE49-F238E27FC236}">
                    <a16:creationId xmlns:a16="http://schemas.microsoft.com/office/drawing/2014/main" id="{2F88F334-A357-473C-A11E-19C466346095}"/>
                  </a:ext>
                </a:extLst>
              </p:cNvPr>
              <p:cNvSpPr txBox="1"/>
              <p:nvPr/>
            </p:nvSpPr>
            <p:spPr>
              <a:xfrm>
                <a:off x="4305479" y="296002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1B0C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1B0C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1" name="Comp 221">
                <a:extLst>
                  <a:ext uri="{FF2B5EF4-FFF2-40B4-BE49-F238E27FC236}">
                    <a16:creationId xmlns:a16="http://schemas.microsoft.com/office/drawing/2014/main" id="{4797A3B3-9CDC-480C-AEF7-CDBD60678BF5}"/>
                  </a:ext>
                </a:extLst>
              </p:cNvPr>
              <p:cNvSpPr txBox="1"/>
              <p:nvPr/>
            </p:nvSpPr>
            <p:spPr>
              <a:xfrm>
                <a:off x="4305479" y="295338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AFC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0AFC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2" name="Comp 222">
                <a:extLst>
                  <a:ext uri="{FF2B5EF4-FFF2-40B4-BE49-F238E27FC236}">
                    <a16:creationId xmlns:a16="http://schemas.microsoft.com/office/drawing/2014/main" id="{D2C742E5-5BD7-4CDF-8CE1-7174B1CC0F8F}"/>
                  </a:ext>
                </a:extLst>
              </p:cNvPr>
              <p:cNvSpPr txBox="1"/>
              <p:nvPr/>
            </p:nvSpPr>
            <p:spPr>
              <a:xfrm>
                <a:off x="4305479" y="294674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80AEC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80AEC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3" name="Comp 223">
                <a:extLst>
                  <a:ext uri="{FF2B5EF4-FFF2-40B4-BE49-F238E27FC236}">
                    <a16:creationId xmlns:a16="http://schemas.microsoft.com/office/drawing/2014/main" id="{6A60BBBF-7049-4D07-8E39-84264D429B5A}"/>
                  </a:ext>
                </a:extLst>
              </p:cNvPr>
              <p:cNvSpPr txBox="1"/>
              <p:nvPr/>
            </p:nvSpPr>
            <p:spPr>
              <a:xfrm>
                <a:off x="4305479" y="294009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FADC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FADC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4" name="Comp 224">
                <a:extLst>
                  <a:ext uri="{FF2B5EF4-FFF2-40B4-BE49-F238E27FC236}">
                    <a16:creationId xmlns:a16="http://schemas.microsoft.com/office/drawing/2014/main" id="{E2A27370-6778-42C2-B477-BB5135ACA11A}"/>
                  </a:ext>
                </a:extLst>
              </p:cNvPr>
              <p:cNvSpPr txBox="1"/>
              <p:nvPr/>
            </p:nvSpPr>
            <p:spPr>
              <a:xfrm>
                <a:off x="4305479" y="293345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EACC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EACC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5" name="Comp 225">
                <a:extLst>
                  <a:ext uri="{FF2B5EF4-FFF2-40B4-BE49-F238E27FC236}">
                    <a16:creationId xmlns:a16="http://schemas.microsoft.com/office/drawing/2014/main" id="{29A78DE6-957D-4558-AA3F-4120CD657CF4}"/>
                  </a:ext>
                </a:extLst>
              </p:cNvPr>
              <p:cNvSpPr txBox="1"/>
              <p:nvPr/>
            </p:nvSpPr>
            <p:spPr>
              <a:xfrm>
                <a:off x="4305479" y="292681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DABC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DABC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6" name="Comp 226">
                <a:extLst>
                  <a:ext uri="{FF2B5EF4-FFF2-40B4-BE49-F238E27FC236}">
                    <a16:creationId xmlns:a16="http://schemas.microsoft.com/office/drawing/2014/main" id="{3E23636A-AB90-4E51-BA30-F14E287D62F7}"/>
                  </a:ext>
                </a:extLst>
              </p:cNvPr>
              <p:cNvSpPr txBox="1"/>
              <p:nvPr/>
            </p:nvSpPr>
            <p:spPr>
              <a:xfrm>
                <a:off x="4305479" y="292017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CAAC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CAAC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7" name="Comp 227">
                <a:extLst>
                  <a:ext uri="{FF2B5EF4-FFF2-40B4-BE49-F238E27FC236}">
                    <a16:creationId xmlns:a16="http://schemas.microsoft.com/office/drawing/2014/main" id="{1CC83012-2644-499D-A670-D7DAA545EBA5}"/>
                  </a:ext>
                </a:extLst>
              </p:cNvPr>
              <p:cNvSpPr txBox="1"/>
              <p:nvPr/>
            </p:nvSpPr>
            <p:spPr>
              <a:xfrm>
                <a:off x="4305479" y="291353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BA9C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BA9C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8" name="Comp 228">
                <a:extLst>
                  <a:ext uri="{FF2B5EF4-FFF2-40B4-BE49-F238E27FC236}">
                    <a16:creationId xmlns:a16="http://schemas.microsoft.com/office/drawing/2014/main" id="{99F69DE8-C1CB-42D6-A0D0-361032EA05BE}"/>
                  </a:ext>
                </a:extLst>
              </p:cNvPr>
              <p:cNvSpPr txBox="1"/>
              <p:nvPr/>
            </p:nvSpPr>
            <p:spPr>
              <a:xfrm>
                <a:off x="4305479" y="290689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AA8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AA8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29" name="Comp 229">
                <a:extLst>
                  <a:ext uri="{FF2B5EF4-FFF2-40B4-BE49-F238E27FC236}">
                    <a16:creationId xmlns:a16="http://schemas.microsoft.com/office/drawing/2014/main" id="{2D67457D-996A-47B8-8F0A-71096055BA0A}"/>
                  </a:ext>
                </a:extLst>
              </p:cNvPr>
              <p:cNvSpPr txBox="1"/>
              <p:nvPr/>
            </p:nvSpPr>
            <p:spPr>
              <a:xfrm>
                <a:off x="4305479" y="290025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9A7C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9A7C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0" name="Comp 230">
                <a:extLst>
                  <a:ext uri="{FF2B5EF4-FFF2-40B4-BE49-F238E27FC236}">
                    <a16:creationId xmlns:a16="http://schemas.microsoft.com/office/drawing/2014/main" id="{B60B192B-9F97-478E-A9B7-A54FB4A8CD1E}"/>
                  </a:ext>
                </a:extLst>
              </p:cNvPr>
              <p:cNvSpPr txBox="1"/>
              <p:nvPr/>
            </p:nvSpPr>
            <p:spPr>
              <a:xfrm>
                <a:off x="4305479" y="289361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8A6C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8A6C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1" name="Comp 231">
                <a:extLst>
                  <a:ext uri="{FF2B5EF4-FFF2-40B4-BE49-F238E27FC236}">
                    <a16:creationId xmlns:a16="http://schemas.microsoft.com/office/drawing/2014/main" id="{3DDADB72-19C5-45E6-A259-8EED58E04B44}"/>
                  </a:ext>
                </a:extLst>
              </p:cNvPr>
              <p:cNvSpPr txBox="1"/>
              <p:nvPr/>
            </p:nvSpPr>
            <p:spPr>
              <a:xfrm>
                <a:off x="4305479" y="288697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7A5C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7A5C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2" name="Comp 232">
                <a:extLst>
                  <a:ext uri="{FF2B5EF4-FFF2-40B4-BE49-F238E27FC236}">
                    <a16:creationId xmlns:a16="http://schemas.microsoft.com/office/drawing/2014/main" id="{A38CBAF1-6197-4A23-8BBE-D89492B541DE}"/>
                  </a:ext>
                </a:extLst>
              </p:cNvPr>
              <p:cNvSpPr txBox="1"/>
              <p:nvPr/>
            </p:nvSpPr>
            <p:spPr>
              <a:xfrm>
                <a:off x="4305479" y="288033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6A4C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6A4C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3" name="Comp 233">
                <a:extLst>
                  <a:ext uri="{FF2B5EF4-FFF2-40B4-BE49-F238E27FC236}">
                    <a16:creationId xmlns:a16="http://schemas.microsoft.com/office/drawing/2014/main" id="{16D7E7AE-0337-493D-8F88-43430EE40A89}"/>
                  </a:ext>
                </a:extLst>
              </p:cNvPr>
              <p:cNvSpPr txBox="1"/>
              <p:nvPr/>
            </p:nvSpPr>
            <p:spPr>
              <a:xfrm>
                <a:off x="4305479" y="287369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6A3B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6A3B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4" name="Comp 234">
                <a:extLst>
                  <a:ext uri="{FF2B5EF4-FFF2-40B4-BE49-F238E27FC236}">
                    <a16:creationId xmlns:a16="http://schemas.microsoft.com/office/drawing/2014/main" id="{3F416027-8B54-4EEC-871E-89DFE23A6DFB}"/>
                  </a:ext>
                </a:extLst>
              </p:cNvPr>
              <p:cNvSpPr txBox="1"/>
              <p:nvPr/>
            </p:nvSpPr>
            <p:spPr>
              <a:xfrm>
                <a:off x="4305479" y="286705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5A2B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5A2B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5" name="Comp 235">
                <a:extLst>
                  <a:ext uri="{FF2B5EF4-FFF2-40B4-BE49-F238E27FC236}">
                    <a16:creationId xmlns:a16="http://schemas.microsoft.com/office/drawing/2014/main" id="{A94769A8-3938-497C-BAB6-B807623817FD}"/>
                  </a:ext>
                </a:extLst>
              </p:cNvPr>
              <p:cNvSpPr txBox="1"/>
              <p:nvPr/>
            </p:nvSpPr>
            <p:spPr>
              <a:xfrm>
                <a:off x="4305479" y="286041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4A1B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4A1B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6" name="Comp 236">
                <a:extLst>
                  <a:ext uri="{FF2B5EF4-FFF2-40B4-BE49-F238E27FC236}">
                    <a16:creationId xmlns:a16="http://schemas.microsoft.com/office/drawing/2014/main" id="{029CFF89-7644-4ECD-A00D-664162059370}"/>
                  </a:ext>
                </a:extLst>
              </p:cNvPr>
              <p:cNvSpPr txBox="1"/>
              <p:nvPr/>
            </p:nvSpPr>
            <p:spPr>
              <a:xfrm>
                <a:off x="4305479" y="285377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3A0B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3A0B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7" name="Comp 237">
                <a:extLst>
                  <a:ext uri="{FF2B5EF4-FFF2-40B4-BE49-F238E27FC236}">
                    <a16:creationId xmlns:a16="http://schemas.microsoft.com/office/drawing/2014/main" id="{EB57D9F1-58B8-496B-B5CE-7751C931749D}"/>
                  </a:ext>
                </a:extLst>
              </p:cNvPr>
              <p:cNvSpPr txBox="1"/>
              <p:nvPr/>
            </p:nvSpPr>
            <p:spPr>
              <a:xfrm>
                <a:off x="4305479" y="284713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29F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29F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8" name="Comp 238">
                <a:extLst>
                  <a:ext uri="{FF2B5EF4-FFF2-40B4-BE49-F238E27FC236}">
                    <a16:creationId xmlns:a16="http://schemas.microsoft.com/office/drawing/2014/main" id="{5E25C70E-5868-4A73-AC3E-6BD918506C0B}"/>
                  </a:ext>
                </a:extLst>
              </p:cNvPr>
              <p:cNvSpPr txBox="1"/>
              <p:nvPr/>
            </p:nvSpPr>
            <p:spPr>
              <a:xfrm>
                <a:off x="4305479" y="284049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19EB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19EB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39" name="Comp 239">
                <a:extLst>
                  <a:ext uri="{FF2B5EF4-FFF2-40B4-BE49-F238E27FC236}">
                    <a16:creationId xmlns:a16="http://schemas.microsoft.com/office/drawing/2014/main" id="{3CF29913-DA47-4C7E-AD93-FD9FA45AF27D}"/>
                  </a:ext>
                </a:extLst>
              </p:cNvPr>
              <p:cNvSpPr txBox="1"/>
              <p:nvPr/>
            </p:nvSpPr>
            <p:spPr>
              <a:xfrm>
                <a:off x="4305479" y="283385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709DB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709DB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0" name="Comp 240">
                <a:extLst>
                  <a:ext uri="{FF2B5EF4-FFF2-40B4-BE49-F238E27FC236}">
                    <a16:creationId xmlns:a16="http://schemas.microsoft.com/office/drawing/2014/main" id="{DBF72A6D-13C2-477A-9831-4DD0048865E6}"/>
                  </a:ext>
                </a:extLst>
              </p:cNvPr>
              <p:cNvSpPr txBox="1"/>
              <p:nvPr/>
            </p:nvSpPr>
            <p:spPr>
              <a:xfrm>
                <a:off x="4305479" y="282721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F9CB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F9CB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1" name="Comp 241">
                <a:extLst>
                  <a:ext uri="{FF2B5EF4-FFF2-40B4-BE49-F238E27FC236}">
                    <a16:creationId xmlns:a16="http://schemas.microsoft.com/office/drawing/2014/main" id="{3B03BF72-3651-456F-BA6A-B53CEEC5F180}"/>
                  </a:ext>
                </a:extLst>
              </p:cNvPr>
              <p:cNvSpPr txBox="1"/>
              <p:nvPr/>
            </p:nvSpPr>
            <p:spPr>
              <a:xfrm>
                <a:off x="4305479" y="282057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E9BB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E9BB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2" name="Comp 242">
                <a:extLst>
                  <a:ext uri="{FF2B5EF4-FFF2-40B4-BE49-F238E27FC236}">
                    <a16:creationId xmlns:a16="http://schemas.microsoft.com/office/drawing/2014/main" id="{A08827C3-6033-4BB1-ACA2-A8AB78511593}"/>
                  </a:ext>
                </a:extLst>
              </p:cNvPr>
              <p:cNvSpPr txBox="1"/>
              <p:nvPr/>
            </p:nvSpPr>
            <p:spPr>
              <a:xfrm>
                <a:off x="4305479" y="281393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D9AB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D9AB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3" name="Comp 243">
                <a:extLst>
                  <a:ext uri="{FF2B5EF4-FFF2-40B4-BE49-F238E27FC236}">
                    <a16:creationId xmlns:a16="http://schemas.microsoft.com/office/drawing/2014/main" id="{8A79EC97-5D06-42DB-8B4B-90290D6A0F3D}"/>
                  </a:ext>
                </a:extLst>
              </p:cNvPr>
              <p:cNvSpPr txBox="1"/>
              <p:nvPr/>
            </p:nvSpPr>
            <p:spPr>
              <a:xfrm>
                <a:off x="4305479" y="280729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C99B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C99B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4" name="Comp 244">
                <a:extLst>
                  <a:ext uri="{FF2B5EF4-FFF2-40B4-BE49-F238E27FC236}">
                    <a16:creationId xmlns:a16="http://schemas.microsoft.com/office/drawing/2014/main" id="{F16E44AC-B748-4D65-82B7-2AE980DB3FC1}"/>
                  </a:ext>
                </a:extLst>
              </p:cNvPr>
              <p:cNvSpPr txBox="1"/>
              <p:nvPr/>
            </p:nvSpPr>
            <p:spPr>
              <a:xfrm>
                <a:off x="4305479" y="280065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C98B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C98B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5" name="Comp 245">
                <a:extLst>
                  <a:ext uri="{FF2B5EF4-FFF2-40B4-BE49-F238E27FC236}">
                    <a16:creationId xmlns:a16="http://schemas.microsoft.com/office/drawing/2014/main" id="{A349C0E3-C583-4D8F-AC84-DDB35545E9B6}"/>
                  </a:ext>
                </a:extLst>
              </p:cNvPr>
              <p:cNvSpPr txBox="1"/>
              <p:nvPr/>
            </p:nvSpPr>
            <p:spPr>
              <a:xfrm>
                <a:off x="4305479" y="279401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B97B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B97B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6" name="Comp 246">
                <a:extLst>
                  <a:ext uri="{FF2B5EF4-FFF2-40B4-BE49-F238E27FC236}">
                    <a16:creationId xmlns:a16="http://schemas.microsoft.com/office/drawing/2014/main" id="{DA1BC546-887D-4C5F-84C7-27374906F313}"/>
                  </a:ext>
                </a:extLst>
              </p:cNvPr>
              <p:cNvSpPr txBox="1"/>
              <p:nvPr/>
            </p:nvSpPr>
            <p:spPr>
              <a:xfrm>
                <a:off x="4305479" y="278737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A96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A96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7" name="Comp 247">
                <a:extLst>
                  <a:ext uri="{FF2B5EF4-FFF2-40B4-BE49-F238E27FC236}">
                    <a16:creationId xmlns:a16="http://schemas.microsoft.com/office/drawing/2014/main" id="{62AB39F7-0717-46C7-A787-D9825DCF3BBD}"/>
                  </a:ext>
                </a:extLst>
              </p:cNvPr>
              <p:cNvSpPr txBox="1"/>
              <p:nvPr/>
            </p:nvSpPr>
            <p:spPr>
              <a:xfrm>
                <a:off x="4305479" y="278073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995B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995B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8" name="Comp 248">
                <a:extLst>
                  <a:ext uri="{FF2B5EF4-FFF2-40B4-BE49-F238E27FC236}">
                    <a16:creationId xmlns:a16="http://schemas.microsoft.com/office/drawing/2014/main" id="{5CA8B81D-0008-4356-9B1D-A08FFA860034}"/>
                  </a:ext>
                </a:extLst>
              </p:cNvPr>
              <p:cNvSpPr txBox="1"/>
              <p:nvPr/>
            </p:nvSpPr>
            <p:spPr>
              <a:xfrm>
                <a:off x="4305479" y="277409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894B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894B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49" name="Comp 249">
                <a:extLst>
                  <a:ext uri="{FF2B5EF4-FFF2-40B4-BE49-F238E27FC236}">
                    <a16:creationId xmlns:a16="http://schemas.microsoft.com/office/drawing/2014/main" id="{3833FFFB-6ABE-4018-B54E-2FB2444F34E4}"/>
                  </a:ext>
                </a:extLst>
              </p:cNvPr>
              <p:cNvSpPr txBox="1"/>
              <p:nvPr/>
            </p:nvSpPr>
            <p:spPr>
              <a:xfrm>
                <a:off x="4305479" y="276745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793B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793B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0" name="Comp 250">
                <a:extLst>
                  <a:ext uri="{FF2B5EF4-FFF2-40B4-BE49-F238E27FC236}">
                    <a16:creationId xmlns:a16="http://schemas.microsoft.com/office/drawing/2014/main" id="{24E6903B-2B07-462F-BF61-A93CFB258F99}"/>
                  </a:ext>
                </a:extLst>
              </p:cNvPr>
              <p:cNvSpPr txBox="1"/>
              <p:nvPr/>
            </p:nvSpPr>
            <p:spPr>
              <a:xfrm>
                <a:off x="4305479" y="2760816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692B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692B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1" name="Comp 251">
                <a:extLst>
                  <a:ext uri="{FF2B5EF4-FFF2-40B4-BE49-F238E27FC236}">
                    <a16:creationId xmlns:a16="http://schemas.microsoft.com/office/drawing/2014/main" id="{CE2D8622-0F89-410B-88CD-001BFDCF7606}"/>
                  </a:ext>
                </a:extLst>
              </p:cNvPr>
              <p:cNvSpPr txBox="1"/>
              <p:nvPr/>
            </p:nvSpPr>
            <p:spPr>
              <a:xfrm>
                <a:off x="4305479" y="275417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591A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591A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2" name="Comp 252">
                <a:extLst>
                  <a:ext uri="{FF2B5EF4-FFF2-40B4-BE49-F238E27FC236}">
                    <a16:creationId xmlns:a16="http://schemas.microsoft.com/office/drawing/2014/main" id="{DCFCCA09-4F08-4765-961E-B51D1E23748B}"/>
                  </a:ext>
                </a:extLst>
              </p:cNvPr>
              <p:cNvSpPr txBox="1"/>
              <p:nvPr/>
            </p:nvSpPr>
            <p:spPr>
              <a:xfrm>
                <a:off x="4305479" y="274753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490A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490A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3" name="Comp 253">
                <a:extLst>
                  <a:ext uri="{FF2B5EF4-FFF2-40B4-BE49-F238E27FC236}">
                    <a16:creationId xmlns:a16="http://schemas.microsoft.com/office/drawing/2014/main" id="{B12E23F8-633C-4DA1-A339-AFCB341D80FB}"/>
                  </a:ext>
                </a:extLst>
              </p:cNvPr>
              <p:cNvSpPr txBox="1"/>
              <p:nvPr/>
            </p:nvSpPr>
            <p:spPr>
              <a:xfrm>
                <a:off x="4305479" y="274089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38FA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38FA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4" name="Comp 254">
                <a:extLst>
                  <a:ext uri="{FF2B5EF4-FFF2-40B4-BE49-F238E27FC236}">
                    <a16:creationId xmlns:a16="http://schemas.microsoft.com/office/drawing/2014/main" id="{8621EDA7-FBF6-4115-985A-E89605DA58F8}"/>
                  </a:ext>
                </a:extLst>
              </p:cNvPr>
              <p:cNvSpPr txBox="1"/>
              <p:nvPr/>
            </p:nvSpPr>
            <p:spPr>
              <a:xfrm>
                <a:off x="4305479" y="273425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28EA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28EA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5" name="Comp 255">
                <a:extLst>
                  <a:ext uri="{FF2B5EF4-FFF2-40B4-BE49-F238E27FC236}">
                    <a16:creationId xmlns:a16="http://schemas.microsoft.com/office/drawing/2014/main" id="{A37EA1BB-B0E0-4D6C-B2B7-C816E9A8033B}"/>
                  </a:ext>
                </a:extLst>
              </p:cNvPr>
              <p:cNvSpPr txBox="1"/>
              <p:nvPr/>
            </p:nvSpPr>
            <p:spPr>
              <a:xfrm>
                <a:off x="4305479" y="272761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28D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28D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6" name="Comp 256">
                <a:extLst>
                  <a:ext uri="{FF2B5EF4-FFF2-40B4-BE49-F238E27FC236}">
                    <a16:creationId xmlns:a16="http://schemas.microsoft.com/office/drawing/2014/main" id="{C986FE2A-5988-4A35-A54D-864CFA1148A6}"/>
                  </a:ext>
                </a:extLst>
              </p:cNvPr>
              <p:cNvSpPr txBox="1"/>
              <p:nvPr/>
            </p:nvSpPr>
            <p:spPr>
              <a:xfrm>
                <a:off x="4305479" y="272097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18CA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18CA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7" name="Comp 257">
                <a:extLst>
                  <a:ext uri="{FF2B5EF4-FFF2-40B4-BE49-F238E27FC236}">
                    <a16:creationId xmlns:a16="http://schemas.microsoft.com/office/drawing/2014/main" id="{9360B70F-A9A6-4A9D-BC2E-96175B87C954}"/>
                  </a:ext>
                </a:extLst>
              </p:cNvPr>
              <p:cNvSpPr txBox="1"/>
              <p:nvPr/>
            </p:nvSpPr>
            <p:spPr>
              <a:xfrm>
                <a:off x="4305479" y="2714335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608BA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608BA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8" name="Comp 258">
                <a:extLst>
                  <a:ext uri="{FF2B5EF4-FFF2-40B4-BE49-F238E27FC236}">
                    <a16:creationId xmlns:a16="http://schemas.microsoft.com/office/drawing/2014/main" id="{4808AB5C-1F35-47A5-8BC1-682F488E72EB}"/>
                  </a:ext>
                </a:extLst>
              </p:cNvPr>
              <p:cNvSpPr txBox="1"/>
              <p:nvPr/>
            </p:nvSpPr>
            <p:spPr>
              <a:xfrm>
                <a:off x="4305479" y="270769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F8AA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F8AA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59" name="Comp 259">
                <a:extLst>
                  <a:ext uri="{FF2B5EF4-FFF2-40B4-BE49-F238E27FC236}">
                    <a16:creationId xmlns:a16="http://schemas.microsoft.com/office/drawing/2014/main" id="{046A0F91-4918-4037-8E34-9A2FE4ACED16}"/>
                  </a:ext>
                </a:extLst>
              </p:cNvPr>
              <p:cNvSpPr txBox="1"/>
              <p:nvPr/>
            </p:nvSpPr>
            <p:spPr>
              <a:xfrm>
                <a:off x="4305479" y="270105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E89A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E89A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0" name="Comp 260">
                <a:extLst>
                  <a:ext uri="{FF2B5EF4-FFF2-40B4-BE49-F238E27FC236}">
                    <a16:creationId xmlns:a16="http://schemas.microsoft.com/office/drawing/2014/main" id="{445FAC0E-00F2-43EF-B063-340A3C20BDC0}"/>
                  </a:ext>
                </a:extLst>
              </p:cNvPr>
              <p:cNvSpPr txBox="1"/>
              <p:nvPr/>
            </p:nvSpPr>
            <p:spPr>
              <a:xfrm>
                <a:off x="4305479" y="269441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D88A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D88A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1" name="Comp 261">
                <a:extLst>
                  <a:ext uri="{FF2B5EF4-FFF2-40B4-BE49-F238E27FC236}">
                    <a16:creationId xmlns:a16="http://schemas.microsoft.com/office/drawing/2014/main" id="{D3829238-680D-48AD-B143-EC5EDAD3AFE8}"/>
                  </a:ext>
                </a:extLst>
              </p:cNvPr>
              <p:cNvSpPr txBox="1"/>
              <p:nvPr/>
            </p:nvSpPr>
            <p:spPr>
              <a:xfrm>
                <a:off x="4305479" y="268777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C87A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C87A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2" name="Comp 262">
                <a:extLst>
                  <a:ext uri="{FF2B5EF4-FFF2-40B4-BE49-F238E27FC236}">
                    <a16:creationId xmlns:a16="http://schemas.microsoft.com/office/drawing/2014/main" id="{711DD01A-A264-43B8-9AE6-F6D7AC87EDB6}"/>
                  </a:ext>
                </a:extLst>
              </p:cNvPr>
              <p:cNvSpPr txBox="1"/>
              <p:nvPr/>
            </p:nvSpPr>
            <p:spPr>
              <a:xfrm>
                <a:off x="4305479" y="268113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B86A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B86A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3" name="Comp 263">
                <a:extLst>
                  <a:ext uri="{FF2B5EF4-FFF2-40B4-BE49-F238E27FC236}">
                    <a16:creationId xmlns:a16="http://schemas.microsoft.com/office/drawing/2014/main" id="{914BD555-E7EC-4AB8-96F5-1A2AC76618E8}"/>
                  </a:ext>
                </a:extLst>
              </p:cNvPr>
              <p:cNvSpPr txBox="1"/>
              <p:nvPr/>
            </p:nvSpPr>
            <p:spPr>
              <a:xfrm>
                <a:off x="4305479" y="267449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A85A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A85A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4" name="Comp 264">
                <a:extLst>
                  <a:ext uri="{FF2B5EF4-FFF2-40B4-BE49-F238E27FC236}">
                    <a16:creationId xmlns:a16="http://schemas.microsoft.com/office/drawing/2014/main" id="{3B706502-D7B3-4D54-B4E2-EAF34C110311}"/>
                  </a:ext>
                </a:extLst>
              </p:cNvPr>
              <p:cNvSpPr txBox="1"/>
              <p:nvPr/>
            </p:nvSpPr>
            <p:spPr>
              <a:xfrm>
                <a:off x="4305479" y="266785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984A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984A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5" name="Comp 265">
                <a:extLst>
                  <a:ext uri="{FF2B5EF4-FFF2-40B4-BE49-F238E27FC236}">
                    <a16:creationId xmlns:a16="http://schemas.microsoft.com/office/drawing/2014/main" id="{86D5935F-9E60-4EDC-9C28-D856D01E4A36}"/>
                  </a:ext>
                </a:extLst>
              </p:cNvPr>
              <p:cNvSpPr txBox="1"/>
              <p:nvPr/>
            </p:nvSpPr>
            <p:spPr>
              <a:xfrm>
                <a:off x="4305479" y="2661214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883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883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6" name="Comp 266">
                <a:extLst>
                  <a:ext uri="{FF2B5EF4-FFF2-40B4-BE49-F238E27FC236}">
                    <a16:creationId xmlns:a16="http://schemas.microsoft.com/office/drawing/2014/main" id="{C4D33112-0480-4EC6-884D-27EF9BE6E6B5}"/>
                  </a:ext>
                </a:extLst>
              </p:cNvPr>
              <p:cNvSpPr txBox="1"/>
              <p:nvPr/>
            </p:nvSpPr>
            <p:spPr>
              <a:xfrm>
                <a:off x="4305479" y="265457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782A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782A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7" name="Comp 267">
                <a:extLst>
                  <a:ext uri="{FF2B5EF4-FFF2-40B4-BE49-F238E27FC236}">
                    <a16:creationId xmlns:a16="http://schemas.microsoft.com/office/drawing/2014/main" id="{6560C23E-DFCF-49A4-9D93-2F352E3F7D04}"/>
                  </a:ext>
                </a:extLst>
              </p:cNvPr>
              <p:cNvSpPr txBox="1"/>
              <p:nvPr/>
            </p:nvSpPr>
            <p:spPr>
              <a:xfrm>
                <a:off x="4305479" y="264793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781A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781A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8" name="Comp 268">
                <a:extLst>
                  <a:ext uri="{FF2B5EF4-FFF2-40B4-BE49-F238E27FC236}">
                    <a16:creationId xmlns:a16="http://schemas.microsoft.com/office/drawing/2014/main" id="{A5B20588-7C67-466D-8717-6CFFB211AEB5}"/>
                  </a:ext>
                </a:extLst>
              </p:cNvPr>
              <p:cNvSpPr txBox="1"/>
              <p:nvPr/>
            </p:nvSpPr>
            <p:spPr>
              <a:xfrm>
                <a:off x="4305479" y="264129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680A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680A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69" name="Comp 269">
                <a:extLst>
                  <a:ext uri="{FF2B5EF4-FFF2-40B4-BE49-F238E27FC236}">
                    <a16:creationId xmlns:a16="http://schemas.microsoft.com/office/drawing/2014/main" id="{305340B7-A820-4B6D-A1BD-7A86E075968B}"/>
                  </a:ext>
                </a:extLst>
              </p:cNvPr>
              <p:cNvSpPr txBox="1"/>
              <p:nvPr/>
            </p:nvSpPr>
            <p:spPr>
              <a:xfrm>
                <a:off x="4305479" y="263465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57F9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57F9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0" name="Comp 270">
                <a:extLst>
                  <a:ext uri="{FF2B5EF4-FFF2-40B4-BE49-F238E27FC236}">
                    <a16:creationId xmlns:a16="http://schemas.microsoft.com/office/drawing/2014/main" id="{F83B6AF8-A1B8-4A5C-8A38-A1359D748BD7}"/>
                  </a:ext>
                </a:extLst>
              </p:cNvPr>
              <p:cNvSpPr txBox="1"/>
              <p:nvPr/>
            </p:nvSpPr>
            <p:spPr>
              <a:xfrm>
                <a:off x="4305479" y="262801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47E9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47E9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1" name="Comp 271">
                <a:extLst>
                  <a:ext uri="{FF2B5EF4-FFF2-40B4-BE49-F238E27FC236}">
                    <a16:creationId xmlns:a16="http://schemas.microsoft.com/office/drawing/2014/main" id="{54986950-2A4B-410F-8FFC-81ACBA921087}"/>
                  </a:ext>
                </a:extLst>
              </p:cNvPr>
              <p:cNvSpPr txBox="1"/>
              <p:nvPr/>
            </p:nvSpPr>
            <p:spPr>
              <a:xfrm>
                <a:off x="4305479" y="2621373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37D9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37D9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2" name="Comp 272">
                <a:extLst>
                  <a:ext uri="{FF2B5EF4-FFF2-40B4-BE49-F238E27FC236}">
                    <a16:creationId xmlns:a16="http://schemas.microsoft.com/office/drawing/2014/main" id="{55A4898E-D6D5-4254-8F71-DB96970BC0CA}"/>
                  </a:ext>
                </a:extLst>
              </p:cNvPr>
              <p:cNvSpPr txBox="1"/>
              <p:nvPr/>
            </p:nvSpPr>
            <p:spPr>
              <a:xfrm>
                <a:off x="4305479" y="261473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27C9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27C9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3" name="Comp 273">
                <a:extLst>
                  <a:ext uri="{FF2B5EF4-FFF2-40B4-BE49-F238E27FC236}">
                    <a16:creationId xmlns:a16="http://schemas.microsoft.com/office/drawing/2014/main" id="{CCC68101-EB18-4B44-8039-050025EC7693}"/>
                  </a:ext>
                </a:extLst>
              </p:cNvPr>
              <p:cNvSpPr txBox="1"/>
              <p:nvPr/>
            </p:nvSpPr>
            <p:spPr>
              <a:xfrm>
                <a:off x="4305479" y="260809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17B9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17B9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4" name="Comp 274">
                <a:extLst>
                  <a:ext uri="{FF2B5EF4-FFF2-40B4-BE49-F238E27FC236}">
                    <a16:creationId xmlns:a16="http://schemas.microsoft.com/office/drawing/2014/main" id="{FCC5BB40-01F8-4BFF-B499-1B56303CC8EF}"/>
                  </a:ext>
                </a:extLst>
              </p:cNvPr>
              <p:cNvSpPr txBox="1"/>
              <p:nvPr/>
            </p:nvSpPr>
            <p:spPr>
              <a:xfrm>
                <a:off x="4305479" y="260145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507A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507A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5" name="Comp 275">
                <a:extLst>
                  <a:ext uri="{FF2B5EF4-FFF2-40B4-BE49-F238E27FC236}">
                    <a16:creationId xmlns:a16="http://schemas.microsoft.com/office/drawing/2014/main" id="{6786468B-1DB3-48C8-B4DD-08DC3FD41C04}"/>
                  </a:ext>
                </a:extLst>
              </p:cNvPr>
              <p:cNvSpPr txBox="1"/>
              <p:nvPr/>
            </p:nvSpPr>
            <p:spPr>
              <a:xfrm>
                <a:off x="4305479" y="259481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F799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F799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6" name="Comp 276">
                <a:extLst>
                  <a:ext uri="{FF2B5EF4-FFF2-40B4-BE49-F238E27FC236}">
                    <a16:creationId xmlns:a16="http://schemas.microsoft.com/office/drawing/2014/main" id="{F79F3545-A18D-4507-A985-DC5C4FBCAD4D}"/>
                  </a:ext>
                </a:extLst>
              </p:cNvPr>
              <p:cNvSpPr txBox="1"/>
              <p:nvPr/>
            </p:nvSpPr>
            <p:spPr>
              <a:xfrm>
                <a:off x="4305479" y="258817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E789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E789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7" name="Comp 277">
                <a:extLst>
                  <a:ext uri="{FF2B5EF4-FFF2-40B4-BE49-F238E27FC236}">
                    <a16:creationId xmlns:a16="http://schemas.microsoft.com/office/drawing/2014/main" id="{72D0DB8D-3C01-4E78-A049-B103D7577BB3}"/>
                  </a:ext>
                </a:extLst>
              </p:cNvPr>
              <p:cNvSpPr txBox="1"/>
              <p:nvPr/>
            </p:nvSpPr>
            <p:spPr>
              <a:xfrm>
                <a:off x="4305479" y="258153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779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D779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8" name="Comp 278">
                <a:extLst>
                  <a:ext uri="{FF2B5EF4-FFF2-40B4-BE49-F238E27FC236}">
                    <a16:creationId xmlns:a16="http://schemas.microsoft.com/office/drawing/2014/main" id="{346D11B7-1629-4A0E-9349-FF30814F0D96}"/>
                  </a:ext>
                </a:extLst>
              </p:cNvPr>
              <p:cNvSpPr txBox="1"/>
              <p:nvPr/>
            </p:nvSpPr>
            <p:spPr>
              <a:xfrm>
                <a:off x="4305479" y="257489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D769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D769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79" name="Comp 279">
                <a:extLst>
                  <a:ext uri="{FF2B5EF4-FFF2-40B4-BE49-F238E27FC236}">
                    <a16:creationId xmlns:a16="http://schemas.microsoft.com/office/drawing/2014/main" id="{B2D8BD8B-640E-4E07-BFBE-5F0472BAD0E0}"/>
                  </a:ext>
                </a:extLst>
              </p:cNvPr>
              <p:cNvSpPr txBox="1"/>
              <p:nvPr/>
            </p:nvSpPr>
            <p:spPr>
              <a:xfrm>
                <a:off x="4305479" y="2568252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C759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C759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0" name="Comp 280">
                <a:extLst>
                  <a:ext uri="{FF2B5EF4-FFF2-40B4-BE49-F238E27FC236}">
                    <a16:creationId xmlns:a16="http://schemas.microsoft.com/office/drawing/2014/main" id="{9D317EC3-0786-4D98-86CE-9EDA06A92128}"/>
                  </a:ext>
                </a:extLst>
              </p:cNvPr>
              <p:cNvSpPr txBox="1"/>
              <p:nvPr/>
            </p:nvSpPr>
            <p:spPr>
              <a:xfrm>
                <a:off x="4305479" y="256161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B749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B749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1" name="Comp 281">
                <a:extLst>
                  <a:ext uri="{FF2B5EF4-FFF2-40B4-BE49-F238E27FC236}">
                    <a16:creationId xmlns:a16="http://schemas.microsoft.com/office/drawing/2014/main" id="{BC6A601D-53A0-4C05-ACF7-B984EAAB1BF0}"/>
                  </a:ext>
                </a:extLst>
              </p:cNvPr>
              <p:cNvSpPr txBox="1"/>
              <p:nvPr/>
            </p:nvSpPr>
            <p:spPr>
              <a:xfrm>
                <a:off x="4305479" y="255497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A739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A739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2" name="Comp 282">
                <a:extLst>
                  <a:ext uri="{FF2B5EF4-FFF2-40B4-BE49-F238E27FC236}">
                    <a16:creationId xmlns:a16="http://schemas.microsoft.com/office/drawing/2014/main" id="{BD77133F-C014-4104-B372-C0008538F46C}"/>
                  </a:ext>
                </a:extLst>
              </p:cNvPr>
              <p:cNvSpPr txBox="1"/>
              <p:nvPr/>
            </p:nvSpPr>
            <p:spPr>
              <a:xfrm>
                <a:off x="4305479" y="254833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9729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9729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3" name="Comp 283">
                <a:extLst>
                  <a:ext uri="{FF2B5EF4-FFF2-40B4-BE49-F238E27FC236}">
                    <a16:creationId xmlns:a16="http://schemas.microsoft.com/office/drawing/2014/main" id="{E2E0C1BB-C529-43AC-9BAB-D44003C58345}"/>
                  </a:ext>
                </a:extLst>
              </p:cNvPr>
              <p:cNvSpPr txBox="1"/>
              <p:nvPr/>
            </p:nvSpPr>
            <p:spPr>
              <a:xfrm>
                <a:off x="4305479" y="254169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871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871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4" name="Comp 284">
                <a:extLst>
                  <a:ext uri="{FF2B5EF4-FFF2-40B4-BE49-F238E27FC236}">
                    <a16:creationId xmlns:a16="http://schemas.microsoft.com/office/drawing/2014/main" id="{B77F9402-B9FD-4A8E-AE26-0FE32A5344D3}"/>
                  </a:ext>
                </a:extLst>
              </p:cNvPr>
              <p:cNvSpPr txBox="1"/>
              <p:nvPr/>
            </p:nvSpPr>
            <p:spPr>
              <a:xfrm>
                <a:off x="4305479" y="253505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7709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7709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5" name="Comp 285">
                <a:extLst>
                  <a:ext uri="{FF2B5EF4-FFF2-40B4-BE49-F238E27FC236}">
                    <a16:creationId xmlns:a16="http://schemas.microsoft.com/office/drawing/2014/main" id="{C7D0B181-9C96-4ED5-84C5-8FCD017FFB40}"/>
                  </a:ext>
                </a:extLst>
              </p:cNvPr>
              <p:cNvSpPr txBox="1"/>
              <p:nvPr/>
            </p:nvSpPr>
            <p:spPr>
              <a:xfrm>
                <a:off x="4305479" y="2528411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66F9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66F9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6" name="Comp 286">
                <a:extLst>
                  <a:ext uri="{FF2B5EF4-FFF2-40B4-BE49-F238E27FC236}">
                    <a16:creationId xmlns:a16="http://schemas.microsoft.com/office/drawing/2014/main" id="{A05C99C3-538E-4099-8ADF-7D0C93BD34B6}"/>
                  </a:ext>
                </a:extLst>
              </p:cNvPr>
              <p:cNvSpPr txBox="1"/>
              <p:nvPr/>
            </p:nvSpPr>
            <p:spPr>
              <a:xfrm>
                <a:off x="4305479" y="252177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56E9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56E9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7" name="Comp 287">
                <a:extLst>
                  <a:ext uri="{FF2B5EF4-FFF2-40B4-BE49-F238E27FC236}">
                    <a16:creationId xmlns:a16="http://schemas.microsoft.com/office/drawing/2014/main" id="{55ACB8D7-9914-46C1-B2AC-EE14AE6513FE}"/>
                  </a:ext>
                </a:extLst>
              </p:cNvPr>
              <p:cNvSpPr txBox="1"/>
              <p:nvPr/>
            </p:nvSpPr>
            <p:spPr>
              <a:xfrm>
                <a:off x="4305479" y="251513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46D8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46D8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8" name="Comp 288">
                <a:extLst>
                  <a:ext uri="{FF2B5EF4-FFF2-40B4-BE49-F238E27FC236}">
                    <a16:creationId xmlns:a16="http://schemas.microsoft.com/office/drawing/2014/main" id="{21B613FD-AE36-4020-9202-16F9146F2FDC}"/>
                  </a:ext>
                </a:extLst>
              </p:cNvPr>
              <p:cNvSpPr txBox="1"/>
              <p:nvPr/>
            </p:nvSpPr>
            <p:spPr>
              <a:xfrm>
                <a:off x="4305479" y="250849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36C8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36C8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89" name="Comp 289">
                <a:extLst>
                  <a:ext uri="{FF2B5EF4-FFF2-40B4-BE49-F238E27FC236}">
                    <a16:creationId xmlns:a16="http://schemas.microsoft.com/office/drawing/2014/main" id="{804B0C2B-3042-4361-B32E-077EE4AE409A}"/>
                  </a:ext>
                </a:extLst>
              </p:cNvPr>
              <p:cNvSpPr txBox="1"/>
              <p:nvPr/>
            </p:nvSpPr>
            <p:spPr>
              <a:xfrm>
                <a:off x="4305479" y="250185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36B8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36B8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0" name="Comp 290">
                <a:extLst>
                  <a:ext uri="{FF2B5EF4-FFF2-40B4-BE49-F238E27FC236}">
                    <a16:creationId xmlns:a16="http://schemas.microsoft.com/office/drawing/2014/main" id="{4B5D4B1A-A7F3-4EF9-A7F2-28A99B5A4C46}"/>
                  </a:ext>
                </a:extLst>
              </p:cNvPr>
              <p:cNvSpPr txBox="1"/>
              <p:nvPr/>
            </p:nvSpPr>
            <p:spPr>
              <a:xfrm>
                <a:off x="4305479" y="249521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26A8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26A8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1" name="Comp 291">
                <a:extLst>
                  <a:ext uri="{FF2B5EF4-FFF2-40B4-BE49-F238E27FC236}">
                    <a16:creationId xmlns:a16="http://schemas.microsoft.com/office/drawing/2014/main" id="{D35B9A09-780C-4066-9FB7-F16B1EA5F3B9}"/>
                  </a:ext>
                </a:extLst>
              </p:cNvPr>
              <p:cNvSpPr txBox="1"/>
              <p:nvPr/>
            </p:nvSpPr>
            <p:spPr>
              <a:xfrm>
                <a:off x="4305479" y="248857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1698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1698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2" name="Comp 292">
                <a:extLst>
                  <a:ext uri="{FF2B5EF4-FFF2-40B4-BE49-F238E27FC236}">
                    <a16:creationId xmlns:a16="http://schemas.microsoft.com/office/drawing/2014/main" id="{A3248927-7419-4B6A-9DBB-A3454EF2CD6E}"/>
                  </a:ext>
                </a:extLst>
              </p:cNvPr>
              <p:cNvSpPr txBox="1"/>
              <p:nvPr/>
            </p:nvSpPr>
            <p:spPr>
              <a:xfrm>
                <a:off x="4305479" y="248193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4068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4068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3" name="Comp 293">
                <a:extLst>
                  <a:ext uri="{FF2B5EF4-FFF2-40B4-BE49-F238E27FC236}">
                    <a16:creationId xmlns:a16="http://schemas.microsoft.com/office/drawing/2014/main" id="{A349C446-B5D7-4CB5-B5C8-8BF936B7394E}"/>
                  </a:ext>
                </a:extLst>
              </p:cNvPr>
              <p:cNvSpPr txBox="1"/>
              <p:nvPr/>
            </p:nvSpPr>
            <p:spPr>
              <a:xfrm>
                <a:off x="4305479" y="247529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F678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F678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4" name="Comp 294">
                <a:extLst>
                  <a:ext uri="{FF2B5EF4-FFF2-40B4-BE49-F238E27FC236}">
                    <a16:creationId xmlns:a16="http://schemas.microsoft.com/office/drawing/2014/main" id="{64486176-DB6F-4719-8EED-4CBA358B326C}"/>
                  </a:ext>
                </a:extLst>
              </p:cNvPr>
              <p:cNvSpPr txBox="1"/>
              <p:nvPr/>
            </p:nvSpPr>
            <p:spPr>
              <a:xfrm>
                <a:off x="4305479" y="2468650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E668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E668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5" name="Comp 295">
                <a:extLst>
                  <a:ext uri="{FF2B5EF4-FFF2-40B4-BE49-F238E27FC236}">
                    <a16:creationId xmlns:a16="http://schemas.microsoft.com/office/drawing/2014/main" id="{6E062679-3EF7-464D-8562-96D86AD35902}"/>
                  </a:ext>
                </a:extLst>
              </p:cNvPr>
              <p:cNvSpPr txBox="1"/>
              <p:nvPr/>
            </p:nvSpPr>
            <p:spPr>
              <a:xfrm>
                <a:off x="4305479" y="246200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D658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D658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6" name="Comp 296">
                <a:extLst>
                  <a:ext uri="{FF2B5EF4-FFF2-40B4-BE49-F238E27FC236}">
                    <a16:creationId xmlns:a16="http://schemas.microsoft.com/office/drawing/2014/main" id="{9CD14A5A-DCCF-4D4B-AB68-9FDE500F701D}"/>
                  </a:ext>
                </a:extLst>
              </p:cNvPr>
              <p:cNvSpPr txBox="1"/>
              <p:nvPr/>
            </p:nvSpPr>
            <p:spPr>
              <a:xfrm>
                <a:off x="4305479" y="245536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C648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C648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7" name="Comp 297">
                <a:extLst>
                  <a:ext uri="{FF2B5EF4-FFF2-40B4-BE49-F238E27FC236}">
                    <a16:creationId xmlns:a16="http://schemas.microsoft.com/office/drawing/2014/main" id="{6A775030-CAE0-4C78-8E04-615396B3D041}"/>
                  </a:ext>
                </a:extLst>
              </p:cNvPr>
              <p:cNvSpPr txBox="1"/>
              <p:nvPr/>
            </p:nvSpPr>
            <p:spPr>
              <a:xfrm>
                <a:off x="4305479" y="244872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B638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B638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8" name="Comp 298">
                <a:extLst>
                  <a:ext uri="{FF2B5EF4-FFF2-40B4-BE49-F238E27FC236}">
                    <a16:creationId xmlns:a16="http://schemas.microsoft.com/office/drawing/2014/main" id="{E73F1F3D-9AEB-4DDD-B761-30880B9A82AC}"/>
                  </a:ext>
                </a:extLst>
              </p:cNvPr>
              <p:cNvSpPr txBox="1"/>
              <p:nvPr/>
            </p:nvSpPr>
            <p:spPr>
              <a:xfrm>
                <a:off x="4305479" y="244208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A628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A628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299" name="Comp 299">
                <a:extLst>
                  <a:ext uri="{FF2B5EF4-FFF2-40B4-BE49-F238E27FC236}">
                    <a16:creationId xmlns:a16="http://schemas.microsoft.com/office/drawing/2014/main" id="{7D1FDADA-962D-4575-AE56-CFF5EB8D9D17}"/>
                  </a:ext>
                </a:extLst>
              </p:cNvPr>
              <p:cNvSpPr txBox="1"/>
              <p:nvPr/>
            </p:nvSpPr>
            <p:spPr>
              <a:xfrm>
                <a:off x="4305479" y="243544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18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9618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0" name="Comp 300">
                <a:extLst>
                  <a:ext uri="{FF2B5EF4-FFF2-40B4-BE49-F238E27FC236}">
                    <a16:creationId xmlns:a16="http://schemas.microsoft.com/office/drawing/2014/main" id="{7F8C5830-91F0-4EA9-A1EF-B10D0890B7B1}"/>
                  </a:ext>
                </a:extLst>
              </p:cNvPr>
              <p:cNvSpPr txBox="1"/>
              <p:nvPr/>
            </p:nvSpPr>
            <p:spPr>
              <a:xfrm>
                <a:off x="4305479" y="2428809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9608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9608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1" name="Comp 301">
                <a:extLst>
                  <a:ext uri="{FF2B5EF4-FFF2-40B4-BE49-F238E27FC236}">
                    <a16:creationId xmlns:a16="http://schemas.microsoft.com/office/drawing/2014/main" id="{B9AB7302-F4BB-438A-B0E3-552A7D8006E6}"/>
                  </a:ext>
                </a:extLst>
              </p:cNvPr>
              <p:cNvSpPr txBox="1"/>
              <p:nvPr/>
            </p:nvSpPr>
            <p:spPr>
              <a:xfrm>
                <a:off x="4305479" y="242216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85F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85F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2" name="Comp 302">
                <a:extLst>
                  <a:ext uri="{FF2B5EF4-FFF2-40B4-BE49-F238E27FC236}">
                    <a16:creationId xmlns:a16="http://schemas.microsoft.com/office/drawing/2014/main" id="{50DE161B-D683-4F7E-AB63-B449EDD76D0F}"/>
                  </a:ext>
                </a:extLst>
              </p:cNvPr>
              <p:cNvSpPr txBox="1"/>
              <p:nvPr/>
            </p:nvSpPr>
            <p:spPr>
              <a:xfrm>
                <a:off x="4305479" y="241552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E8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5E8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3" name="Comp 303">
                <a:extLst>
                  <a:ext uri="{FF2B5EF4-FFF2-40B4-BE49-F238E27FC236}">
                    <a16:creationId xmlns:a16="http://schemas.microsoft.com/office/drawing/2014/main" id="{1E9CEDE5-0382-4F37-8A71-49284D346AD9}"/>
                  </a:ext>
                </a:extLst>
              </p:cNvPr>
              <p:cNvSpPr txBox="1"/>
              <p:nvPr/>
            </p:nvSpPr>
            <p:spPr>
              <a:xfrm>
                <a:off x="4305479" y="240888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D8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D8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4" name="Comp 304">
                <a:extLst>
                  <a:ext uri="{FF2B5EF4-FFF2-40B4-BE49-F238E27FC236}">
                    <a16:creationId xmlns:a16="http://schemas.microsoft.com/office/drawing/2014/main" id="{C37A83FD-A37F-4601-97EB-6CBD716403A9}"/>
                  </a:ext>
                </a:extLst>
              </p:cNvPr>
              <p:cNvSpPr txBox="1"/>
              <p:nvPr/>
            </p:nvSpPr>
            <p:spPr>
              <a:xfrm>
                <a:off x="4305479" y="240224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5C8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5C8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5" name="Comp 305">
                <a:extLst>
                  <a:ext uri="{FF2B5EF4-FFF2-40B4-BE49-F238E27FC236}">
                    <a16:creationId xmlns:a16="http://schemas.microsoft.com/office/drawing/2014/main" id="{A069C119-5546-43BB-9A9A-543814BEE7D2}"/>
                  </a:ext>
                </a:extLst>
              </p:cNvPr>
              <p:cNvSpPr txBox="1"/>
              <p:nvPr/>
            </p:nvSpPr>
            <p:spPr>
              <a:xfrm>
                <a:off x="4305479" y="239560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5B7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5B7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6" name="Comp 306">
                <a:extLst>
                  <a:ext uri="{FF2B5EF4-FFF2-40B4-BE49-F238E27FC236}">
                    <a16:creationId xmlns:a16="http://schemas.microsoft.com/office/drawing/2014/main" id="{AAF86BCE-EF6F-4448-859E-8F8C2527C429}"/>
                  </a:ext>
                </a:extLst>
              </p:cNvPr>
              <p:cNvSpPr txBox="1"/>
              <p:nvPr/>
            </p:nvSpPr>
            <p:spPr>
              <a:xfrm>
                <a:off x="4305479" y="238896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5A7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5A7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7" name="Comp 307">
                <a:extLst>
                  <a:ext uri="{FF2B5EF4-FFF2-40B4-BE49-F238E27FC236}">
                    <a16:creationId xmlns:a16="http://schemas.microsoft.com/office/drawing/2014/main" id="{47297931-F025-40F5-8058-3A068A9ED738}"/>
                  </a:ext>
                </a:extLst>
              </p:cNvPr>
              <p:cNvSpPr txBox="1"/>
              <p:nvPr/>
            </p:nvSpPr>
            <p:spPr>
              <a:xfrm>
                <a:off x="4305479" y="238232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597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2597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8" name="Comp 308">
                <a:extLst>
                  <a:ext uri="{FF2B5EF4-FFF2-40B4-BE49-F238E27FC236}">
                    <a16:creationId xmlns:a16="http://schemas.microsoft.com/office/drawing/2014/main" id="{B8B62C2B-C4A7-4FBF-81F5-2765A5DB6532}"/>
                  </a:ext>
                </a:extLst>
              </p:cNvPr>
              <p:cNvSpPr txBox="1"/>
              <p:nvPr/>
            </p:nvSpPr>
            <p:spPr>
              <a:xfrm>
                <a:off x="4305479" y="2375688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587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587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09" name="Comp 309">
                <a:extLst>
                  <a:ext uri="{FF2B5EF4-FFF2-40B4-BE49-F238E27FC236}">
                    <a16:creationId xmlns:a16="http://schemas.microsoft.com/office/drawing/2014/main" id="{42899084-F566-4615-A990-91D3237B4277}"/>
                  </a:ext>
                </a:extLst>
              </p:cNvPr>
              <p:cNvSpPr txBox="1"/>
              <p:nvPr/>
            </p:nvSpPr>
            <p:spPr>
              <a:xfrm>
                <a:off x="4305479" y="236904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577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577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0" name="Comp 310">
                <a:extLst>
                  <a:ext uri="{FF2B5EF4-FFF2-40B4-BE49-F238E27FC236}">
                    <a16:creationId xmlns:a16="http://schemas.microsoft.com/office/drawing/2014/main" id="{1174FC31-0ECC-4C81-8FEB-51ECE20E65A1}"/>
                  </a:ext>
                </a:extLst>
              </p:cNvPr>
              <p:cNvSpPr txBox="1"/>
              <p:nvPr/>
            </p:nvSpPr>
            <p:spPr>
              <a:xfrm>
                <a:off x="4305479" y="2362407"/>
                <a:ext cx="143821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56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56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1" name="Comp 311">
                <a:extLst>
                  <a:ext uri="{FF2B5EF4-FFF2-40B4-BE49-F238E27FC236}">
                    <a16:creationId xmlns:a16="http://schemas.microsoft.com/office/drawing/2014/main" id="{E61A8EAB-B5B1-4C95-A300-6551A5E99BB7}"/>
                  </a:ext>
                </a:extLst>
              </p:cNvPr>
              <p:cNvSpPr txBox="1"/>
              <p:nvPr/>
            </p:nvSpPr>
            <p:spPr>
              <a:xfrm>
                <a:off x="4305479" y="2355767"/>
                <a:ext cx="143821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557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F557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312" name="Comp 312">
              <a:extLst>
                <a:ext uri="{FF2B5EF4-FFF2-40B4-BE49-F238E27FC236}">
                  <a16:creationId xmlns:a16="http://schemas.microsoft.com/office/drawing/2014/main" id="{2998AB94-A03A-4153-B1D1-B3F1337FAEBA}"/>
                </a:ext>
              </a:extLst>
            </p:cNvPr>
            <p:cNvGrpSpPr/>
            <p:nvPr/>
          </p:nvGrpSpPr>
          <p:grpSpPr>
            <a:xfrm>
              <a:off x="5103378" y="2816225"/>
              <a:ext cx="1603324" cy="2532702"/>
              <a:chOff x="5103378" y="2816225"/>
              <a:chExt cx="1603324" cy="2532702"/>
            </a:xfrm>
          </p:grpSpPr>
          <p:sp>
            <p:nvSpPr>
              <p:cNvPr id="313" name="Comp 313">
                <a:extLst>
                  <a:ext uri="{FF2B5EF4-FFF2-40B4-BE49-F238E27FC236}">
                    <a16:creationId xmlns:a16="http://schemas.microsoft.com/office/drawing/2014/main" id="{63A02437-53B1-4EF3-BA9B-4FD381270049}"/>
                  </a:ext>
                </a:extLst>
              </p:cNvPr>
              <p:cNvSpPr txBox="1"/>
              <p:nvPr/>
            </p:nvSpPr>
            <p:spPr>
              <a:xfrm>
                <a:off x="5103378" y="3486879"/>
                <a:ext cx="160332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8537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8537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4" name="Comp 314">
                <a:extLst>
                  <a:ext uri="{FF2B5EF4-FFF2-40B4-BE49-F238E27FC236}">
                    <a16:creationId xmlns:a16="http://schemas.microsoft.com/office/drawing/2014/main" id="{18CB9758-0F22-4047-B19A-0D03648CA0FB}"/>
                  </a:ext>
                </a:extLst>
              </p:cNvPr>
              <p:cNvSpPr txBox="1"/>
              <p:nvPr/>
            </p:nvSpPr>
            <p:spPr>
              <a:xfrm>
                <a:off x="5103378" y="348023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5" name="Comp 315">
                <a:extLst>
                  <a:ext uri="{FF2B5EF4-FFF2-40B4-BE49-F238E27FC236}">
                    <a16:creationId xmlns:a16="http://schemas.microsoft.com/office/drawing/2014/main" id="{6AE12DAF-720B-4595-8037-679AE17A0E88}"/>
                  </a:ext>
                </a:extLst>
              </p:cNvPr>
              <p:cNvSpPr txBox="1"/>
              <p:nvPr/>
            </p:nvSpPr>
            <p:spPr>
              <a:xfrm>
                <a:off x="5103378" y="347359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6" name="Comp 316">
                <a:extLst>
                  <a:ext uri="{FF2B5EF4-FFF2-40B4-BE49-F238E27FC236}">
                    <a16:creationId xmlns:a16="http://schemas.microsoft.com/office/drawing/2014/main" id="{76611EBE-04BD-4A8F-8243-FC42DA85CA0F}"/>
                  </a:ext>
                </a:extLst>
              </p:cNvPr>
              <p:cNvSpPr txBox="1"/>
              <p:nvPr/>
            </p:nvSpPr>
            <p:spPr>
              <a:xfrm>
                <a:off x="5103378" y="346695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2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52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7" name="Comp 317">
                <a:extLst>
                  <a:ext uri="{FF2B5EF4-FFF2-40B4-BE49-F238E27FC236}">
                    <a16:creationId xmlns:a16="http://schemas.microsoft.com/office/drawing/2014/main" id="{6EC84AC3-D6CB-419C-820E-C3B956166AF5}"/>
                  </a:ext>
                </a:extLst>
              </p:cNvPr>
              <p:cNvSpPr txBox="1"/>
              <p:nvPr/>
            </p:nvSpPr>
            <p:spPr>
              <a:xfrm>
                <a:off x="5103378" y="346031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751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751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8" name="Comp 318">
                <a:extLst>
                  <a:ext uri="{FF2B5EF4-FFF2-40B4-BE49-F238E27FC236}">
                    <a16:creationId xmlns:a16="http://schemas.microsoft.com/office/drawing/2014/main" id="{9B239BD1-978C-474D-9FEF-3D1FABADC6A8}"/>
                  </a:ext>
                </a:extLst>
              </p:cNvPr>
              <p:cNvSpPr txBox="1"/>
              <p:nvPr/>
            </p:nvSpPr>
            <p:spPr>
              <a:xfrm>
                <a:off x="5103378" y="345367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19" name="Comp 319">
                <a:extLst>
                  <a:ext uri="{FF2B5EF4-FFF2-40B4-BE49-F238E27FC236}">
                    <a16:creationId xmlns:a16="http://schemas.microsoft.com/office/drawing/2014/main" id="{A47E6FEC-96E1-4CAF-A4C4-08F3DF1CD890}"/>
                  </a:ext>
                </a:extLst>
              </p:cNvPr>
              <p:cNvSpPr txBox="1"/>
              <p:nvPr/>
            </p:nvSpPr>
            <p:spPr>
              <a:xfrm>
                <a:off x="5103378" y="344703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0" name="Comp 320">
                <a:extLst>
                  <a:ext uri="{FF2B5EF4-FFF2-40B4-BE49-F238E27FC236}">
                    <a16:creationId xmlns:a16="http://schemas.microsoft.com/office/drawing/2014/main" id="{3D9E9FCE-5696-4A11-8F29-1244B4659F0A}"/>
                  </a:ext>
                </a:extLst>
              </p:cNvPr>
              <p:cNvSpPr txBox="1"/>
              <p:nvPr/>
            </p:nvSpPr>
            <p:spPr>
              <a:xfrm>
                <a:off x="5103378" y="344039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17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17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1" name="Comp 321">
                <a:extLst>
                  <a:ext uri="{FF2B5EF4-FFF2-40B4-BE49-F238E27FC236}">
                    <a16:creationId xmlns:a16="http://schemas.microsoft.com/office/drawing/2014/main" id="{4F88F5F2-5615-4BAE-923E-3C9BF2383D31}"/>
                  </a:ext>
                </a:extLst>
              </p:cNvPr>
              <p:cNvSpPr txBox="1"/>
              <p:nvPr/>
            </p:nvSpPr>
            <p:spPr>
              <a:xfrm>
                <a:off x="5103378" y="343375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2" name="Comp 322">
                <a:extLst>
                  <a:ext uri="{FF2B5EF4-FFF2-40B4-BE49-F238E27FC236}">
                    <a16:creationId xmlns:a16="http://schemas.microsoft.com/office/drawing/2014/main" id="{9FD259AE-C16E-4A28-B6B6-5AB2E08AB2C9}"/>
                  </a:ext>
                </a:extLst>
              </p:cNvPr>
              <p:cNvSpPr txBox="1"/>
              <p:nvPr/>
            </p:nvSpPr>
            <p:spPr>
              <a:xfrm>
                <a:off x="5103378" y="342711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6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6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3" name="Comp 323">
                <a:extLst>
                  <a:ext uri="{FF2B5EF4-FFF2-40B4-BE49-F238E27FC236}">
                    <a16:creationId xmlns:a16="http://schemas.microsoft.com/office/drawing/2014/main" id="{99D03606-CC98-4A45-BF5D-631B7740DC36}"/>
                  </a:ext>
                </a:extLst>
              </p:cNvPr>
              <p:cNvSpPr txBox="1"/>
              <p:nvPr/>
            </p:nvSpPr>
            <p:spPr>
              <a:xfrm>
                <a:off x="5103378" y="342047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507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507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4" name="Comp 324">
                <a:extLst>
                  <a:ext uri="{FF2B5EF4-FFF2-40B4-BE49-F238E27FC236}">
                    <a16:creationId xmlns:a16="http://schemas.microsoft.com/office/drawing/2014/main" id="{59654111-DF05-4A09-8ABC-D9675BB73D8E}"/>
                  </a:ext>
                </a:extLst>
              </p:cNvPr>
              <p:cNvSpPr txBox="1"/>
              <p:nvPr/>
            </p:nvSpPr>
            <p:spPr>
              <a:xfrm>
                <a:off x="5103378" y="341383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5" name="Comp 325">
                <a:extLst>
                  <a:ext uri="{FF2B5EF4-FFF2-40B4-BE49-F238E27FC236}">
                    <a16:creationId xmlns:a16="http://schemas.microsoft.com/office/drawing/2014/main" id="{3239DCDA-A32B-438E-B3C3-C02625A9F9AC}"/>
                  </a:ext>
                </a:extLst>
              </p:cNvPr>
              <p:cNvSpPr txBox="1"/>
              <p:nvPr/>
            </p:nvSpPr>
            <p:spPr>
              <a:xfrm>
                <a:off x="5103378" y="340719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6" name="Comp 326">
                <a:extLst>
                  <a:ext uri="{FF2B5EF4-FFF2-40B4-BE49-F238E27FC236}">
                    <a16:creationId xmlns:a16="http://schemas.microsoft.com/office/drawing/2014/main" id="{62DAC36B-5A3B-411A-A885-A54682DD4E48}"/>
                  </a:ext>
                </a:extLst>
              </p:cNvPr>
              <p:cNvSpPr txBox="1"/>
              <p:nvPr/>
            </p:nvSpPr>
            <p:spPr>
              <a:xfrm>
                <a:off x="5103378" y="340055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7" name="Comp 327">
                <a:extLst>
                  <a:ext uri="{FF2B5EF4-FFF2-40B4-BE49-F238E27FC236}">
                    <a16:creationId xmlns:a16="http://schemas.microsoft.com/office/drawing/2014/main" id="{F11E64DD-F22F-44BF-9197-67C65E08DB17}"/>
                  </a:ext>
                </a:extLst>
              </p:cNvPr>
              <p:cNvSpPr txBox="1"/>
              <p:nvPr/>
            </p:nvSpPr>
            <p:spPr>
              <a:xfrm>
                <a:off x="5103378" y="339391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54F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54F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8" name="Comp 328">
                <a:extLst>
                  <a:ext uri="{FF2B5EF4-FFF2-40B4-BE49-F238E27FC236}">
                    <a16:creationId xmlns:a16="http://schemas.microsoft.com/office/drawing/2014/main" id="{D71B2A43-E81A-4819-BB0C-690FA1FDEAAC}"/>
                  </a:ext>
                </a:extLst>
              </p:cNvPr>
              <p:cNvSpPr txBox="1"/>
              <p:nvPr/>
            </p:nvSpPr>
            <p:spPr>
              <a:xfrm>
                <a:off x="5103378" y="338727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29" name="Comp 329">
                <a:extLst>
                  <a:ext uri="{FF2B5EF4-FFF2-40B4-BE49-F238E27FC236}">
                    <a16:creationId xmlns:a16="http://schemas.microsoft.com/office/drawing/2014/main" id="{81E75285-8366-435A-9CB3-A2BA1C2D26C7}"/>
                  </a:ext>
                </a:extLst>
              </p:cNvPr>
              <p:cNvSpPr txBox="1"/>
              <p:nvPr/>
            </p:nvSpPr>
            <p:spPr>
              <a:xfrm>
                <a:off x="5103378" y="338063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0" name="Comp 330">
                <a:extLst>
                  <a:ext uri="{FF2B5EF4-FFF2-40B4-BE49-F238E27FC236}">
                    <a16:creationId xmlns:a16="http://schemas.microsoft.com/office/drawing/2014/main" id="{88751AAD-77F7-47F7-A2B3-76A260417F6E}"/>
                  </a:ext>
                </a:extLst>
              </p:cNvPr>
              <p:cNvSpPr txBox="1"/>
              <p:nvPr/>
            </p:nvSpPr>
            <p:spPr>
              <a:xfrm>
                <a:off x="5103378" y="337399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1" name="Comp 331">
                <a:extLst>
                  <a:ext uri="{FF2B5EF4-FFF2-40B4-BE49-F238E27FC236}">
                    <a16:creationId xmlns:a16="http://schemas.microsoft.com/office/drawing/2014/main" id="{A39FE261-3AE9-4865-8F4E-0E512446C3CB}"/>
                  </a:ext>
                </a:extLst>
              </p:cNvPr>
              <p:cNvSpPr txBox="1"/>
              <p:nvPr/>
            </p:nvSpPr>
            <p:spPr>
              <a:xfrm>
                <a:off x="5103378" y="336735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E7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4E7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2" name="Comp 332">
                <a:extLst>
                  <a:ext uri="{FF2B5EF4-FFF2-40B4-BE49-F238E27FC236}">
                    <a16:creationId xmlns:a16="http://schemas.microsoft.com/office/drawing/2014/main" id="{FE64A3AB-3552-4E09-9D26-EA7DD2584D9A}"/>
                  </a:ext>
                </a:extLst>
              </p:cNvPr>
              <p:cNvSpPr txBox="1"/>
              <p:nvPr/>
            </p:nvSpPr>
            <p:spPr>
              <a:xfrm>
                <a:off x="5103378" y="336071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4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4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3" name="Comp 333">
                <a:extLst>
                  <a:ext uri="{FF2B5EF4-FFF2-40B4-BE49-F238E27FC236}">
                    <a16:creationId xmlns:a16="http://schemas.microsoft.com/office/drawing/2014/main" id="{C0C73CB4-321D-4787-B830-C42B447AEF30}"/>
                  </a:ext>
                </a:extLst>
              </p:cNvPr>
              <p:cNvSpPr txBox="1"/>
              <p:nvPr/>
            </p:nvSpPr>
            <p:spPr>
              <a:xfrm>
                <a:off x="5103378" y="335407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4" name="Comp 334">
                <a:extLst>
                  <a:ext uri="{FF2B5EF4-FFF2-40B4-BE49-F238E27FC236}">
                    <a16:creationId xmlns:a16="http://schemas.microsoft.com/office/drawing/2014/main" id="{D4704CB5-104A-464F-A769-3F0F30482774}"/>
                  </a:ext>
                </a:extLst>
              </p:cNvPr>
              <p:cNvSpPr txBox="1"/>
              <p:nvPr/>
            </p:nvSpPr>
            <p:spPr>
              <a:xfrm>
                <a:off x="5103378" y="334743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D7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4D7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5" name="Comp 335">
                <a:extLst>
                  <a:ext uri="{FF2B5EF4-FFF2-40B4-BE49-F238E27FC236}">
                    <a16:creationId xmlns:a16="http://schemas.microsoft.com/office/drawing/2014/main" id="{AAA9B5A0-16A3-4E9F-BD78-D35D9C14CE5E}"/>
                  </a:ext>
                </a:extLst>
              </p:cNvPr>
              <p:cNvSpPr txBox="1"/>
              <p:nvPr/>
            </p:nvSpPr>
            <p:spPr>
              <a:xfrm>
                <a:off x="5103378" y="334079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6" name="Comp 336">
                <a:extLst>
                  <a:ext uri="{FF2B5EF4-FFF2-40B4-BE49-F238E27FC236}">
                    <a16:creationId xmlns:a16="http://schemas.microsoft.com/office/drawing/2014/main" id="{0C4D8DEF-C345-4D87-A12F-D11D640C3A05}"/>
                  </a:ext>
                </a:extLst>
              </p:cNvPr>
              <p:cNvSpPr txBox="1"/>
              <p:nvPr/>
            </p:nvSpPr>
            <p:spPr>
              <a:xfrm>
                <a:off x="5103378" y="333415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7" name="Comp 337">
                <a:extLst>
                  <a:ext uri="{FF2B5EF4-FFF2-40B4-BE49-F238E27FC236}">
                    <a16:creationId xmlns:a16="http://schemas.microsoft.com/office/drawing/2014/main" id="{5CD7A9BE-F867-42DC-B1B8-B44E72AF8593}"/>
                  </a:ext>
                </a:extLst>
              </p:cNvPr>
              <p:cNvSpPr txBox="1"/>
              <p:nvPr/>
            </p:nvSpPr>
            <p:spPr>
              <a:xfrm>
                <a:off x="5103378" y="332751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34C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34C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8" name="Comp 338">
                <a:extLst>
                  <a:ext uri="{FF2B5EF4-FFF2-40B4-BE49-F238E27FC236}">
                    <a16:creationId xmlns:a16="http://schemas.microsoft.com/office/drawing/2014/main" id="{13327AA8-E6EC-47D6-8C80-57444C31BCDB}"/>
                  </a:ext>
                </a:extLst>
              </p:cNvPr>
              <p:cNvSpPr txBox="1"/>
              <p:nvPr/>
            </p:nvSpPr>
            <p:spPr>
              <a:xfrm>
                <a:off x="5103378" y="332087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C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24C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39" name="Comp 339">
                <a:extLst>
                  <a:ext uri="{FF2B5EF4-FFF2-40B4-BE49-F238E27FC236}">
                    <a16:creationId xmlns:a16="http://schemas.microsoft.com/office/drawing/2014/main" id="{1187432C-8385-48B0-876E-C5E85B30D05B}"/>
                  </a:ext>
                </a:extLst>
              </p:cNvPr>
              <p:cNvSpPr txBox="1"/>
              <p:nvPr/>
            </p:nvSpPr>
            <p:spPr>
              <a:xfrm>
                <a:off x="5103378" y="331423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0" name="Comp 340">
                <a:extLst>
                  <a:ext uri="{FF2B5EF4-FFF2-40B4-BE49-F238E27FC236}">
                    <a16:creationId xmlns:a16="http://schemas.microsoft.com/office/drawing/2014/main" id="{B05779BD-934E-4611-B3DE-6C450A3A1670}"/>
                  </a:ext>
                </a:extLst>
              </p:cNvPr>
              <p:cNvSpPr txBox="1"/>
              <p:nvPr/>
            </p:nvSpPr>
            <p:spPr>
              <a:xfrm>
                <a:off x="5103378" y="330759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1" name="Comp 341">
                <a:extLst>
                  <a:ext uri="{FF2B5EF4-FFF2-40B4-BE49-F238E27FC236}">
                    <a16:creationId xmlns:a16="http://schemas.microsoft.com/office/drawing/2014/main" id="{DEC3F32E-CE63-4F03-BCFA-4499151DD820}"/>
                  </a:ext>
                </a:extLst>
              </p:cNvPr>
              <p:cNvSpPr txBox="1"/>
              <p:nvPr/>
            </p:nvSpPr>
            <p:spPr>
              <a:xfrm>
                <a:off x="5103378" y="330095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24B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24B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2" name="Comp 342">
                <a:extLst>
                  <a:ext uri="{FF2B5EF4-FFF2-40B4-BE49-F238E27FC236}">
                    <a16:creationId xmlns:a16="http://schemas.microsoft.com/office/drawing/2014/main" id="{D4003038-9663-454C-908E-8D13DE126416}"/>
                  </a:ext>
                </a:extLst>
              </p:cNvPr>
              <p:cNvSpPr txBox="1"/>
              <p:nvPr/>
            </p:nvSpPr>
            <p:spPr>
              <a:xfrm>
                <a:off x="5103378" y="329431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3" name="Comp 343">
                <a:extLst>
                  <a:ext uri="{FF2B5EF4-FFF2-40B4-BE49-F238E27FC236}">
                    <a16:creationId xmlns:a16="http://schemas.microsoft.com/office/drawing/2014/main" id="{50886523-5A42-40C8-9E01-8ED84E683EF0}"/>
                  </a:ext>
                </a:extLst>
              </p:cNvPr>
              <p:cNvSpPr txBox="1"/>
              <p:nvPr/>
            </p:nvSpPr>
            <p:spPr>
              <a:xfrm>
                <a:off x="5103378" y="328767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4" name="Comp 344">
                <a:extLst>
                  <a:ext uri="{FF2B5EF4-FFF2-40B4-BE49-F238E27FC236}">
                    <a16:creationId xmlns:a16="http://schemas.microsoft.com/office/drawing/2014/main" id="{17D386F5-0174-45F6-9F00-BD60928A7515}"/>
                  </a:ext>
                </a:extLst>
              </p:cNvPr>
              <p:cNvSpPr txBox="1"/>
              <p:nvPr/>
            </p:nvSpPr>
            <p:spPr>
              <a:xfrm>
                <a:off x="5103378" y="328103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5" name="Comp 345">
                <a:extLst>
                  <a:ext uri="{FF2B5EF4-FFF2-40B4-BE49-F238E27FC236}">
                    <a16:creationId xmlns:a16="http://schemas.microsoft.com/office/drawing/2014/main" id="{F392F0F6-912B-4E97-9C73-0BDB143F33C4}"/>
                  </a:ext>
                </a:extLst>
              </p:cNvPr>
              <p:cNvSpPr txBox="1"/>
              <p:nvPr/>
            </p:nvSpPr>
            <p:spPr>
              <a:xfrm>
                <a:off x="5103378" y="327439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A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4A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6" name="Comp 346">
                <a:extLst>
                  <a:ext uri="{FF2B5EF4-FFF2-40B4-BE49-F238E27FC236}">
                    <a16:creationId xmlns:a16="http://schemas.microsoft.com/office/drawing/2014/main" id="{46C4DEAB-8002-40B8-A550-65E11FFEE573}"/>
                  </a:ext>
                </a:extLst>
              </p:cNvPr>
              <p:cNvSpPr txBox="1"/>
              <p:nvPr/>
            </p:nvSpPr>
            <p:spPr>
              <a:xfrm>
                <a:off x="5103378" y="326775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149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149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7" name="Comp 347">
                <a:extLst>
                  <a:ext uri="{FF2B5EF4-FFF2-40B4-BE49-F238E27FC236}">
                    <a16:creationId xmlns:a16="http://schemas.microsoft.com/office/drawing/2014/main" id="{472B67AA-931D-4915-9AAC-251FF026283B}"/>
                  </a:ext>
                </a:extLst>
              </p:cNvPr>
              <p:cNvSpPr txBox="1"/>
              <p:nvPr/>
            </p:nvSpPr>
            <p:spPr>
              <a:xfrm>
                <a:off x="5103378" y="326111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8" name="Comp 348">
                <a:extLst>
                  <a:ext uri="{FF2B5EF4-FFF2-40B4-BE49-F238E27FC236}">
                    <a16:creationId xmlns:a16="http://schemas.microsoft.com/office/drawing/2014/main" id="{9B598217-32AF-4AB9-A219-CB483088C368}"/>
                  </a:ext>
                </a:extLst>
              </p:cNvPr>
              <p:cNvSpPr txBox="1"/>
              <p:nvPr/>
            </p:nvSpPr>
            <p:spPr>
              <a:xfrm>
                <a:off x="5103378" y="325447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49" name="Comp 349">
                <a:extLst>
                  <a:ext uri="{FF2B5EF4-FFF2-40B4-BE49-F238E27FC236}">
                    <a16:creationId xmlns:a16="http://schemas.microsoft.com/office/drawing/2014/main" id="{21224F66-3C51-43B6-A8C0-285CBCA44688}"/>
                  </a:ext>
                </a:extLst>
              </p:cNvPr>
              <p:cNvSpPr txBox="1"/>
              <p:nvPr/>
            </p:nvSpPr>
            <p:spPr>
              <a:xfrm>
                <a:off x="5103378" y="324783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9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49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0" name="Comp 350">
                <a:extLst>
                  <a:ext uri="{FF2B5EF4-FFF2-40B4-BE49-F238E27FC236}">
                    <a16:creationId xmlns:a16="http://schemas.microsoft.com/office/drawing/2014/main" id="{DCD98474-3232-4066-995B-D931AE014861}"/>
                  </a:ext>
                </a:extLst>
              </p:cNvPr>
              <p:cNvSpPr txBox="1"/>
              <p:nvPr/>
            </p:nvSpPr>
            <p:spPr>
              <a:xfrm>
                <a:off x="5103378" y="324119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86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486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1" name="Comp 351">
                <a:extLst>
                  <a:ext uri="{FF2B5EF4-FFF2-40B4-BE49-F238E27FC236}">
                    <a16:creationId xmlns:a16="http://schemas.microsoft.com/office/drawing/2014/main" id="{6DCDD246-0A50-4993-8C1E-A6AC6549A952}"/>
                  </a:ext>
                </a:extLst>
              </p:cNvPr>
              <p:cNvSpPr txBox="1"/>
              <p:nvPr/>
            </p:nvSpPr>
            <p:spPr>
              <a:xfrm>
                <a:off x="5103378" y="323455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3048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3048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2" name="Comp 352">
                <a:extLst>
                  <a:ext uri="{FF2B5EF4-FFF2-40B4-BE49-F238E27FC236}">
                    <a16:creationId xmlns:a16="http://schemas.microsoft.com/office/drawing/2014/main" id="{E1479105-9A6E-4682-967B-65CFEA5F8E6B}"/>
                  </a:ext>
                </a:extLst>
              </p:cNvPr>
              <p:cNvSpPr txBox="1"/>
              <p:nvPr/>
            </p:nvSpPr>
            <p:spPr>
              <a:xfrm>
                <a:off x="5103378" y="322791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86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486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3" name="Comp 353">
                <a:extLst>
                  <a:ext uri="{FF2B5EF4-FFF2-40B4-BE49-F238E27FC236}">
                    <a16:creationId xmlns:a16="http://schemas.microsoft.com/office/drawing/2014/main" id="{0846944F-0F9A-468F-9FAD-AFC4498DBA56}"/>
                  </a:ext>
                </a:extLst>
              </p:cNvPr>
              <p:cNvSpPr txBox="1"/>
              <p:nvPr/>
            </p:nvSpPr>
            <p:spPr>
              <a:xfrm>
                <a:off x="5103378" y="3221274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4" name="Comp 354">
                <a:extLst>
                  <a:ext uri="{FF2B5EF4-FFF2-40B4-BE49-F238E27FC236}">
                    <a16:creationId xmlns:a16="http://schemas.microsoft.com/office/drawing/2014/main" id="{9CE1E9D5-E748-4B70-91D0-A9C54546A735}"/>
                  </a:ext>
                </a:extLst>
              </p:cNvPr>
              <p:cNvSpPr txBox="1"/>
              <p:nvPr/>
            </p:nvSpPr>
            <p:spPr>
              <a:xfrm>
                <a:off x="5103378" y="321463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5" name="Comp 355">
                <a:extLst>
                  <a:ext uri="{FF2B5EF4-FFF2-40B4-BE49-F238E27FC236}">
                    <a16:creationId xmlns:a16="http://schemas.microsoft.com/office/drawing/2014/main" id="{2D86FAF5-BF6A-499B-A24B-3F09496A7228}"/>
                  </a:ext>
                </a:extLst>
              </p:cNvPr>
              <p:cNvSpPr txBox="1"/>
              <p:nvPr/>
            </p:nvSpPr>
            <p:spPr>
              <a:xfrm>
                <a:off x="5103378" y="320799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6" name="Comp 356">
                <a:extLst>
                  <a:ext uri="{FF2B5EF4-FFF2-40B4-BE49-F238E27FC236}">
                    <a16:creationId xmlns:a16="http://schemas.microsoft.com/office/drawing/2014/main" id="{1F3D915A-89CE-4288-BB23-CE1F18BC0D29}"/>
                  </a:ext>
                </a:extLst>
              </p:cNvPr>
              <p:cNvSpPr txBox="1"/>
              <p:nvPr/>
            </p:nvSpPr>
            <p:spPr>
              <a:xfrm>
                <a:off x="5103378" y="320135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47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F47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7" name="Comp 357">
                <a:extLst>
                  <a:ext uri="{FF2B5EF4-FFF2-40B4-BE49-F238E27FC236}">
                    <a16:creationId xmlns:a16="http://schemas.microsoft.com/office/drawing/2014/main" id="{EE1DDC32-3AB2-4C6F-8579-9EA526E9C85D}"/>
                  </a:ext>
                </a:extLst>
              </p:cNvPr>
              <p:cNvSpPr txBox="1"/>
              <p:nvPr/>
            </p:nvSpPr>
            <p:spPr>
              <a:xfrm>
                <a:off x="5103378" y="319471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8" name="Comp 358">
                <a:extLst>
                  <a:ext uri="{FF2B5EF4-FFF2-40B4-BE49-F238E27FC236}">
                    <a16:creationId xmlns:a16="http://schemas.microsoft.com/office/drawing/2014/main" id="{56C55C4F-00CF-4462-9A6F-939137500735}"/>
                  </a:ext>
                </a:extLst>
              </p:cNvPr>
              <p:cNvSpPr txBox="1"/>
              <p:nvPr/>
            </p:nvSpPr>
            <p:spPr>
              <a:xfrm>
                <a:off x="5103378" y="318807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59" name="Comp 359">
                <a:extLst>
                  <a:ext uri="{FF2B5EF4-FFF2-40B4-BE49-F238E27FC236}">
                    <a16:creationId xmlns:a16="http://schemas.microsoft.com/office/drawing/2014/main" id="{FD27061D-369F-4FEC-80A2-A0A1254A9B27}"/>
                  </a:ext>
                </a:extLst>
              </p:cNvPr>
              <p:cNvSpPr txBox="1"/>
              <p:nvPr/>
            </p:nvSpPr>
            <p:spPr>
              <a:xfrm>
                <a:off x="5103378" y="3181433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6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6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0" name="Comp 360">
                <a:extLst>
                  <a:ext uri="{FF2B5EF4-FFF2-40B4-BE49-F238E27FC236}">
                    <a16:creationId xmlns:a16="http://schemas.microsoft.com/office/drawing/2014/main" id="{84AE3B9F-434D-4669-BEC4-9C2D30C63FBE}"/>
                  </a:ext>
                </a:extLst>
              </p:cNvPr>
              <p:cNvSpPr txBox="1"/>
              <p:nvPr/>
            </p:nvSpPr>
            <p:spPr>
              <a:xfrm>
                <a:off x="5103378" y="317479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56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56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1" name="Comp 361">
                <a:extLst>
                  <a:ext uri="{FF2B5EF4-FFF2-40B4-BE49-F238E27FC236}">
                    <a16:creationId xmlns:a16="http://schemas.microsoft.com/office/drawing/2014/main" id="{BF023BF6-580B-411A-8220-F3C4C5E9586B}"/>
                  </a:ext>
                </a:extLst>
              </p:cNvPr>
              <p:cNvSpPr txBox="1"/>
              <p:nvPr/>
            </p:nvSpPr>
            <p:spPr>
              <a:xfrm>
                <a:off x="5103378" y="316815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E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E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2" name="Comp 362">
                <a:extLst>
                  <a:ext uri="{FF2B5EF4-FFF2-40B4-BE49-F238E27FC236}">
                    <a16:creationId xmlns:a16="http://schemas.microsoft.com/office/drawing/2014/main" id="{0910A2DD-5146-49F8-94B1-0673B5811E76}"/>
                  </a:ext>
                </a:extLst>
              </p:cNvPr>
              <p:cNvSpPr txBox="1"/>
              <p:nvPr/>
            </p:nvSpPr>
            <p:spPr>
              <a:xfrm>
                <a:off x="5103378" y="316151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D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3" name="Comp 363">
                <a:extLst>
                  <a:ext uri="{FF2B5EF4-FFF2-40B4-BE49-F238E27FC236}">
                    <a16:creationId xmlns:a16="http://schemas.microsoft.com/office/drawing/2014/main" id="{DE6409D1-ABD6-4177-B27A-2469032F057A}"/>
                  </a:ext>
                </a:extLst>
              </p:cNvPr>
              <p:cNvSpPr txBox="1"/>
              <p:nvPr/>
            </p:nvSpPr>
            <p:spPr>
              <a:xfrm>
                <a:off x="5103378" y="315487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56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D456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4" name="Comp 364">
                <a:extLst>
                  <a:ext uri="{FF2B5EF4-FFF2-40B4-BE49-F238E27FC236}">
                    <a16:creationId xmlns:a16="http://schemas.microsoft.com/office/drawing/2014/main" id="{AE21134E-60A8-4BD2-9988-CB22248CCA21}"/>
                  </a:ext>
                </a:extLst>
              </p:cNvPr>
              <p:cNvSpPr txBox="1"/>
              <p:nvPr/>
            </p:nvSpPr>
            <p:spPr>
              <a:xfrm>
                <a:off x="5103378" y="314823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D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5" name="Comp 365">
                <a:extLst>
                  <a:ext uri="{FF2B5EF4-FFF2-40B4-BE49-F238E27FC236}">
                    <a16:creationId xmlns:a16="http://schemas.microsoft.com/office/drawing/2014/main" id="{97AB40DC-0CC2-4905-B8E6-D9B5A67F5478}"/>
                  </a:ext>
                </a:extLst>
              </p:cNvPr>
              <p:cNvSpPr txBox="1"/>
              <p:nvPr/>
            </p:nvSpPr>
            <p:spPr>
              <a:xfrm>
                <a:off x="5103378" y="314159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D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D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6" name="Comp 366">
                <a:extLst>
                  <a:ext uri="{FF2B5EF4-FFF2-40B4-BE49-F238E27FC236}">
                    <a16:creationId xmlns:a16="http://schemas.microsoft.com/office/drawing/2014/main" id="{49B4D398-9BD6-44E4-9B0F-B3AB20AD1C29}"/>
                  </a:ext>
                </a:extLst>
              </p:cNvPr>
              <p:cNvSpPr txBox="1"/>
              <p:nvPr/>
            </p:nvSpPr>
            <p:spPr>
              <a:xfrm>
                <a:off x="5103378" y="313495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46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C446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7" name="Comp 367">
                <a:extLst>
                  <a:ext uri="{FF2B5EF4-FFF2-40B4-BE49-F238E27FC236}">
                    <a16:creationId xmlns:a16="http://schemas.microsoft.com/office/drawing/2014/main" id="{1504A429-76BB-4053-991A-06C86FFCE7C9}"/>
                  </a:ext>
                </a:extLst>
              </p:cNvPr>
              <p:cNvSpPr txBox="1"/>
              <p:nvPr/>
            </p:nvSpPr>
            <p:spPr>
              <a:xfrm>
                <a:off x="5103378" y="3128312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4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C44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8" name="Comp 368">
                <a:extLst>
                  <a:ext uri="{FF2B5EF4-FFF2-40B4-BE49-F238E27FC236}">
                    <a16:creationId xmlns:a16="http://schemas.microsoft.com/office/drawing/2014/main" id="{477A3555-20F3-4DC8-83D6-E5624C3B6762}"/>
                  </a:ext>
                </a:extLst>
              </p:cNvPr>
              <p:cNvSpPr txBox="1"/>
              <p:nvPr/>
            </p:nvSpPr>
            <p:spPr>
              <a:xfrm>
                <a:off x="5103378" y="312167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69" name="Comp 369">
                <a:extLst>
                  <a:ext uri="{FF2B5EF4-FFF2-40B4-BE49-F238E27FC236}">
                    <a16:creationId xmlns:a16="http://schemas.microsoft.com/office/drawing/2014/main" id="{B48559F7-4A51-4A79-B093-E15527A1C44F}"/>
                  </a:ext>
                </a:extLst>
              </p:cNvPr>
              <p:cNvSpPr txBox="1"/>
              <p:nvPr/>
            </p:nvSpPr>
            <p:spPr>
              <a:xfrm>
                <a:off x="5103378" y="311503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0" name="Comp 370">
                <a:extLst>
                  <a:ext uri="{FF2B5EF4-FFF2-40B4-BE49-F238E27FC236}">
                    <a16:creationId xmlns:a16="http://schemas.microsoft.com/office/drawing/2014/main" id="{1DE5EF66-A2F4-4EF8-BFCC-EC3EE8755DC5}"/>
                  </a:ext>
                </a:extLst>
              </p:cNvPr>
              <p:cNvSpPr txBox="1"/>
              <p:nvPr/>
            </p:nvSpPr>
            <p:spPr>
              <a:xfrm>
                <a:off x="5103378" y="310839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C43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C43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1" name="Comp 371">
                <a:extLst>
                  <a:ext uri="{FF2B5EF4-FFF2-40B4-BE49-F238E27FC236}">
                    <a16:creationId xmlns:a16="http://schemas.microsoft.com/office/drawing/2014/main" id="{2D3F18B2-6D63-401B-87AB-69F4C5B434FF}"/>
                  </a:ext>
                </a:extLst>
              </p:cNvPr>
              <p:cNvSpPr txBox="1"/>
              <p:nvPr/>
            </p:nvSpPr>
            <p:spPr>
              <a:xfrm>
                <a:off x="5103378" y="310175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2" name="Comp 372">
                <a:extLst>
                  <a:ext uri="{FF2B5EF4-FFF2-40B4-BE49-F238E27FC236}">
                    <a16:creationId xmlns:a16="http://schemas.microsoft.com/office/drawing/2014/main" id="{2FDB640E-38F5-4587-B9B4-A65DD0673113}"/>
                  </a:ext>
                </a:extLst>
              </p:cNvPr>
              <p:cNvSpPr txBox="1"/>
              <p:nvPr/>
            </p:nvSpPr>
            <p:spPr>
              <a:xfrm>
                <a:off x="5103378" y="309511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3" name="Comp 373">
                <a:extLst>
                  <a:ext uri="{FF2B5EF4-FFF2-40B4-BE49-F238E27FC236}">
                    <a16:creationId xmlns:a16="http://schemas.microsoft.com/office/drawing/2014/main" id="{B7C21E89-6E16-401E-B4ED-BD7983B2F787}"/>
                  </a:ext>
                </a:extLst>
              </p:cNvPr>
              <p:cNvSpPr txBox="1"/>
              <p:nvPr/>
            </p:nvSpPr>
            <p:spPr>
              <a:xfrm>
                <a:off x="5103378" y="3088471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4" name="Comp 374">
                <a:extLst>
                  <a:ext uri="{FF2B5EF4-FFF2-40B4-BE49-F238E27FC236}">
                    <a16:creationId xmlns:a16="http://schemas.microsoft.com/office/drawing/2014/main" id="{3E8726E7-3F84-422A-8277-089EF612820A}"/>
                  </a:ext>
                </a:extLst>
              </p:cNvPr>
              <p:cNvSpPr txBox="1"/>
              <p:nvPr/>
            </p:nvSpPr>
            <p:spPr>
              <a:xfrm>
                <a:off x="5103378" y="308183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261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B4261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5" name="Comp 375">
                <a:extLst>
                  <a:ext uri="{FF2B5EF4-FFF2-40B4-BE49-F238E27FC236}">
                    <a16:creationId xmlns:a16="http://schemas.microsoft.com/office/drawing/2014/main" id="{3F6D3FF2-DE44-4F4D-ACAA-FEA82C748062}"/>
                  </a:ext>
                </a:extLst>
              </p:cNvPr>
              <p:cNvSpPr txBox="1"/>
              <p:nvPr/>
            </p:nvSpPr>
            <p:spPr>
              <a:xfrm>
                <a:off x="5103378" y="307519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B41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B41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6" name="Comp 376">
                <a:extLst>
                  <a:ext uri="{FF2B5EF4-FFF2-40B4-BE49-F238E27FC236}">
                    <a16:creationId xmlns:a16="http://schemas.microsoft.com/office/drawing/2014/main" id="{FCB85213-7C4D-4D84-AB11-295899D8BD6D}"/>
                  </a:ext>
                </a:extLst>
              </p:cNvPr>
              <p:cNvSpPr txBox="1"/>
              <p:nvPr/>
            </p:nvSpPr>
            <p:spPr>
              <a:xfrm>
                <a:off x="5103378" y="306855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160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A4160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7" name="Comp 377">
                <a:extLst>
                  <a:ext uri="{FF2B5EF4-FFF2-40B4-BE49-F238E27FC236}">
                    <a16:creationId xmlns:a16="http://schemas.microsoft.com/office/drawing/2014/main" id="{ED809A32-8B0D-40A5-A9B4-4C698F8E3EE0}"/>
                  </a:ext>
                </a:extLst>
              </p:cNvPr>
              <p:cNvSpPr txBox="1"/>
              <p:nvPr/>
            </p:nvSpPr>
            <p:spPr>
              <a:xfrm>
                <a:off x="5103378" y="306191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1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A41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8" name="Comp 378">
                <a:extLst>
                  <a:ext uri="{FF2B5EF4-FFF2-40B4-BE49-F238E27FC236}">
                    <a16:creationId xmlns:a16="http://schemas.microsoft.com/office/drawing/2014/main" id="{BF44DB17-02A7-44D3-94B8-56F284E501E6}"/>
                  </a:ext>
                </a:extLst>
              </p:cNvPr>
              <p:cNvSpPr txBox="1"/>
              <p:nvPr/>
            </p:nvSpPr>
            <p:spPr>
              <a:xfrm>
                <a:off x="5103378" y="305527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79" name="Comp 379">
                <a:extLst>
                  <a:ext uri="{FF2B5EF4-FFF2-40B4-BE49-F238E27FC236}">
                    <a16:creationId xmlns:a16="http://schemas.microsoft.com/office/drawing/2014/main" id="{D4926C21-012B-4C66-9742-8D48D4B683F3}"/>
                  </a:ext>
                </a:extLst>
              </p:cNvPr>
              <p:cNvSpPr txBox="1"/>
              <p:nvPr/>
            </p:nvSpPr>
            <p:spPr>
              <a:xfrm>
                <a:off x="5103378" y="304863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F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F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0" name="Comp 380">
                <a:extLst>
                  <a:ext uri="{FF2B5EF4-FFF2-40B4-BE49-F238E27FC236}">
                    <a16:creationId xmlns:a16="http://schemas.microsoft.com/office/drawing/2014/main" id="{85D5F5D5-F708-4D89-AF29-1AB0D4791C74}"/>
                  </a:ext>
                </a:extLst>
              </p:cNvPr>
              <p:cNvSpPr txBox="1"/>
              <p:nvPr/>
            </p:nvSpPr>
            <p:spPr>
              <a:xfrm>
                <a:off x="5103378" y="304199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A40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A40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1" name="Comp 381">
                <a:extLst>
                  <a:ext uri="{FF2B5EF4-FFF2-40B4-BE49-F238E27FC236}">
                    <a16:creationId xmlns:a16="http://schemas.microsoft.com/office/drawing/2014/main" id="{08CF22EB-C687-4D99-BBDD-7C41901D1C55}"/>
                  </a:ext>
                </a:extLst>
              </p:cNvPr>
              <p:cNvSpPr txBox="1"/>
              <p:nvPr/>
            </p:nvSpPr>
            <p:spPr>
              <a:xfrm>
                <a:off x="5103378" y="303535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40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940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2" name="Comp 382">
                <a:extLst>
                  <a:ext uri="{FF2B5EF4-FFF2-40B4-BE49-F238E27FC236}">
                    <a16:creationId xmlns:a16="http://schemas.microsoft.com/office/drawing/2014/main" id="{FD9173E5-B3BD-4A6A-92D8-3D8A94FF5A11}"/>
                  </a:ext>
                </a:extLst>
              </p:cNvPr>
              <p:cNvSpPr txBox="1"/>
              <p:nvPr/>
            </p:nvSpPr>
            <p:spPr>
              <a:xfrm>
                <a:off x="5103378" y="3028710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E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E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3" name="Comp 383">
                <a:extLst>
                  <a:ext uri="{FF2B5EF4-FFF2-40B4-BE49-F238E27FC236}">
                    <a16:creationId xmlns:a16="http://schemas.microsoft.com/office/drawing/2014/main" id="{6AE50466-50C8-48D3-88E8-58A01EE7C8BA}"/>
                  </a:ext>
                </a:extLst>
              </p:cNvPr>
              <p:cNvSpPr txBox="1"/>
              <p:nvPr/>
            </p:nvSpPr>
            <p:spPr>
              <a:xfrm>
                <a:off x="5103378" y="302206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4" name="Comp 384">
                <a:extLst>
                  <a:ext uri="{FF2B5EF4-FFF2-40B4-BE49-F238E27FC236}">
                    <a16:creationId xmlns:a16="http://schemas.microsoft.com/office/drawing/2014/main" id="{24F02D6D-59ED-4A41-9E94-7C79D5C18CE2}"/>
                  </a:ext>
                </a:extLst>
              </p:cNvPr>
              <p:cNvSpPr txBox="1"/>
              <p:nvPr/>
            </p:nvSpPr>
            <p:spPr>
              <a:xfrm>
                <a:off x="5103378" y="301542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D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D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5" name="Comp 385">
                <a:extLst>
                  <a:ext uri="{FF2B5EF4-FFF2-40B4-BE49-F238E27FC236}">
                    <a16:creationId xmlns:a16="http://schemas.microsoft.com/office/drawing/2014/main" id="{514543B8-2B49-45A0-A62F-A213655321A1}"/>
                  </a:ext>
                </a:extLst>
              </p:cNvPr>
              <p:cNvSpPr txBox="1"/>
              <p:nvPr/>
            </p:nvSpPr>
            <p:spPr>
              <a:xfrm>
                <a:off x="5103378" y="300878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93F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93F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6" name="Comp 386">
                <a:extLst>
                  <a:ext uri="{FF2B5EF4-FFF2-40B4-BE49-F238E27FC236}">
                    <a16:creationId xmlns:a16="http://schemas.microsoft.com/office/drawing/2014/main" id="{018CD965-2478-4D5E-A676-96AE18E6BC2F}"/>
                  </a:ext>
                </a:extLst>
              </p:cNvPr>
              <p:cNvSpPr txBox="1"/>
              <p:nvPr/>
            </p:nvSpPr>
            <p:spPr>
              <a:xfrm>
                <a:off x="5103378" y="300214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7" name="Comp 387">
                <a:extLst>
                  <a:ext uri="{FF2B5EF4-FFF2-40B4-BE49-F238E27FC236}">
                    <a16:creationId xmlns:a16="http://schemas.microsoft.com/office/drawing/2014/main" id="{CA06F6E0-8049-46EE-A7E5-4806524C735B}"/>
                  </a:ext>
                </a:extLst>
              </p:cNvPr>
              <p:cNvSpPr txBox="1"/>
              <p:nvPr/>
            </p:nvSpPr>
            <p:spPr>
              <a:xfrm>
                <a:off x="5103378" y="299550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C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C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8" name="Comp 388">
                <a:extLst>
                  <a:ext uri="{FF2B5EF4-FFF2-40B4-BE49-F238E27FC236}">
                    <a16:creationId xmlns:a16="http://schemas.microsoft.com/office/drawing/2014/main" id="{7F6FDC5E-10F1-4DE5-BA5D-F3600B84433B}"/>
                  </a:ext>
                </a:extLst>
              </p:cNvPr>
              <p:cNvSpPr txBox="1"/>
              <p:nvPr/>
            </p:nvSpPr>
            <p:spPr>
              <a:xfrm>
                <a:off x="5103378" y="2988869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E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83E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89" name="Comp 389">
                <a:extLst>
                  <a:ext uri="{FF2B5EF4-FFF2-40B4-BE49-F238E27FC236}">
                    <a16:creationId xmlns:a16="http://schemas.microsoft.com/office/drawing/2014/main" id="{4117E508-5E8F-4F11-8212-CE9F0AE27027}"/>
                  </a:ext>
                </a:extLst>
              </p:cNvPr>
              <p:cNvSpPr txBox="1"/>
              <p:nvPr/>
            </p:nvSpPr>
            <p:spPr>
              <a:xfrm>
                <a:off x="5103378" y="298222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83D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83D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0" name="Comp 390">
                <a:extLst>
                  <a:ext uri="{FF2B5EF4-FFF2-40B4-BE49-F238E27FC236}">
                    <a16:creationId xmlns:a16="http://schemas.microsoft.com/office/drawing/2014/main" id="{B9E0BDF9-BB0A-446E-BBB5-250BA2712452}"/>
                  </a:ext>
                </a:extLst>
              </p:cNvPr>
              <p:cNvSpPr txBox="1"/>
              <p:nvPr/>
            </p:nvSpPr>
            <p:spPr>
              <a:xfrm>
                <a:off x="5103378" y="297558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B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B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1" name="Comp 391">
                <a:extLst>
                  <a:ext uri="{FF2B5EF4-FFF2-40B4-BE49-F238E27FC236}">
                    <a16:creationId xmlns:a16="http://schemas.microsoft.com/office/drawing/2014/main" id="{664F690A-D23B-4F5B-8ED6-9765B04CEAFB}"/>
                  </a:ext>
                </a:extLst>
              </p:cNvPr>
              <p:cNvSpPr txBox="1"/>
              <p:nvPr/>
            </p:nvSpPr>
            <p:spPr>
              <a:xfrm>
                <a:off x="5103378" y="296894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2" name="Comp 392">
                <a:extLst>
                  <a:ext uri="{FF2B5EF4-FFF2-40B4-BE49-F238E27FC236}">
                    <a16:creationId xmlns:a16="http://schemas.microsoft.com/office/drawing/2014/main" id="{28CFB92A-0E95-4A91-A2F6-DDAE8F07C267}"/>
                  </a:ext>
                </a:extLst>
              </p:cNvPr>
              <p:cNvSpPr txBox="1"/>
              <p:nvPr/>
            </p:nvSpPr>
            <p:spPr>
              <a:xfrm>
                <a:off x="5103378" y="296230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D5A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73D5A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3" name="Comp 393">
                <a:extLst>
                  <a:ext uri="{FF2B5EF4-FFF2-40B4-BE49-F238E27FC236}">
                    <a16:creationId xmlns:a16="http://schemas.microsoft.com/office/drawing/2014/main" id="{89ACF0AD-B7EC-4B4C-9AAA-F7A29C48F284}"/>
                  </a:ext>
                </a:extLst>
              </p:cNvPr>
              <p:cNvSpPr txBox="1"/>
              <p:nvPr/>
            </p:nvSpPr>
            <p:spPr>
              <a:xfrm>
                <a:off x="5103378" y="295566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7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4" name="Comp 394">
                <a:extLst>
                  <a:ext uri="{FF2B5EF4-FFF2-40B4-BE49-F238E27FC236}">
                    <a16:creationId xmlns:a16="http://schemas.microsoft.com/office/drawing/2014/main" id="{7E1620E1-514C-471F-ADF1-D2476C46214C}"/>
                  </a:ext>
                </a:extLst>
              </p:cNvPr>
              <p:cNvSpPr txBox="1"/>
              <p:nvPr/>
            </p:nvSpPr>
            <p:spPr>
              <a:xfrm>
                <a:off x="5103378" y="294902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7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7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5" name="Comp 395">
                <a:extLst>
                  <a:ext uri="{FF2B5EF4-FFF2-40B4-BE49-F238E27FC236}">
                    <a16:creationId xmlns:a16="http://schemas.microsoft.com/office/drawing/2014/main" id="{A9742153-9FA7-455F-AA0D-781D14469E8C}"/>
                  </a:ext>
                </a:extLst>
              </p:cNvPr>
              <p:cNvSpPr txBox="1"/>
              <p:nvPr/>
            </p:nvSpPr>
            <p:spPr>
              <a:xfrm>
                <a:off x="5103378" y="294238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C59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3C59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6" name="Comp 396">
                <a:extLst>
                  <a:ext uri="{FF2B5EF4-FFF2-40B4-BE49-F238E27FC236}">
                    <a16:creationId xmlns:a16="http://schemas.microsoft.com/office/drawing/2014/main" id="{698938B1-35D0-42BC-A326-EEFCD0187857}"/>
                  </a:ext>
                </a:extLst>
              </p:cNvPr>
              <p:cNvSpPr txBox="1"/>
              <p:nvPr/>
            </p:nvSpPr>
            <p:spPr>
              <a:xfrm>
                <a:off x="5103378" y="2935748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7" name="Comp 397">
                <a:extLst>
                  <a:ext uri="{FF2B5EF4-FFF2-40B4-BE49-F238E27FC236}">
                    <a16:creationId xmlns:a16="http://schemas.microsoft.com/office/drawing/2014/main" id="{2B5051A2-9552-4507-A2F5-D74A41483F9D}"/>
                  </a:ext>
                </a:extLst>
              </p:cNvPr>
              <p:cNvSpPr txBox="1"/>
              <p:nvPr/>
            </p:nvSpPr>
            <p:spPr>
              <a:xfrm>
                <a:off x="5103378" y="292910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8" name="Comp 398">
                <a:extLst>
                  <a:ext uri="{FF2B5EF4-FFF2-40B4-BE49-F238E27FC236}">
                    <a16:creationId xmlns:a16="http://schemas.microsoft.com/office/drawing/2014/main" id="{2CAD59D1-DAE8-45DE-8542-4317D139AE06}"/>
                  </a:ext>
                </a:extLst>
              </p:cNvPr>
              <p:cNvSpPr txBox="1"/>
              <p:nvPr/>
            </p:nvSpPr>
            <p:spPr>
              <a:xfrm>
                <a:off x="5103378" y="292246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8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8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399" name="Comp 399">
                <a:extLst>
                  <a:ext uri="{FF2B5EF4-FFF2-40B4-BE49-F238E27FC236}">
                    <a16:creationId xmlns:a16="http://schemas.microsoft.com/office/drawing/2014/main" id="{238E361B-5815-498D-A217-A109017D35E5}"/>
                  </a:ext>
                </a:extLst>
              </p:cNvPr>
              <p:cNvSpPr txBox="1"/>
              <p:nvPr/>
            </p:nvSpPr>
            <p:spPr>
              <a:xfrm>
                <a:off x="5103378" y="291582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63B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63B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0" name="Comp 400">
                <a:extLst>
                  <a:ext uri="{FF2B5EF4-FFF2-40B4-BE49-F238E27FC236}">
                    <a16:creationId xmlns:a16="http://schemas.microsoft.com/office/drawing/2014/main" id="{B19F7779-6940-430B-A161-0F697C14A06D}"/>
                  </a:ext>
                </a:extLst>
              </p:cNvPr>
              <p:cNvSpPr txBox="1"/>
              <p:nvPr/>
            </p:nvSpPr>
            <p:spPr>
              <a:xfrm>
                <a:off x="5103378" y="290918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7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7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1" name="Comp 401">
                <a:extLst>
                  <a:ext uri="{FF2B5EF4-FFF2-40B4-BE49-F238E27FC236}">
                    <a16:creationId xmlns:a16="http://schemas.microsoft.com/office/drawing/2014/main" id="{2A592D66-8E11-4E21-B59F-47970C17A3D8}"/>
                  </a:ext>
                </a:extLst>
              </p:cNvPr>
              <p:cNvSpPr txBox="1"/>
              <p:nvPr/>
            </p:nvSpPr>
            <p:spPr>
              <a:xfrm>
                <a:off x="5103378" y="290254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2" name="Comp 402">
                <a:extLst>
                  <a:ext uri="{FF2B5EF4-FFF2-40B4-BE49-F238E27FC236}">
                    <a16:creationId xmlns:a16="http://schemas.microsoft.com/office/drawing/2014/main" id="{6734FFC7-45E8-4A9D-B9F5-85088D66378F}"/>
                  </a:ext>
                </a:extLst>
              </p:cNvPr>
              <p:cNvSpPr txBox="1"/>
              <p:nvPr/>
            </p:nvSpPr>
            <p:spPr>
              <a:xfrm>
                <a:off x="5103378" y="2895907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3" name="Comp 403">
                <a:extLst>
                  <a:ext uri="{FF2B5EF4-FFF2-40B4-BE49-F238E27FC236}">
                    <a16:creationId xmlns:a16="http://schemas.microsoft.com/office/drawing/2014/main" id="{916E812A-B1BA-4607-BA02-91BD8EF613F4}"/>
                  </a:ext>
                </a:extLst>
              </p:cNvPr>
              <p:cNvSpPr txBox="1"/>
              <p:nvPr/>
            </p:nvSpPr>
            <p:spPr>
              <a:xfrm>
                <a:off x="5103378" y="288926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A56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53A56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4" name="Comp 404">
                <a:extLst>
                  <a:ext uri="{FF2B5EF4-FFF2-40B4-BE49-F238E27FC236}">
                    <a16:creationId xmlns:a16="http://schemas.microsoft.com/office/drawing/2014/main" id="{DDEE4714-3872-4D32-AEFD-7CC7B00BDFB5}"/>
                  </a:ext>
                </a:extLst>
              </p:cNvPr>
              <p:cNvSpPr txBox="1"/>
              <p:nvPr/>
            </p:nvSpPr>
            <p:spPr>
              <a:xfrm>
                <a:off x="5103378" y="288262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5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5" name="Comp 405">
                <a:extLst>
                  <a:ext uri="{FF2B5EF4-FFF2-40B4-BE49-F238E27FC236}">
                    <a16:creationId xmlns:a16="http://schemas.microsoft.com/office/drawing/2014/main" id="{B7D0A20A-D27B-4B6A-B530-305DA8D117AD}"/>
                  </a:ext>
                </a:extLst>
              </p:cNvPr>
              <p:cNvSpPr txBox="1"/>
              <p:nvPr/>
            </p:nvSpPr>
            <p:spPr>
              <a:xfrm>
                <a:off x="5103378" y="287598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4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6" name="Comp 406">
                <a:extLst>
                  <a:ext uri="{FF2B5EF4-FFF2-40B4-BE49-F238E27FC236}">
                    <a16:creationId xmlns:a16="http://schemas.microsoft.com/office/drawing/2014/main" id="{CEFF209F-8DEF-4093-A553-F4E49A319E03}"/>
                  </a:ext>
                </a:extLst>
              </p:cNvPr>
              <p:cNvSpPr txBox="1"/>
              <p:nvPr/>
            </p:nvSpPr>
            <p:spPr>
              <a:xfrm>
                <a:off x="5103378" y="286934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955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43955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7" name="Comp 407">
                <a:extLst>
                  <a:ext uri="{FF2B5EF4-FFF2-40B4-BE49-F238E27FC236}">
                    <a16:creationId xmlns:a16="http://schemas.microsoft.com/office/drawing/2014/main" id="{928CE211-0A95-4757-A75D-A573AB3F5C06}"/>
                  </a:ext>
                </a:extLst>
              </p:cNvPr>
              <p:cNvSpPr txBox="1"/>
              <p:nvPr/>
            </p:nvSpPr>
            <p:spPr>
              <a:xfrm>
                <a:off x="5103378" y="286270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8" name="Comp 408">
                <a:extLst>
                  <a:ext uri="{FF2B5EF4-FFF2-40B4-BE49-F238E27FC236}">
                    <a16:creationId xmlns:a16="http://schemas.microsoft.com/office/drawing/2014/main" id="{D9086CCE-0554-404B-9994-DD196F8D0142}"/>
                  </a:ext>
                </a:extLst>
              </p:cNvPr>
              <p:cNvSpPr txBox="1"/>
              <p:nvPr/>
            </p:nvSpPr>
            <p:spPr>
              <a:xfrm>
                <a:off x="5103378" y="285606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4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4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09" name="Comp 409">
                <a:extLst>
                  <a:ext uri="{FF2B5EF4-FFF2-40B4-BE49-F238E27FC236}">
                    <a16:creationId xmlns:a16="http://schemas.microsoft.com/office/drawing/2014/main" id="{95CC4455-291B-406F-B4EE-9ABD5D966075}"/>
                  </a:ext>
                </a:extLst>
              </p:cNvPr>
              <p:cNvSpPr txBox="1"/>
              <p:nvPr/>
            </p:nvSpPr>
            <p:spPr>
              <a:xfrm>
                <a:off x="5103378" y="284942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438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438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0" name="Comp 410">
                <a:extLst>
                  <a:ext uri="{FF2B5EF4-FFF2-40B4-BE49-F238E27FC236}">
                    <a16:creationId xmlns:a16="http://schemas.microsoft.com/office/drawing/2014/main" id="{F5965C69-2524-4808-AEF5-94303B6C81EC}"/>
                  </a:ext>
                </a:extLst>
              </p:cNvPr>
              <p:cNvSpPr txBox="1"/>
              <p:nvPr/>
            </p:nvSpPr>
            <p:spPr>
              <a:xfrm>
                <a:off x="5103378" y="2842786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8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338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1" name="Comp 411">
                <a:extLst>
                  <a:ext uri="{FF2B5EF4-FFF2-40B4-BE49-F238E27FC236}">
                    <a16:creationId xmlns:a16="http://schemas.microsoft.com/office/drawing/2014/main" id="{0AD125F4-6AB5-48A2-AFFC-BE8A4A0B3C28}"/>
                  </a:ext>
                </a:extLst>
              </p:cNvPr>
              <p:cNvSpPr txBox="1"/>
              <p:nvPr/>
            </p:nvSpPr>
            <p:spPr>
              <a:xfrm>
                <a:off x="5103378" y="283614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3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3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2" name="Comp 412">
                <a:extLst>
                  <a:ext uri="{FF2B5EF4-FFF2-40B4-BE49-F238E27FC236}">
                    <a16:creationId xmlns:a16="http://schemas.microsoft.com/office/drawing/2014/main" id="{F75302E9-2BE3-42FE-A10D-2B1B26ED2428}"/>
                  </a:ext>
                </a:extLst>
              </p:cNvPr>
              <p:cNvSpPr txBox="1"/>
              <p:nvPr/>
            </p:nvSpPr>
            <p:spPr>
              <a:xfrm>
                <a:off x="5103378" y="282950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3" name="Comp 413">
                <a:extLst>
                  <a:ext uri="{FF2B5EF4-FFF2-40B4-BE49-F238E27FC236}">
                    <a16:creationId xmlns:a16="http://schemas.microsoft.com/office/drawing/2014/main" id="{E78833F5-B1AD-47D4-B772-278FD3C6D4C3}"/>
                  </a:ext>
                </a:extLst>
              </p:cNvPr>
              <p:cNvSpPr txBox="1"/>
              <p:nvPr/>
            </p:nvSpPr>
            <p:spPr>
              <a:xfrm>
                <a:off x="5103378" y="2822865"/>
                <a:ext cx="1603324" cy="1862048"/>
              </a:xfrm>
              <a:prstGeom prst="rect">
                <a:avLst/>
              </a:prstGeom>
              <a:noFill/>
              <a:effectLst/>
              <a:scene3d>
                <a:camera prst="isometricTopUp">
                  <a:rot lat="19476224" lon="18883146" rev="3609745"/>
                </a:camera>
                <a:lightRig rig="threePt" dir="t">
                  <a:rot lat="0" lon="0" rev="0"/>
                </a:lightRig>
              </a:scene3d>
              <a:sp3d>
                <a:bevelT w="0" h="0"/>
                <a:bevelB w="0" h="0"/>
                <a:contourClr>
                  <a:srgbClr val="000000"/>
                </a:contourClr>
              </a:sp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5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4" name="Comp 414">
                <a:extLst>
                  <a:ext uri="{FF2B5EF4-FFF2-40B4-BE49-F238E27FC236}">
                    <a16:creationId xmlns:a16="http://schemas.microsoft.com/office/drawing/2014/main" id="{A8F65E9F-9B37-48B9-BB9E-F9D58D51E951}"/>
                  </a:ext>
                </a:extLst>
              </p:cNvPr>
              <p:cNvSpPr txBox="1"/>
              <p:nvPr/>
            </p:nvSpPr>
            <p:spPr>
              <a:xfrm>
                <a:off x="5103378" y="2816225"/>
                <a:ext cx="160332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33752"/>
                    </a:soli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233752"/>
                  </a:soli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  <p:grpSp>
          <p:nvGrpSpPr>
            <p:cNvPr id="415" name="Comp 415">
              <a:extLst>
                <a:ext uri="{FF2B5EF4-FFF2-40B4-BE49-F238E27FC236}">
                  <a16:creationId xmlns:a16="http://schemas.microsoft.com/office/drawing/2014/main" id="{74719A34-DAFC-4075-BD4B-F3A348991E14}"/>
                </a:ext>
              </a:extLst>
            </p:cNvPr>
            <p:cNvGrpSpPr/>
            <p:nvPr/>
          </p:nvGrpSpPr>
          <p:grpSpPr>
            <a:xfrm>
              <a:off x="4305479" y="1685113"/>
              <a:ext cx="3581042" cy="2993160"/>
              <a:chOff x="4298885" y="1685113"/>
              <a:chExt cx="3581042" cy="2993160"/>
            </a:xfrm>
          </p:grpSpPr>
          <p:sp>
            <p:nvSpPr>
              <p:cNvPr id="416" name="Comp 416">
                <a:extLst>
                  <a:ext uri="{FF2B5EF4-FFF2-40B4-BE49-F238E27FC236}">
                    <a16:creationId xmlns:a16="http://schemas.microsoft.com/office/drawing/2014/main" id="{81ACAFF1-C27B-430F-9239-68DB7525234D}"/>
                  </a:ext>
                </a:extLst>
              </p:cNvPr>
              <p:cNvSpPr txBox="1"/>
              <p:nvPr/>
            </p:nvSpPr>
            <p:spPr>
              <a:xfrm>
                <a:off x="4298885" y="2355767"/>
                <a:ext cx="143821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8C6844">
                            <a:lumMod val="60000"/>
                            <a:lumOff val="40000"/>
                          </a:srgbClr>
                        </a:gs>
                        <a:gs pos="98000">
                          <a:srgbClr val="8C6844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P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8C6844">
                          <a:lumMod val="60000"/>
                          <a:lumOff val="40000"/>
                        </a:srgbClr>
                      </a:gs>
                      <a:gs pos="98000">
                        <a:srgbClr val="8C6844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7" name="Comp 417">
                <a:extLst>
                  <a:ext uri="{FF2B5EF4-FFF2-40B4-BE49-F238E27FC236}">
                    <a16:creationId xmlns:a16="http://schemas.microsoft.com/office/drawing/2014/main" id="{9CBE5547-C7AA-408F-8CDF-74C40A088422}"/>
                  </a:ext>
                </a:extLst>
              </p:cNvPr>
              <p:cNvSpPr txBox="1"/>
              <p:nvPr/>
            </p:nvSpPr>
            <p:spPr>
              <a:xfrm>
                <a:off x="5096784" y="2816225"/>
                <a:ext cx="1603324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8C6844"/>
                        </a:gs>
                        <a:gs pos="100000">
                          <a:srgbClr val="8C6844">
                            <a:lumMod val="50000"/>
                          </a:srgbClr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S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8C6844"/>
                      </a:gs>
                      <a:gs pos="100000">
                        <a:srgbClr val="8C6844">
                          <a:lumMod val="50000"/>
                        </a:srgbClr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8" name="Comp 418">
                <a:extLst>
                  <a:ext uri="{FF2B5EF4-FFF2-40B4-BE49-F238E27FC236}">
                    <a16:creationId xmlns:a16="http://schemas.microsoft.com/office/drawing/2014/main" id="{55A13072-C858-481C-9C1D-8828C5297695}"/>
                  </a:ext>
                </a:extLst>
              </p:cNvPr>
              <p:cNvSpPr txBox="1"/>
              <p:nvPr/>
            </p:nvSpPr>
            <p:spPr>
              <a:xfrm>
                <a:off x="6247749" y="2154363"/>
                <a:ext cx="1632178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B9A799">
                            <a:lumMod val="60000"/>
                            <a:lumOff val="40000"/>
                          </a:srgbClr>
                        </a:gs>
                        <a:gs pos="100000">
                          <a:srgbClr val="B9A799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T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B9A799">
                          <a:lumMod val="60000"/>
                          <a:lumOff val="40000"/>
                        </a:srgbClr>
                      </a:gs>
                      <a:gs pos="100000">
                        <a:srgbClr val="B9A799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  <p:sp>
            <p:nvSpPr>
              <p:cNvPr id="419" name="Comp 419">
                <a:extLst>
                  <a:ext uri="{FF2B5EF4-FFF2-40B4-BE49-F238E27FC236}">
                    <a16:creationId xmlns:a16="http://schemas.microsoft.com/office/drawing/2014/main" id="{DB121C92-E247-446B-BEBC-AE29A40581F1}"/>
                  </a:ext>
                </a:extLst>
              </p:cNvPr>
              <p:cNvSpPr txBox="1"/>
              <p:nvPr/>
            </p:nvSpPr>
            <p:spPr>
              <a:xfrm>
                <a:off x="5380099" y="1685113"/>
                <a:ext cx="1431802" cy="1862048"/>
              </a:xfrm>
              <a:prstGeom prst="rect">
                <a:avLst/>
              </a:prstGeom>
              <a:noFill/>
              <a:scene3d>
                <a:camera prst="isometricTopUp"/>
                <a:lightRig rig="threePt" dir="t"/>
              </a:scene3d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500" b="0" i="0" u="none" strike="noStrike" kern="1200" cap="none" spc="0" normalizeH="0" baseline="0" noProof="0" dirty="0">
                    <a:ln>
                      <a:noFill/>
                    </a:ln>
                    <a:gradFill>
                      <a:gsLst>
                        <a:gs pos="0">
                          <a:srgbClr val="EFC49C"/>
                        </a:gs>
                        <a:gs pos="100000">
                          <a:srgbClr val="CA865F"/>
                        </a:gs>
                      </a:gsLst>
                      <a:lin ang="5400000" scaled="1"/>
                    </a:gradFill>
                    <a:effectLst/>
                    <a:uLnTx/>
                    <a:uFillTx/>
                    <a:latin typeface="Hanson" pitchFamily="2" charset="0"/>
                    <a:ea typeface="思源黑体 CN Regular"/>
                    <a:cs typeface="+mn-cs"/>
                  </a:rPr>
                  <a:t>E</a:t>
                </a:r>
                <a:endParaRPr kumimoji="0" lang="zh-CN" altLang="en-US" sz="11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FC49C"/>
                      </a:gs>
                      <a:gs pos="100000">
                        <a:srgbClr val="CA865F"/>
                      </a:gs>
                    </a:gsLst>
                    <a:lin ang="5400000" scaled="1"/>
                  </a:gradFill>
                  <a:effectLst/>
                  <a:uLnTx/>
                  <a:uFillTx/>
                  <a:latin typeface="Hanson" pitchFamily="2" charset="0"/>
                  <a:ea typeface="思源黑体 CN Regular"/>
                  <a:cs typeface="+mn-cs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7970633" y="1578672"/>
            <a:ext cx="2674113" cy="3747008"/>
            <a:chOff x="2260164" y="2503475"/>
            <a:chExt cx="4011169" cy="5620512"/>
          </a:xfrm>
        </p:grpSpPr>
        <p:sp>
          <p:nvSpPr>
            <p:cNvPr id="3" name="Comp 3"/>
            <p:cNvSpPr/>
            <p:nvPr/>
          </p:nvSpPr>
          <p:spPr>
            <a:xfrm>
              <a:off x="2260165" y="2503475"/>
              <a:ext cx="4011168" cy="5620512"/>
            </a:xfrm>
            <a:prstGeom prst="rect">
              <a:avLst/>
            </a:prstGeom>
            <a:noFill/>
            <a:ln w="38100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Comp 4"/>
            <p:cNvSpPr/>
            <p:nvPr/>
          </p:nvSpPr>
          <p:spPr>
            <a:xfrm rot="5400000">
              <a:off x="2260164" y="2503475"/>
              <a:ext cx="1562452" cy="1562452"/>
            </a:xfrm>
            <a:prstGeom prst="rtTriangle">
              <a:avLst/>
            </a:prstGeom>
            <a:solidFill>
              <a:srgbClr val="AC956E"/>
            </a:solidFill>
            <a:ln w="38100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5" name="Comp 5"/>
            <p:cNvSpPr/>
            <p:nvPr/>
          </p:nvSpPr>
          <p:spPr>
            <a:xfrm rot="16200000">
              <a:off x="4586023" y="6438677"/>
              <a:ext cx="1685310" cy="1685310"/>
            </a:xfrm>
            <a:prstGeom prst="rtTriangle">
              <a:avLst/>
            </a:prstGeom>
            <a:solidFill>
              <a:srgbClr val="AC956E"/>
            </a:solidFill>
            <a:ln w="38100">
              <a:solidFill>
                <a:srgbClr val="AC956E"/>
              </a:solidFill>
            </a:ln>
          </p:spPr>
          <p:style>
            <a:lnRef idx="2">
              <a:srgbClr val="AD0101">
                <a:shade val="50000"/>
              </a:srgbClr>
            </a:lnRef>
            <a:fillRef idx="1">
              <a:srgbClr val="AD0101"/>
            </a:fillRef>
            <a:effectRef idx="0">
              <a:srgbClr val="AD0101"/>
            </a:effectRef>
            <a:fontRef idx="minor">
              <a:srgbClr val="FFFFFF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6" name="Comp 6"/>
            <p:cNvSpPr txBox="1"/>
            <p:nvPr/>
          </p:nvSpPr>
          <p:spPr>
            <a:xfrm rot="18900000">
              <a:off x="2402527" y="2647372"/>
              <a:ext cx="725714" cy="14925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35" smtClean="0">
                  <a:solidFill>
                    <a:srgbClr val="FFFFFF"/>
                  </a:solidFill>
                  <a:latin typeface="Bebas Neue" panose="020B0606020202050201" pitchFamily="34" charset="0"/>
                </a:rPr>
                <a:t>03</a:t>
              </a:r>
              <a:endParaRPr lang="uk-UA" sz="2935" smtClean="0">
                <a:solidFill>
                  <a:srgbClr val="FFFFFF"/>
                </a:solidFill>
              </a:endParaRPr>
            </a:p>
          </p:txBody>
        </p:sp>
        <p:sp>
          <p:nvSpPr>
            <p:cNvPr id="7" name="Comp 7"/>
            <p:cNvSpPr/>
            <p:nvPr/>
          </p:nvSpPr>
          <p:spPr>
            <a:xfrm>
              <a:off x="5289162" y="7140986"/>
              <a:ext cx="869859" cy="87534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uk-UA" sz="3200">
                  <a:solidFill>
                    <a:srgbClr val="FFFFFF"/>
                  </a:solidFill>
                  <a:latin typeface="FontAwesome" pitchFamily="2" charset="0"/>
                </a:rPr>
                <a:t></a:t>
              </a:r>
            </a:p>
          </p:txBody>
        </p:sp>
        <p:sp>
          <p:nvSpPr>
            <p:cNvPr id="8" name="Comp 8"/>
            <p:cNvSpPr txBox="1"/>
            <p:nvPr/>
          </p:nvSpPr>
          <p:spPr>
            <a:xfrm>
              <a:off x="2572149" y="3894061"/>
              <a:ext cx="3387200" cy="567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65" b="1" smtClean="0"/>
                <a:t>MONTHLY FREEBIES</a:t>
              </a:r>
              <a:endParaRPr lang="uk-UA" sz="1865" b="1" smtClean="0"/>
            </a:p>
          </p:txBody>
        </p:sp>
        <p:sp>
          <p:nvSpPr>
            <p:cNvPr id="9" name="Comp 9"/>
            <p:cNvSpPr txBox="1"/>
            <p:nvPr/>
          </p:nvSpPr>
          <p:spPr>
            <a:xfrm>
              <a:off x="2582280" y="4434437"/>
              <a:ext cx="3595219" cy="26069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35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Lorem ipsum dolor sit amet, consectetuer adipiscing elit. Maecenas porttitor congue massa. Fusce posuere, magna sed pulvinar ultricies, purus lectus malesuada libero, sit </a:t>
              </a:r>
              <a:endParaRPr lang="en-US" sz="1335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335" smtClean="0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amet </a:t>
              </a:r>
              <a:r>
                <a:rPr lang="en-US" sz="1335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commodo magna </a:t>
              </a:r>
              <a:endParaRPr lang="en-US" sz="1335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  <a:p>
              <a:r>
                <a:rPr lang="en-US" sz="1335" smtClean="0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Eros quis </a:t>
              </a:r>
              <a:r>
                <a:rPr lang="en-US" sz="1335">
                  <a:solidFill>
                    <a:srgbClr val="000000">
                      <a:lumMod val="60000"/>
                      <a:lumOff val="40000"/>
                    </a:srgbClr>
                  </a:solidFill>
                </a:rPr>
                <a:t>urna. </a:t>
              </a:r>
              <a:endParaRPr lang="en-US" sz="1335" smtClean="0">
                <a:solidFill>
                  <a:srgbClr val="000000">
                    <a:lumMod val="60000"/>
                    <a:lumOff val="40000"/>
                  </a:srgbClr>
                </a:solidFill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Comp 2"/>
          <p:cNvGrpSpPr/>
          <p:nvPr/>
        </p:nvGrpSpPr>
        <p:grpSpPr>
          <a:xfrm>
            <a:off x="723153" y="5121964"/>
            <a:ext cx="5337862" cy="1099614"/>
            <a:chOff x="761448" y="4905320"/>
            <a:chExt cx="5337862" cy="1099614"/>
          </a:xfrm>
        </p:grpSpPr>
        <p:sp>
          <p:nvSpPr>
            <p:cNvPr id="3" name="Comp 3"/>
            <p:cNvSpPr/>
            <p:nvPr/>
          </p:nvSpPr>
          <p:spPr>
            <a:xfrm>
              <a:off x="761449" y="5266270"/>
              <a:ext cx="5337861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Lorem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ipsum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dolor sit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amet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,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consectetur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adipiscing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elit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Quisque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ultrices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venenatis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ultrices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Duis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et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lectus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sapien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Etiam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tempor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sodales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 </a:t>
              </a:r>
              <a:r>
                <a:rPr lang="en-US" sz="1400" dirty="0" err="1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gravida</a:t>
              </a:r>
              <a:r>
                <a:rPr lang="en-US" sz="1400" dirty="0">
                  <a:solidFill>
                    <a:srgbClr val="000000">
                      <a:lumMod val="75000"/>
                      <a:lumOff val="25000"/>
                    </a:srgbClr>
                  </a:solidFill>
                </a:rPr>
                <a:t>. </a:t>
              </a:r>
              <a:endParaRPr lang="en-US" sz="1400" dirty="0"/>
            </a:p>
          </p:txBody>
        </p:sp>
        <p:sp>
          <p:nvSpPr>
            <p:cNvPr id="4" name="Comp 4"/>
            <p:cNvSpPr/>
            <p:nvPr/>
          </p:nvSpPr>
          <p:spPr>
            <a:xfrm>
              <a:off x="761448" y="4905320"/>
              <a:ext cx="347307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rgbClr val="000000">
                      <a:lumMod val="75000"/>
                      <a:lumOff val="25000"/>
                    </a:srgbClr>
                  </a:solidFill>
                  <a:latin typeface="+mj-lt"/>
                </a:rPr>
                <a:t>Lorem ipsum dolor sit </a:t>
              </a:r>
              <a:r>
                <a:rPr lang="en-US" dirty="0" err="1">
                  <a:solidFill>
                    <a:srgbClr val="000000">
                      <a:lumMod val="75000"/>
                      <a:lumOff val="25000"/>
                    </a:srgbClr>
                  </a:solidFill>
                  <a:latin typeface="+mj-lt"/>
                </a:rPr>
                <a:t>amet</a:t>
              </a:r>
              <a:endParaRPr lang="en-US" dirty="0">
                <a:latin typeface="+mj-lt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