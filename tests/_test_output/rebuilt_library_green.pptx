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hierarchy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2297842" y="1097280"/>
            <a:ext cx="7565834" cy="5029200"/>
            <a:chOff x="1811005" y="937486"/>
            <a:chExt cx="7565834" cy="5029196"/>
          </a:xfrm>
        </p:grpSpPr>
        <p:sp>
          <p:nvSpPr>
            <p:cNvPr id="4" name="Component 4"/>
            <p:cNvSpPr txBox="1"/>
            <p:nvPr/>
          </p:nvSpPr>
          <p:spPr>
            <a:xfrm>
              <a:off x="1811005" y="937486"/>
              <a:ext cx="4076659" cy="693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3606" b="1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Raleway" panose="020B0503030101060003" pitchFamily="34" charset="0"/>
                </a:rPr>
                <a:t>CEO</a:t>
              </a:r>
              <a:endParaRPr lang="en-US" sz="3606" b="1" dirty="0">
                <a:solidFill>
                  <a:srgbClr val="000000">
                    <a:lumMod val="65000"/>
                    <a:lumOff val="35000"/>
                  </a:srgbClr>
                </a:solidFill>
                <a:latin typeface="Raleway" panose="020B0503030101060003" pitchFamily="34" charset="0"/>
              </a:endParaRPr>
            </a:p>
          </p:txBody>
        </p:sp>
        <p:sp>
          <p:nvSpPr>
            <p:cNvPr id="5" name="Component 5"/>
            <p:cNvSpPr/>
            <p:nvPr/>
          </p:nvSpPr>
          <p:spPr>
            <a:xfrm>
              <a:off x="1820748" y="1579531"/>
              <a:ext cx="7547425" cy="1449308"/>
            </a:xfrm>
            <a:prstGeom prst="rect">
              <a:avLst/>
            </a:prstGeom>
            <a:solidFill>
              <a:srgbClr val="F1F5F9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spcAft>
                  <a:spcPts val="1500"/>
                </a:spcAft>
              </a:pP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CTO</a:t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id-ID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endParaRPr lang="en-US" sz="1803" dirty="0">
                <a:solidFill>
                  <a:srgbClr val="FFFFFF">
                    <a:lumMod val="65000"/>
                  </a:srgbClr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6" name="Component 6"/>
            <p:cNvSpPr/>
            <p:nvPr/>
          </p:nvSpPr>
          <p:spPr>
            <a:xfrm>
              <a:off x="1829413" y="4517374"/>
              <a:ext cx="7547425" cy="1449308"/>
            </a:xfrm>
            <a:prstGeom prst="rect">
              <a:avLst/>
            </a:prstGeom>
            <a:solidFill>
              <a:srgbClr val="F1F5F9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spcAft>
                  <a:spcPts val="1500"/>
                </a:spcAft>
              </a:pP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VP Sales</a:t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> </a:t>
              </a:r>
              <a:r>
                <a:rPr lang="en-US" sz="1803" dirty="0" err="1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en-US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r>
                <a:rPr lang="id-ID" sz="1803" dirty="0">
                  <a:solidFill>
                    <a:srgbClr val="FFFFFF">
                      <a:lumMod val="65000"/>
                    </a:srgbClr>
                  </a:solidFill>
                  <a:ea typeface="Times New Roman" panose="02020603050405020304" pitchFamily="18" charset="0"/>
                </a:rPr>
                <a:t/>
              </a:r>
              <a:endParaRPr lang="en-US" sz="1803" dirty="0">
                <a:solidFill>
                  <a:srgbClr val="FFFFFF">
                    <a:lumMod val="65000"/>
                  </a:srgbClr>
                </a:solidFill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process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57200" y="1500523"/>
            <a:ext cx="11247120" cy="4222713"/>
            <a:chOff x="1125869" y="1500523"/>
            <a:chExt cx="11247120" cy="4222713"/>
          </a:xfrm>
        </p:grpSpPr>
        <p:sp>
          <p:nvSpPr>
            <p:cNvPr id="4" name="Component 4"/>
            <p:cNvSpPr/>
            <p:nvPr/>
          </p:nvSpPr>
          <p:spPr bwMode="auto">
            <a:xfrm>
              <a:off x="9696562" y="1968317"/>
              <a:ext cx="2676427" cy="3295810"/>
            </a:xfrm>
            <a:custGeom>
              <a:avLst/>
              <a:gdLst>
                <a:gd name="T0" fmla="*/ 2147483646 w 21455"/>
                <a:gd name="T1" fmla="*/ 2147483646 h 21547"/>
                <a:gd name="T2" fmla="*/ 2147483646 w 21455"/>
                <a:gd name="T3" fmla="*/ 2147483646 h 21547"/>
                <a:gd name="T4" fmla="*/ 2147483646 w 21455"/>
                <a:gd name="T5" fmla="*/ 2147483646 h 21547"/>
                <a:gd name="T6" fmla="*/ 2147483646 w 21455"/>
                <a:gd name="T7" fmla="*/ 2147483646 h 21547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455" h="21547" extrusionOk="0">
                  <a:moveTo>
                    <a:pt x="6771" y="3"/>
                  </a:moveTo>
                  <a:cubicBezTo>
                    <a:pt x="6609" y="11"/>
                    <a:pt x="6448" y="32"/>
                    <a:pt x="6289" y="63"/>
                  </a:cubicBezTo>
                  <a:cubicBezTo>
                    <a:pt x="5701" y="178"/>
                    <a:pt x="5167" y="433"/>
                    <a:pt x="4757" y="795"/>
                  </a:cubicBezTo>
                  <a:cubicBezTo>
                    <a:pt x="1575" y="3641"/>
                    <a:pt x="-127" y="7383"/>
                    <a:pt x="7" y="11232"/>
                  </a:cubicBezTo>
                  <a:cubicBezTo>
                    <a:pt x="132" y="14824"/>
                    <a:pt x="1852" y="18257"/>
                    <a:pt x="4849" y="20891"/>
                  </a:cubicBezTo>
                  <a:cubicBezTo>
                    <a:pt x="5271" y="21232"/>
                    <a:pt x="5816" y="21454"/>
                    <a:pt x="6403" y="21524"/>
                  </a:cubicBezTo>
                  <a:cubicBezTo>
                    <a:pt x="7012" y="21596"/>
                    <a:pt x="7632" y="21502"/>
                    <a:pt x="8168" y="21255"/>
                  </a:cubicBezTo>
                  <a:cubicBezTo>
                    <a:pt x="10517" y="20042"/>
                    <a:pt x="12750" y="18684"/>
                    <a:pt x="14845" y="17194"/>
                  </a:cubicBezTo>
                  <a:cubicBezTo>
                    <a:pt x="16973" y="15680"/>
                    <a:pt x="18955" y="14033"/>
                    <a:pt x="20771" y="12269"/>
                  </a:cubicBezTo>
                  <a:cubicBezTo>
                    <a:pt x="21195" y="11887"/>
                    <a:pt x="21436" y="11395"/>
                    <a:pt x="21454" y="10880"/>
                  </a:cubicBezTo>
                  <a:cubicBezTo>
                    <a:pt x="21473" y="10322"/>
                    <a:pt x="21229" y="9779"/>
                    <a:pt x="20771" y="9365"/>
                  </a:cubicBezTo>
                  <a:cubicBezTo>
                    <a:pt x="18967" y="7504"/>
                    <a:pt x="16953" y="5785"/>
                    <a:pt x="14756" y="4230"/>
                  </a:cubicBezTo>
                  <a:cubicBezTo>
                    <a:pt x="12652" y="2741"/>
                    <a:pt x="10386" y="1409"/>
                    <a:pt x="7989" y="249"/>
                  </a:cubicBezTo>
                  <a:cubicBezTo>
                    <a:pt x="7763" y="135"/>
                    <a:pt x="7514" y="59"/>
                    <a:pt x="7255" y="24"/>
                  </a:cubicBezTo>
                  <a:cubicBezTo>
                    <a:pt x="7095" y="3"/>
                    <a:pt x="6933" y="-4"/>
                    <a:pt x="6771" y="3"/>
                  </a:cubicBezTo>
                  <a:close/>
                  <a:moveTo>
                    <a:pt x="9121" y="5291"/>
                  </a:moveTo>
                  <a:cubicBezTo>
                    <a:pt x="9744" y="5291"/>
                    <a:pt x="10369" y="5485"/>
                    <a:pt x="10845" y="5873"/>
                  </a:cubicBezTo>
                  <a:cubicBezTo>
                    <a:pt x="11797" y="6649"/>
                    <a:pt x="11797" y="7909"/>
                    <a:pt x="10845" y="8685"/>
                  </a:cubicBezTo>
                  <a:cubicBezTo>
                    <a:pt x="9893" y="9462"/>
                    <a:pt x="8348" y="9462"/>
                    <a:pt x="7396" y="8685"/>
                  </a:cubicBezTo>
                  <a:cubicBezTo>
                    <a:pt x="6444" y="7909"/>
                    <a:pt x="6444" y="6649"/>
                    <a:pt x="7396" y="5873"/>
                  </a:cubicBezTo>
                  <a:cubicBezTo>
                    <a:pt x="7872" y="5485"/>
                    <a:pt x="8497" y="5291"/>
                    <a:pt x="9121" y="5291"/>
                  </a:cubicBezTo>
                  <a:close/>
                </a:path>
              </a:pathLst>
            </a:custGeom>
            <a:solidFill>
              <a:srgbClr val="00AA00">
                <a:lumMod val="20000"/>
                <a:lumOff val="8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1A3A1A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27204" tIns="27204" rIns="27204" bIns="27204" anchor="ctr"/>
            <a:lstStyle/>
            <a:p>
              <a:endParaRPr lang="ru-RU"/>
            </a:p>
          </p:txBody>
        </p:sp>
        <p:sp>
          <p:nvSpPr>
            <p:cNvPr id="5" name="Component 5"/>
            <p:cNvSpPr/>
            <p:nvPr/>
          </p:nvSpPr>
          <p:spPr bwMode="auto">
            <a:xfrm>
              <a:off x="1125869" y="1885966"/>
              <a:ext cx="1653380" cy="3460497"/>
            </a:xfrm>
            <a:custGeom>
              <a:avLst/>
              <a:gdLst>
                <a:gd name="T0" fmla="*/ 2147483646 w 21492"/>
                <a:gd name="T1" fmla="*/ 2147483646 h 21500"/>
                <a:gd name="T2" fmla="*/ 2147483646 w 21492"/>
                <a:gd name="T3" fmla="*/ 2147483646 h 21500"/>
                <a:gd name="T4" fmla="*/ 2147483646 w 21492"/>
                <a:gd name="T5" fmla="*/ 2147483646 h 21500"/>
                <a:gd name="T6" fmla="*/ 2147483646 w 21492"/>
                <a:gd name="T7" fmla="*/ 2147483646 h 215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492" h="21500" extrusionOk="0">
                  <a:moveTo>
                    <a:pt x="223" y="899"/>
                  </a:moveTo>
                  <a:cubicBezTo>
                    <a:pt x="-78" y="701"/>
                    <a:pt x="-74" y="432"/>
                    <a:pt x="234" y="235"/>
                  </a:cubicBezTo>
                  <a:cubicBezTo>
                    <a:pt x="660" y="-37"/>
                    <a:pt x="1481" y="-80"/>
                    <a:pt x="2020" y="142"/>
                  </a:cubicBezTo>
                  <a:lnTo>
                    <a:pt x="20954" y="10063"/>
                  </a:lnTo>
                  <a:cubicBezTo>
                    <a:pt x="21329" y="10261"/>
                    <a:pt x="21522" y="10524"/>
                    <a:pt x="21489" y="10791"/>
                  </a:cubicBezTo>
                  <a:cubicBezTo>
                    <a:pt x="21466" y="10980"/>
                    <a:pt x="21330" y="11161"/>
                    <a:pt x="21097" y="11314"/>
                  </a:cubicBezTo>
                  <a:lnTo>
                    <a:pt x="2264" y="21274"/>
                  </a:lnTo>
                  <a:cubicBezTo>
                    <a:pt x="2035" y="21395"/>
                    <a:pt x="1738" y="21467"/>
                    <a:pt x="1429" y="21491"/>
                  </a:cubicBezTo>
                  <a:cubicBezTo>
                    <a:pt x="1059" y="21520"/>
                    <a:pt x="659" y="21481"/>
                    <a:pt x="364" y="21346"/>
                  </a:cubicBezTo>
                  <a:cubicBezTo>
                    <a:pt x="-2" y="21178"/>
                    <a:pt x="-59" y="20908"/>
                    <a:pt x="229" y="20708"/>
                  </a:cubicBezTo>
                  <a:cubicBezTo>
                    <a:pt x="3534" y="17755"/>
                    <a:pt x="5311" y="14466"/>
                    <a:pt x="5414" y="11117"/>
                  </a:cubicBezTo>
                  <a:cubicBezTo>
                    <a:pt x="5523" y="7556"/>
                    <a:pt x="3737" y="4040"/>
                    <a:pt x="223" y="899"/>
                  </a:cubicBezTo>
                  <a:close/>
                </a:path>
              </a:pathLst>
            </a:custGeom>
            <a:solidFill>
              <a:srgbClr val="00AA00">
                <a:lumMod val="20000"/>
                <a:lumOff val="8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1A3A1A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27204" tIns="27204" rIns="27204" bIns="27204" anchor="ctr"/>
            <a:lstStyle/>
            <a:p>
              <a:endParaRPr lang="ru-RU"/>
            </a:p>
          </p:txBody>
        </p:sp>
        <p:sp>
          <p:nvSpPr>
            <p:cNvPr id="6" name="Component 6"/>
            <p:cNvSpPr>
              <a:spLocks noChangeShapeType="1"/>
            </p:cNvSpPr>
            <p:nvPr/>
          </p:nvSpPr>
          <p:spPr bwMode="auto">
            <a:xfrm>
              <a:off x="2423642" y="3616222"/>
              <a:ext cx="7296871" cy="0"/>
            </a:xfrm>
            <a:prstGeom prst="line">
              <a:avLst/>
            </a:prstGeom>
            <a:solidFill>
              <a:srgbClr val="00AA00">
                <a:lumMod val="20000"/>
                <a:lumOff val="80000"/>
              </a:srgbClr>
            </a:solidFill>
            <a:ln w="88415">
              <a:solidFill>
                <a:srgbClr val="00AA00">
                  <a:lumMod val="20000"/>
                  <a:lumOff val="80000"/>
                </a:srgbClr>
              </a:solidFill>
              <a:miter lim="400000"/>
            </a:ln>
          </p:spPr>
          <p:txBody>
            <a:bodyPr lIns="27204" tIns="27204" rIns="27204" bIns="27204" anchor="ctr"/>
            <a:lstStyle/>
            <a:p>
              <a:endParaRPr lang="ru-RU"/>
            </a:p>
          </p:txBody>
        </p:sp>
        <p:sp>
          <p:nvSpPr>
            <p:cNvPr id="7" name="Component 7"/>
            <p:cNvSpPr>
              <a:spLocks noChangeArrowheads="1"/>
            </p:cNvSpPr>
            <p:nvPr/>
          </p:nvSpPr>
          <p:spPr bwMode="auto">
            <a:xfrm>
              <a:off x="5046128" y="3537156"/>
              <a:ext cx="169837" cy="169849"/>
            </a:xfrm>
            <a:prstGeom prst="ellipse">
              <a:avLst/>
            </a:prstGeom>
            <a:solidFill>
              <a:srgbClr val="FFFFFF"/>
            </a:solidFill>
            <a:ln w="34006">
              <a:solidFill>
                <a:srgbClr val="66CC00">
                  <a:lumMod val="40000"/>
                  <a:lumOff val="60000"/>
                </a:srgbClr>
              </a:solidFill>
              <a:miter lim="400000"/>
            </a:ln>
          </p:spPr>
          <p:txBody>
            <a:bodyPr lIns="27204" tIns="27204" rIns="27204" bIns="27204" anchor="ctr"/>
            <a:lstStyle>
              <a:lvl1pPr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ru-RU" altLang="ru-RU" sz="1713">
                <a:solidFill>
                  <a:srgbClr val="FFFFFF"/>
                </a:solidFill>
                <a:latin typeface="Helvetica Light" panose="020B0403020202020204" pitchFamily="34" charset="0"/>
                <a:ea typeface="Helvetica Light" panose="020B0403020202020204" pitchFamily="34" charset="0"/>
                <a:cs typeface="Helvetica Light" panose="020B0403020202020204" pitchFamily="34" charset="0"/>
                <a:sym typeface="Helvetica Light" panose="020B0403020202020204" pitchFamily="34" charset="0"/>
              </a:endParaRPr>
            </a:p>
          </p:txBody>
        </p:sp>
        <p:sp>
          <p:nvSpPr>
            <p:cNvPr id="8" name="Component 8"/>
            <p:cNvSpPr>
              <a:spLocks noChangeArrowheads="1"/>
            </p:cNvSpPr>
            <p:nvPr/>
          </p:nvSpPr>
          <p:spPr bwMode="auto">
            <a:xfrm>
              <a:off x="7359874" y="3537156"/>
              <a:ext cx="169837" cy="169849"/>
            </a:xfrm>
            <a:prstGeom prst="ellipse">
              <a:avLst/>
            </a:prstGeom>
            <a:solidFill>
              <a:srgbClr val="FFFFFF"/>
            </a:solidFill>
            <a:ln w="34006">
              <a:solidFill>
                <a:srgbClr val="66CC00">
                  <a:lumMod val="40000"/>
                  <a:lumOff val="60000"/>
                </a:srgbClr>
              </a:solidFill>
              <a:miter lim="400000"/>
            </a:ln>
          </p:spPr>
          <p:txBody>
            <a:bodyPr lIns="27204" tIns="27204" rIns="27204" bIns="27204" anchor="ctr"/>
            <a:lstStyle>
              <a:lvl1pPr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ru-RU" altLang="ru-RU" sz="1713">
                <a:solidFill>
                  <a:srgbClr val="FFFFFF"/>
                </a:solidFill>
                <a:latin typeface="Helvetica Light" panose="020B0403020202020204" pitchFamily="34" charset="0"/>
                <a:ea typeface="Helvetica Light" panose="020B0403020202020204" pitchFamily="34" charset="0"/>
                <a:cs typeface="Helvetica Light" panose="020B0403020202020204" pitchFamily="34" charset="0"/>
                <a:sym typeface="Helvetica Light" panose="020B0403020202020204" pitchFamily="34" charset="0"/>
              </a:endParaRPr>
            </a:p>
          </p:txBody>
        </p:sp>
        <p:grpSp>
          <p:nvGrpSpPr>
            <p:cNvPr id="9" name="Component 9"/>
            <p:cNvGrpSpPr/>
            <p:nvPr/>
          </p:nvGrpSpPr>
          <p:grpSpPr>
            <a:xfrm>
              <a:off x="4479585" y="3651582"/>
              <a:ext cx="3423210" cy="2071653"/>
              <a:chOff x="4479585" y="3651582"/>
              <a:chExt cx="3423210" cy="2071653"/>
            </a:xfrm>
          </p:grpSpPr>
          <p:sp>
            <p:nvSpPr>
              <p:cNvPr id="10" name="Component 10"/>
              <p:cNvSpPr>
                <a:spLocks noChangeShapeType="1"/>
              </p:cNvSpPr>
              <p:nvPr/>
            </p:nvSpPr>
            <p:spPr bwMode="auto">
              <a:xfrm flipV="1">
                <a:off x="4751112" y="3651582"/>
                <a:ext cx="1533821" cy="1698857"/>
              </a:xfrm>
              <a:prstGeom prst="line">
                <a:avLst/>
              </a:prstGeom>
              <a:noFill/>
              <a:ln w="34006">
                <a:solidFill>
                  <a:srgbClr val="00AA00">
                    <a:lumMod val="20000"/>
                    <a:lumOff val="80000"/>
                  </a:srgbClr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/>
              </a:p>
            </p:txBody>
          </p:sp>
          <p:grpSp>
            <p:nvGrpSpPr>
              <p:cNvPr id="11" name="Component 11"/>
              <p:cNvGrpSpPr/>
              <p:nvPr/>
            </p:nvGrpSpPr>
            <p:grpSpPr bwMode="auto">
              <a:xfrm>
                <a:off x="4479585" y="5337182"/>
                <a:ext cx="1795887" cy="386053"/>
                <a:chOff x="-634676" y="285102"/>
                <a:chExt cx="1795924" cy="386033"/>
              </a:xfrm>
            </p:grpSpPr>
            <p:sp>
              <p:nvSpPr>
                <p:cNvPr id="12" name="Component 12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>
                    <a:lumMod val="40000"/>
                    <a:lumOff val="6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13" name="Component 13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Plan</a:t>
                  </a:r>
                </a:p>
              </p:txBody>
            </p:sp>
            <p:sp>
              <p:nvSpPr>
                <p:cNvPr id="14" name="Component 14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15" name="Component 15"/>
              <p:cNvSpPr>
                <a:spLocks noChangeArrowheads="1"/>
              </p:cNvSpPr>
              <p:nvPr/>
            </p:nvSpPr>
            <p:spPr bwMode="auto">
              <a:xfrm>
                <a:off x="5711615" y="4169368"/>
                <a:ext cx="111563" cy="111571"/>
              </a:xfrm>
              <a:prstGeom prst="ellipse">
                <a:avLst/>
              </a:prstGeom>
              <a:solidFill>
                <a:srgbClr val="00AA00">
                  <a:lumMod val="40000"/>
                  <a:lumOff val="6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16" name="Component 16"/>
              <p:cNvSpPr>
                <a:spLocks noChangeArrowheads="1"/>
              </p:cNvSpPr>
              <p:nvPr/>
            </p:nvSpPr>
            <p:spPr bwMode="auto">
              <a:xfrm>
                <a:off x="5212868" y="4727097"/>
                <a:ext cx="111563" cy="111571"/>
              </a:xfrm>
              <a:prstGeom prst="ellipse">
                <a:avLst/>
              </a:prstGeom>
              <a:solidFill>
                <a:srgbClr val="00AA00">
                  <a:lumMod val="40000"/>
                  <a:lumOff val="6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17" name="Component 17"/>
              <p:cNvSpPr>
                <a:spLocks noChangeArrowheads="1"/>
              </p:cNvSpPr>
              <p:nvPr/>
            </p:nvSpPr>
            <p:spPr bwMode="auto">
              <a:xfrm>
                <a:off x="5948978" y="4119777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18" name="Component 18"/>
              <p:cNvSpPr>
                <a:spLocks noChangeArrowheads="1"/>
              </p:cNvSpPr>
              <p:nvPr/>
            </p:nvSpPr>
            <p:spPr bwMode="auto">
              <a:xfrm>
                <a:off x="5458224" y="4671115"/>
                <a:ext cx="1953818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19" name="Component 19"/>
              <p:cNvSpPr/>
              <p:nvPr/>
            </p:nvSpPr>
            <p:spPr bwMode="auto">
              <a:xfrm>
                <a:off x="4600779" y="5458967"/>
                <a:ext cx="139634" cy="131617"/>
              </a:xfrm>
              <a:custGeom>
                <a:avLst/>
                <a:gdLst>
                  <a:gd name="T0" fmla="*/ 18998328 w 21600"/>
                  <a:gd name="T1" fmla="*/ 15906903 h 21600"/>
                  <a:gd name="T2" fmla="*/ 18998328 w 21600"/>
                  <a:gd name="T3" fmla="*/ 15906903 h 21600"/>
                  <a:gd name="T4" fmla="*/ 18998328 w 21600"/>
                  <a:gd name="T5" fmla="*/ 15906903 h 21600"/>
                  <a:gd name="T6" fmla="*/ 18998328 w 21600"/>
                  <a:gd name="T7" fmla="*/ 15906903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 extrusionOk="0">
                    <a:moveTo>
                      <a:pt x="10901" y="17459"/>
                    </a:moveTo>
                    <a:lnTo>
                      <a:pt x="17497" y="21600"/>
                    </a:lnTo>
                    <a:lnTo>
                      <a:pt x="15848" y="13532"/>
                    </a:lnTo>
                    <a:lnTo>
                      <a:pt x="21600" y="8281"/>
                    </a:lnTo>
                    <a:lnTo>
                      <a:pt x="13797" y="7428"/>
                    </a:lnTo>
                    <a:lnTo>
                      <a:pt x="10901" y="0"/>
                    </a:lnTo>
                    <a:lnTo>
                      <a:pt x="7844" y="7428"/>
                    </a:lnTo>
                    <a:lnTo>
                      <a:pt x="0" y="8281"/>
                    </a:lnTo>
                    <a:lnTo>
                      <a:pt x="5993" y="13532"/>
                    </a:lnTo>
                    <a:lnTo>
                      <a:pt x="4143" y="21600"/>
                    </a:lnTo>
                    <a:lnTo>
                      <a:pt x="10901" y="17459"/>
                    </a:lnTo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grpSp>
          <p:nvGrpSpPr>
            <p:cNvPr id="20" name="Component 20"/>
            <p:cNvGrpSpPr/>
            <p:nvPr/>
          </p:nvGrpSpPr>
          <p:grpSpPr>
            <a:xfrm>
              <a:off x="4491009" y="1500523"/>
              <a:ext cx="3382905" cy="2110451"/>
              <a:chOff x="5665599" y="1500523"/>
              <a:chExt cx="3382905" cy="2110451"/>
            </a:xfrm>
          </p:grpSpPr>
          <p:sp>
            <p:nvSpPr>
              <p:cNvPr id="21" name="Component 21"/>
              <p:cNvSpPr>
                <a:spLocks noChangeShapeType="1"/>
              </p:cNvSpPr>
              <p:nvPr/>
            </p:nvSpPr>
            <p:spPr bwMode="auto">
              <a:xfrm flipH="1" flipV="1">
                <a:off x="5881013" y="1872369"/>
                <a:ext cx="1589541" cy="1738604"/>
              </a:xfrm>
              <a:prstGeom prst="line">
                <a:avLst/>
              </a:prstGeom>
              <a:noFill/>
              <a:ln w="34006">
                <a:solidFill>
                  <a:srgbClr val="00AA00">
                    <a:lumMod val="20000"/>
                    <a:lumOff val="80000"/>
                  </a:srgbClr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/>
              </a:p>
            </p:txBody>
          </p:sp>
          <p:grpSp>
            <p:nvGrpSpPr>
              <p:cNvPr id="22" name="Component 22"/>
              <p:cNvGrpSpPr/>
              <p:nvPr/>
            </p:nvGrpSpPr>
            <p:grpSpPr bwMode="auto">
              <a:xfrm>
                <a:off x="5665599" y="1500523"/>
                <a:ext cx="1795887" cy="386053"/>
                <a:chOff x="-634676" y="285102"/>
                <a:chExt cx="1795924" cy="386033"/>
              </a:xfrm>
            </p:grpSpPr>
            <p:sp>
              <p:nvSpPr>
                <p:cNvPr id="23" name="Component 23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>
                    <a:lumMod val="40000"/>
                    <a:lumOff val="6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24" name="Component 24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Information</a:t>
                  </a:r>
                  <a:r>
                    <a:rPr lang="ru-RU" altLang="ru-RU" sz="1071" dirty="0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 </a:t>
                  </a:r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text</a:t>
                  </a:r>
                  <a:endParaRPr lang="ru-RU" altLang="ru-RU" sz="1071" dirty="0">
                    <a:solidFill>
                      <a:srgbClr val="E6F5E6"/>
                    </a:solidFill>
                    <a:latin typeface="Open Sans Semibold" charset="0"/>
                    <a:ea typeface="Open Sans Semibold" charset="0"/>
                    <a:cs typeface="Open Sans Semibold" charset="0"/>
                    <a:sym typeface="Open Sans Semibold" charset="0"/>
                  </a:endParaRPr>
                </a:p>
              </p:txBody>
            </p:sp>
            <p:sp>
              <p:nvSpPr>
                <p:cNvPr id="25" name="Component 25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26" name="Component 26"/>
              <p:cNvSpPr>
                <a:spLocks noChangeArrowheads="1"/>
              </p:cNvSpPr>
              <p:nvPr/>
            </p:nvSpPr>
            <p:spPr bwMode="auto">
              <a:xfrm>
                <a:off x="6348038" y="2386975"/>
                <a:ext cx="111563" cy="111571"/>
              </a:xfrm>
              <a:prstGeom prst="ellipse">
                <a:avLst/>
              </a:prstGeom>
              <a:solidFill>
                <a:srgbClr val="00AA00">
                  <a:lumMod val="40000"/>
                  <a:lumOff val="6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27" name="Component 27"/>
              <p:cNvSpPr>
                <a:spLocks noChangeArrowheads="1"/>
              </p:cNvSpPr>
              <p:nvPr/>
            </p:nvSpPr>
            <p:spPr bwMode="auto">
              <a:xfrm>
                <a:off x="6857961" y="2942818"/>
                <a:ext cx="111563" cy="111571"/>
              </a:xfrm>
              <a:prstGeom prst="ellipse">
                <a:avLst/>
              </a:prstGeom>
              <a:solidFill>
                <a:srgbClr val="00AA00">
                  <a:lumMod val="40000"/>
                  <a:lumOff val="6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28" name="Component 28"/>
              <p:cNvSpPr>
                <a:spLocks noChangeArrowheads="1"/>
              </p:cNvSpPr>
              <p:nvPr/>
            </p:nvSpPr>
            <p:spPr bwMode="auto">
              <a:xfrm>
                <a:off x="6585682" y="2332878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29" name="Component 29"/>
              <p:cNvSpPr>
                <a:spLocks noChangeArrowheads="1"/>
              </p:cNvSpPr>
              <p:nvPr/>
            </p:nvSpPr>
            <p:spPr bwMode="auto">
              <a:xfrm>
                <a:off x="7094687" y="2884215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Build</a:t>
                </a:r>
              </a:p>
            </p:txBody>
          </p:sp>
          <p:sp>
            <p:nvSpPr>
              <p:cNvPr id="30" name="Component 30"/>
              <p:cNvSpPr/>
              <p:nvPr/>
            </p:nvSpPr>
            <p:spPr bwMode="auto">
              <a:xfrm>
                <a:off x="5792480" y="1624301"/>
                <a:ext cx="137013" cy="138497"/>
              </a:xfrm>
              <a:custGeom>
                <a:avLst/>
                <a:gdLst>
                  <a:gd name="T0" fmla="*/ 18033594 w 21549"/>
                  <a:gd name="T1" fmla="*/ 18533957 h 21600"/>
                  <a:gd name="T2" fmla="*/ 18033594 w 21549"/>
                  <a:gd name="T3" fmla="*/ 18533957 h 21600"/>
                  <a:gd name="T4" fmla="*/ 18033594 w 21549"/>
                  <a:gd name="T5" fmla="*/ 18533957 h 21600"/>
                  <a:gd name="T6" fmla="*/ 18033594 w 21549"/>
                  <a:gd name="T7" fmla="*/ 18533957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9" h="21600" extrusionOk="0">
                    <a:moveTo>
                      <a:pt x="18684" y="11815"/>
                    </a:moveTo>
                    <a:cubicBezTo>
                      <a:pt x="18684" y="11612"/>
                      <a:pt x="18890" y="11206"/>
                      <a:pt x="18890" y="10800"/>
                    </a:cubicBezTo>
                    <a:cubicBezTo>
                      <a:pt x="18890" y="10394"/>
                      <a:pt x="18890" y="9947"/>
                      <a:pt x="18684" y="9744"/>
                    </a:cubicBezTo>
                    <a:lnTo>
                      <a:pt x="20984" y="7877"/>
                    </a:lnTo>
                    <a:cubicBezTo>
                      <a:pt x="21395" y="7674"/>
                      <a:pt x="21395" y="7471"/>
                      <a:pt x="21189" y="7268"/>
                    </a:cubicBezTo>
                    <a:lnTo>
                      <a:pt x="19095" y="3329"/>
                    </a:lnTo>
                    <a:cubicBezTo>
                      <a:pt x="18890" y="3329"/>
                      <a:pt x="18684" y="3126"/>
                      <a:pt x="18233" y="3329"/>
                    </a:cubicBezTo>
                    <a:lnTo>
                      <a:pt x="15522" y="4344"/>
                    </a:lnTo>
                    <a:cubicBezTo>
                      <a:pt x="15112" y="3938"/>
                      <a:pt x="14455" y="3735"/>
                      <a:pt x="13633" y="3329"/>
                    </a:cubicBezTo>
                    <a:lnTo>
                      <a:pt x="13223" y="406"/>
                    </a:lnTo>
                    <a:cubicBezTo>
                      <a:pt x="13428" y="203"/>
                      <a:pt x="13017" y="0"/>
                      <a:pt x="12771" y="0"/>
                    </a:cubicBezTo>
                    <a:lnTo>
                      <a:pt x="8377" y="0"/>
                    </a:lnTo>
                    <a:cubicBezTo>
                      <a:pt x="8172" y="0"/>
                      <a:pt x="7967" y="203"/>
                      <a:pt x="7967" y="406"/>
                    </a:cubicBezTo>
                    <a:lnTo>
                      <a:pt x="7556" y="3329"/>
                    </a:lnTo>
                    <a:cubicBezTo>
                      <a:pt x="6694" y="3532"/>
                      <a:pt x="6283" y="3938"/>
                      <a:pt x="5667" y="4344"/>
                    </a:cubicBezTo>
                    <a:lnTo>
                      <a:pt x="2916" y="3329"/>
                    </a:lnTo>
                    <a:cubicBezTo>
                      <a:pt x="2710" y="3126"/>
                      <a:pt x="2505" y="3329"/>
                      <a:pt x="2300" y="3532"/>
                    </a:cubicBezTo>
                    <a:lnTo>
                      <a:pt x="0" y="7268"/>
                    </a:lnTo>
                    <a:cubicBezTo>
                      <a:pt x="0" y="7471"/>
                      <a:pt x="0" y="7674"/>
                      <a:pt x="205" y="7877"/>
                    </a:cubicBezTo>
                    <a:lnTo>
                      <a:pt x="2505" y="9744"/>
                    </a:lnTo>
                    <a:cubicBezTo>
                      <a:pt x="2505" y="9947"/>
                      <a:pt x="2505" y="10394"/>
                      <a:pt x="2505" y="10800"/>
                    </a:cubicBezTo>
                    <a:cubicBezTo>
                      <a:pt x="2505" y="11206"/>
                      <a:pt x="2505" y="11612"/>
                      <a:pt x="2505" y="11815"/>
                    </a:cubicBezTo>
                    <a:lnTo>
                      <a:pt x="205" y="13683"/>
                    </a:lnTo>
                    <a:cubicBezTo>
                      <a:pt x="0" y="13926"/>
                      <a:pt x="0" y="14129"/>
                      <a:pt x="205" y="14332"/>
                    </a:cubicBezTo>
                    <a:lnTo>
                      <a:pt x="2300" y="18271"/>
                    </a:lnTo>
                    <a:cubicBezTo>
                      <a:pt x="2505" y="18271"/>
                      <a:pt x="2710" y="18474"/>
                      <a:pt x="2916" y="18271"/>
                    </a:cubicBezTo>
                    <a:lnTo>
                      <a:pt x="5667" y="17215"/>
                    </a:lnTo>
                    <a:cubicBezTo>
                      <a:pt x="6283" y="17621"/>
                      <a:pt x="6899" y="18068"/>
                      <a:pt x="7556" y="18271"/>
                    </a:cubicBezTo>
                    <a:lnTo>
                      <a:pt x="7967" y="21153"/>
                    </a:lnTo>
                    <a:cubicBezTo>
                      <a:pt x="7967" y="21356"/>
                      <a:pt x="8172" y="21600"/>
                      <a:pt x="8583" y="21600"/>
                    </a:cubicBezTo>
                    <a:lnTo>
                      <a:pt x="13017" y="21600"/>
                    </a:lnTo>
                    <a:cubicBezTo>
                      <a:pt x="13223" y="21600"/>
                      <a:pt x="13428" y="21356"/>
                      <a:pt x="13428" y="21153"/>
                    </a:cubicBezTo>
                    <a:lnTo>
                      <a:pt x="13839" y="18271"/>
                    </a:lnTo>
                    <a:cubicBezTo>
                      <a:pt x="14660" y="18068"/>
                      <a:pt x="15317" y="17621"/>
                      <a:pt x="15728" y="17215"/>
                    </a:cubicBezTo>
                    <a:lnTo>
                      <a:pt x="18438" y="18271"/>
                    </a:lnTo>
                    <a:cubicBezTo>
                      <a:pt x="18684" y="18474"/>
                      <a:pt x="19095" y="18271"/>
                      <a:pt x="19300" y="18068"/>
                    </a:cubicBezTo>
                    <a:lnTo>
                      <a:pt x="21395" y="14332"/>
                    </a:lnTo>
                    <a:cubicBezTo>
                      <a:pt x="21600" y="14129"/>
                      <a:pt x="21600" y="13683"/>
                      <a:pt x="21395" y="13683"/>
                    </a:cubicBezTo>
                    <a:lnTo>
                      <a:pt x="18684" y="11815"/>
                    </a:lnTo>
                    <a:close/>
                    <a:moveTo>
                      <a:pt x="10677" y="14535"/>
                    </a:moveTo>
                    <a:cubicBezTo>
                      <a:pt x="8583" y="14535"/>
                      <a:pt x="6694" y="12871"/>
                      <a:pt x="6694" y="10800"/>
                    </a:cubicBezTo>
                    <a:cubicBezTo>
                      <a:pt x="6694" y="8729"/>
                      <a:pt x="8583" y="7065"/>
                      <a:pt x="10677" y="7065"/>
                    </a:cubicBezTo>
                    <a:cubicBezTo>
                      <a:pt x="12771" y="7065"/>
                      <a:pt x="14455" y="8729"/>
                      <a:pt x="14455" y="10800"/>
                    </a:cubicBezTo>
                    <a:cubicBezTo>
                      <a:pt x="14455" y="12871"/>
                      <a:pt x="12771" y="14535"/>
                      <a:pt x="10677" y="14535"/>
                    </a:cubicBez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grpSp>
          <p:nvGrpSpPr>
            <p:cNvPr id="31" name="Component 31"/>
            <p:cNvGrpSpPr/>
            <p:nvPr/>
          </p:nvGrpSpPr>
          <p:grpSpPr>
            <a:xfrm>
              <a:off x="2172424" y="3651582"/>
              <a:ext cx="3397599" cy="2071653"/>
              <a:chOff x="2172424" y="3651582"/>
              <a:chExt cx="3397599" cy="2071653"/>
            </a:xfrm>
          </p:grpSpPr>
          <p:sp>
            <p:nvSpPr>
              <p:cNvPr id="32" name="Component 32"/>
              <p:cNvSpPr>
                <a:spLocks noChangeShapeType="1"/>
              </p:cNvSpPr>
              <p:nvPr/>
            </p:nvSpPr>
            <p:spPr bwMode="auto">
              <a:xfrm flipV="1">
                <a:off x="2425142" y="3651582"/>
                <a:ext cx="1533821" cy="1698857"/>
              </a:xfrm>
              <a:prstGeom prst="line">
                <a:avLst/>
              </a:prstGeom>
              <a:noFill/>
              <a:ln w="34006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/>
              </a:p>
            </p:txBody>
          </p:sp>
          <p:sp>
            <p:nvSpPr>
              <p:cNvPr id="33" name="Component 33"/>
              <p:cNvSpPr>
                <a:spLocks noChangeArrowheads="1"/>
              </p:cNvSpPr>
              <p:nvPr/>
            </p:nvSpPr>
            <p:spPr bwMode="auto">
              <a:xfrm>
                <a:off x="3381172" y="4169368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34" name="Component 34"/>
              <p:cNvSpPr>
                <a:spLocks noChangeArrowheads="1"/>
              </p:cNvSpPr>
              <p:nvPr/>
            </p:nvSpPr>
            <p:spPr bwMode="auto">
              <a:xfrm>
                <a:off x="2882425" y="4727097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grpSp>
            <p:nvGrpSpPr>
              <p:cNvPr id="35" name="Component 35"/>
              <p:cNvGrpSpPr/>
              <p:nvPr/>
            </p:nvGrpSpPr>
            <p:grpSpPr bwMode="auto">
              <a:xfrm>
                <a:off x="2172424" y="5337182"/>
                <a:ext cx="1795887" cy="386053"/>
                <a:chOff x="-634676" y="285102"/>
                <a:chExt cx="1795924" cy="386033"/>
              </a:xfrm>
            </p:grpSpPr>
            <p:sp>
              <p:nvSpPr>
                <p:cNvPr id="36" name="Component 36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 dirty="0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37" name="Component 37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Information</a:t>
                  </a:r>
                  <a:r>
                    <a:rPr lang="ru-RU" altLang="ru-RU" sz="1071" dirty="0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 </a:t>
                  </a:r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text</a:t>
                  </a:r>
                  <a:endParaRPr lang="ru-RU" altLang="ru-RU" sz="1071" dirty="0">
                    <a:solidFill>
                      <a:srgbClr val="E6F5E6"/>
                    </a:solidFill>
                    <a:latin typeface="Open Sans Semibold" charset="0"/>
                    <a:ea typeface="Open Sans Semibold" charset="0"/>
                    <a:cs typeface="Open Sans Semibold" charset="0"/>
                    <a:sym typeface="Open Sans Semibold" charset="0"/>
                  </a:endParaRPr>
                </a:p>
              </p:txBody>
            </p:sp>
            <p:sp>
              <p:nvSpPr>
                <p:cNvPr id="38" name="Component 38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39" name="Component 39"/>
              <p:cNvSpPr>
                <a:spLocks noChangeArrowheads="1"/>
              </p:cNvSpPr>
              <p:nvPr/>
            </p:nvSpPr>
            <p:spPr bwMode="auto">
              <a:xfrm>
                <a:off x="3616206" y="4119777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40" name="Component 40"/>
              <p:cNvSpPr>
                <a:spLocks noChangeArrowheads="1"/>
              </p:cNvSpPr>
              <p:nvPr/>
            </p:nvSpPr>
            <p:spPr bwMode="auto">
              <a:xfrm>
                <a:off x="3125452" y="4671115"/>
                <a:ext cx="1953818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41" name="Component 41"/>
              <p:cNvSpPr/>
              <p:nvPr/>
            </p:nvSpPr>
            <p:spPr bwMode="auto">
              <a:xfrm>
                <a:off x="2299819" y="5459870"/>
                <a:ext cx="137013" cy="125837"/>
              </a:xfrm>
              <a:custGeom>
                <a:avLst/>
                <a:gdLst>
                  <a:gd name="T0" fmla="*/ 17948527 w 21600"/>
                  <a:gd name="T1" fmla="*/ 13902014 h 21600"/>
                  <a:gd name="T2" fmla="*/ 17948527 w 21600"/>
                  <a:gd name="T3" fmla="*/ 13902014 h 21600"/>
                  <a:gd name="T4" fmla="*/ 17948527 w 21600"/>
                  <a:gd name="T5" fmla="*/ 13902014 h 21600"/>
                  <a:gd name="T6" fmla="*/ 17948527 w 21600"/>
                  <a:gd name="T7" fmla="*/ 13902014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3950" y="21600"/>
                    </a:lnTo>
                    <a:lnTo>
                      <a:pt x="3950" y="8656"/>
                    </a:lnTo>
                    <a:lnTo>
                      <a:pt x="0" y="8656"/>
                    </a:lnTo>
                    <a:lnTo>
                      <a:pt x="0" y="21600"/>
                    </a:lnTo>
                    <a:close/>
                    <a:moveTo>
                      <a:pt x="21600" y="9649"/>
                    </a:moveTo>
                    <a:cubicBezTo>
                      <a:pt x="21600" y="8418"/>
                      <a:pt x="20658" y="7624"/>
                      <a:pt x="19534" y="7624"/>
                    </a:cubicBezTo>
                    <a:lnTo>
                      <a:pt x="13337" y="7624"/>
                    </a:lnTo>
                    <a:lnTo>
                      <a:pt x="14460" y="2462"/>
                    </a:lnTo>
                    <a:lnTo>
                      <a:pt x="14460" y="2263"/>
                    </a:lnTo>
                    <a:cubicBezTo>
                      <a:pt x="14460" y="1826"/>
                      <a:pt x="14279" y="1429"/>
                      <a:pt x="14098" y="1032"/>
                    </a:cubicBezTo>
                    <a:lnTo>
                      <a:pt x="12974" y="0"/>
                    </a:lnTo>
                    <a:lnTo>
                      <a:pt x="6379" y="6988"/>
                    </a:lnTo>
                    <a:cubicBezTo>
                      <a:pt x="6016" y="7385"/>
                      <a:pt x="5835" y="8021"/>
                      <a:pt x="5835" y="8656"/>
                    </a:cubicBezTo>
                    <a:lnTo>
                      <a:pt x="5835" y="19337"/>
                    </a:lnTo>
                    <a:cubicBezTo>
                      <a:pt x="5835" y="20568"/>
                      <a:pt x="6777" y="21600"/>
                      <a:pt x="7901" y="21600"/>
                    </a:cubicBezTo>
                    <a:lnTo>
                      <a:pt x="16707" y="21600"/>
                    </a:lnTo>
                    <a:cubicBezTo>
                      <a:pt x="17468" y="21600"/>
                      <a:pt x="18230" y="21004"/>
                      <a:pt x="18411" y="20171"/>
                    </a:cubicBezTo>
                    <a:lnTo>
                      <a:pt x="21419" y="12547"/>
                    </a:lnTo>
                    <a:cubicBezTo>
                      <a:pt x="21419" y="12349"/>
                      <a:pt x="21419" y="12150"/>
                      <a:pt x="21419" y="11713"/>
                    </a:cubicBezTo>
                    <a:lnTo>
                      <a:pt x="21419" y="9649"/>
                    </a:lnTo>
                    <a:lnTo>
                      <a:pt x="21600" y="9649"/>
                    </a:ln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grpSp>
          <p:nvGrpSpPr>
            <p:cNvPr id="42" name="Component 42"/>
            <p:cNvGrpSpPr/>
            <p:nvPr/>
          </p:nvGrpSpPr>
          <p:grpSpPr>
            <a:xfrm>
              <a:off x="2201594" y="1500523"/>
              <a:ext cx="3380783" cy="2110451"/>
              <a:chOff x="3344163" y="1500523"/>
              <a:chExt cx="3380783" cy="2110451"/>
            </a:xfrm>
          </p:grpSpPr>
          <p:sp>
            <p:nvSpPr>
              <p:cNvPr id="43" name="Component 43"/>
              <p:cNvSpPr>
                <a:spLocks noChangeShapeType="1"/>
              </p:cNvSpPr>
              <p:nvPr/>
            </p:nvSpPr>
            <p:spPr bwMode="auto">
              <a:xfrm flipH="1" flipV="1">
                <a:off x="3559577" y="1872369"/>
                <a:ext cx="1589541" cy="1738604"/>
              </a:xfrm>
              <a:prstGeom prst="line">
                <a:avLst/>
              </a:prstGeom>
              <a:noFill/>
              <a:ln w="34006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/>
              </a:p>
            </p:txBody>
          </p:sp>
          <p:grpSp>
            <p:nvGrpSpPr>
              <p:cNvPr id="44" name="Component 44"/>
              <p:cNvGrpSpPr/>
              <p:nvPr/>
            </p:nvGrpSpPr>
            <p:grpSpPr bwMode="auto">
              <a:xfrm>
                <a:off x="3344163" y="1500523"/>
                <a:ext cx="1795887" cy="386053"/>
                <a:chOff x="-634676" y="285102"/>
                <a:chExt cx="1795924" cy="386033"/>
              </a:xfrm>
            </p:grpSpPr>
            <p:sp>
              <p:nvSpPr>
                <p:cNvPr id="45" name="Component 45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46" name="Component 46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Information</a:t>
                  </a:r>
                  <a:r>
                    <a:rPr lang="ru-RU" altLang="ru-RU" sz="1071" dirty="0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 </a:t>
                  </a:r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text</a:t>
                  </a:r>
                  <a:endParaRPr lang="ru-RU" altLang="ru-RU" sz="1071" dirty="0">
                    <a:solidFill>
                      <a:srgbClr val="E6F5E6"/>
                    </a:solidFill>
                    <a:latin typeface="Open Sans Semibold" charset="0"/>
                    <a:ea typeface="Open Sans Semibold" charset="0"/>
                    <a:cs typeface="Open Sans Semibold" charset="0"/>
                    <a:sym typeface="Open Sans Semibold" charset="0"/>
                  </a:endParaRPr>
                </a:p>
              </p:txBody>
            </p:sp>
            <p:sp>
              <p:nvSpPr>
                <p:cNvPr id="47" name="Component 47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48" name="Component 48"/>
              <p:cNvSpPr>
                <a:spLocks noChangeArrowheads="1"/>
              </p:cNvSpPr>
              <p:nvPr/>
            </p:nvSpPr>
            <p:spPr bwMode="auto">
              <a:xfrm>
                <a:off x="4018145" y="2386975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49" name="Component 49"/>
              <p:cNvSpPr>
                <a:spLocks noChangeArrowheads="1"/>
              </p:cNvSpPr>
              <p:nvPr/>
            </p:nvSpPr>
            <p:spPr bwMode="auto">
              <a:xfrm>
                <a:off x="4528068" y="2942818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50" name="Component 50"/>
              <p:cNvSpPr>
                <a:spLocks noChangeArrowheads="1"/>
              </p:cNvSpPr>
              <p:nvPr/>
            </p:nvSpPr>
            <p:spPr bwMode="auto">
              <a:xfrm>
                <a:off x="4262123" y="2332878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</a:t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bone</a:t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text</a:t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block</a:t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</a:p>
            </p:txBody>
          </p:sp>
          <p:sp>
            <p:nvSpPr>
              <p:cNvPr id="51" name="Component 51"/>
              <p:cNvSpPr>
                <a:spLocks noChangeArrowheads="1"/>
              </p:cNvSpPr>
              <p:nvPr/>
            </p:nvSpPr>
            <p:spPr bwMode="auto">
              <a:xfrm>
                <a:off x="4771129" y="2884215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Launch</a:t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/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/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1071" dirty="0" err="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/>
                </a:r>
                <a:r>
                  <a:rPr lang="ru-RU" altLang="ru-RU" sz="1071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</a:p>
            </p:txBody>
          </p:sp>
          <p:sp>
            <p:nvSpPr>
              <p:cNvPr id="52" name="Component 52"/>
              <p:cNvSpPr/>
              <p:nvPr/>
            </p:nvSpPr>
            <p:spPr bwMode="auto">
              <a:xfrm>
                <a:off x="3465652" y="1640826"/>
                <a:ext cx="154304" cy="105444"/>
              </a:xfrm>
              <a:custGeom>
                <a:avLst/>
                <a:gdLst>
                  <a:gd name="T0" fmla="*/ 25637706 w 21600"/>
                  <a:gd name="T1" fmla="*/ 8179297 h 21600"/>
                  <a:gd name="T2" fmla="*/ 25637706 w 21600"/>
                  <a:gd name="T3" fmla="*/ 8179297 h 21600"/>
                  <a:gd name="T4" fmla="*/ 25637706 w 21600"/>
                  <a:gd name="T5" fmla="*/ 8179297 h 21600"/>
                  <a:gd name="T6" fmla="*/ 25637706 w 21600"/>
                  <a:gd name="T7" fmla="*/ 8179297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 extrusionOk="0">
                    <a:moveTo>
                      <a:pt x="10710" y="0"/>
                    </a:moveTo>
                    <a:cubicBezTo>
                      <a:pt x="5825" y="0"/>
                      <a:pt x="1520" y="4689"/>
                      <a:pt x="0" y="10958"/>
                    </a:cubicBezTo>
                    <a:cubicBezTo>
                      <a:pt x="1520" y="17227"/>
                      <a:pt x="5825" y="21600"/>
                      <a:pt x="10710" y="21600"/>
                    </a:cubicBezTo>
                    <a:cubicBezTo>
                      <a:pt x="15594" y="21600"/>
                      <a:pt x="19899" y="17227"/>
                      <a:pt x="21600" y="10958"/>
                    </a:cubicBezTo>
                    <a:cubicBezTo>
                      <a:pt x="19899" y="4689"/>
                      <a:pt x="15594" y="0"/>
                      <a:pt x="10710" y="0"/>
                    </a:cubicBezTo>
                    <a:close/>
                    <a:moveTo>
                      <a:pt x="10710" y="18070"/>
                    </a:moveTo>
                    <a:cubicBezTo>
                      <a:pt x="7887" y="18070"/>
                      <a:pt x="5825" y="14909"/>
                      <a:pt x="5825" y="10958"/>
                    </a:cubicBezTo>
                    <a:cubicBezTo>
                      <a:pt x="5825" y="7007"/>
                      <a:pt x="7887" y="3846"/>
                      <a:pt x="10710" y="3846"/>
                    </a:cubicBezTo>
                    <a:cubicBezTo>
                      <a:pt x="13532" y="3846"/>
                      <a:pt x="15594" y="7007"/>
                      <a:pt x="15594" y="10958"/>
                    </a:cubicBezTo>
                    <a:cubicBezTo>
                      <a:pt x="15594" y="14909"/>
                      <a:pt x="13532" y="18070"/>
                      <a:pt x="10710" y="18070"/>
                    </a:cubicBezTo>
                    <a:close/>
                    <a:moveTo>
                      <a:pt x="10710" y="6585"/>
                    </a:moveTo>
                    <a:cubicBezTo>
                      <a:pt x="9009" y="6585"/>
                      <a:pt x="7707" y="8482"/>
                      <a:pt x="7707" y="10958"/>
                    </a:cubicBezTo>
                    <a:cubicBezTo>
                      <a:pt x="7707" y="13381"/>
                      <a:pt x="9009" y="15067"/>
                      <a:pt x="10710" y="15067"/>
                    </a:cubicBezTo>
                    <a:cubicBezTo>
                      <a:pt x="12410" y="15067"/>
                      <a:pt x="13713" y="13381"/>
                      <a:pt x="13713" y="10958"/>
                    </a:cubicBezTo>
                    <a:cubicBezTo>
                      <a:pt x="13713" y="8482"/>
                      <a:pt x="12410" y="6585"/>
                      <a:pt x="10710" y="6585"/>
                    </a:cubicBez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grpSp>
          <p:nvGrpSpPr>
            <p:cNvPr id="53" name="Component 53"/>
            <p:cNvGrpSpPr/>
            <p:nvPr/>
          </p:nvGrpSpPr>
          <p:grpSpPr>
            <a:xfrm>
              <a:off x="6835339" y="3651582"/>
              <a:ext cx="3423210" cy="2071653"/>
              <a:chOff x="4479585" y="3651582"/>
              <a:chExt cx="3423210" cy="2071653"/>
            </a:xfrm>
          </p:grpSpPr>
          <p:sp>
            <p:nvSpPr>
              <p:cNvPr id="54" name="Component 54"/>
              <p:cNvSpPr>
                <a:spLocks noChangeShapeType="1"/>
              </p:cNvSpPr>
              <p:nvPr/>
            </p:nvSpPr>
            <p:spPr bwMode="auto">
              <a:xfrm flipV="1">
                <a:off x="4751112" y="3651582"/>
                <a:ext cx="1533821" cy="1698857"/>
              </a:xfrm>
              <a:prstGeom prst="line">
                <a:avLst/>
              </a:prstGeom>
              <a:noFill/>
              <a:ln w="34006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/>
              </a:p>
            </p:txBody>
          </p:sp>
          <p:grpSp>
            <p:nvGrpSpPr>
              <p:cNvPr id="55" name="Component 55"/>
              <p:cNvGrpSpPr/>
              <p:nvPr/>
            </p:nvGrpSpPr>
            <p:grpSpPr bwMode="auto">
              <a:xfrm>
                <a:off x="4479585" y="5337182"/>
                <a:ext cx="1795887" cy="386053"/>
                <a:chOff x="-634676" y="285102"/>
                <a:chExt cx="1795924" cy="386033"/>
              </a:xfrm>
            </p:grpSpPr>
            <p:sp>
              <p:nvSpPr>
                <p:cNvPr id="56" name="Component 56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57" name="Component 57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Design</a:t>
                  </a:r>
                </a:p>
              </p:txBody>
            </p:sp>
            <p:sp>
              <p:nvSpPr>
                <p:cNvPr id="58" name="Component 58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59" name="Component 59"/>
              <p:cNvSpPr>
                <a:spLocks noChangeArrowheads="1"/>
              </p:cNvSpPr>
              <p:nvPr/>
            </p:nvSpPr>
            <p:spPr bwMode="auto">
              <a:xfrm>
                <a:off x="5711615" y="4169368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60" name="Component 60"/>
              <p:cNvSpPr>
                <a:spLocks noChangeArrowheads="1"/>
              </p:cNvSpPr>
              <p:nvPr/>
            </p:nvSpPr>
            <p:spPr bwMode="auto">
              <a:xfrm>
                <a:off x="5212868" y="4727097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61" name="Component 61"/>
              <p:cNvSpPr>
                <a:spLocks noChangeArrowheads="1"/>
              </p:cNvSpPr>
              <p:nvPr/>
            </p:nvSpPr>
            <p:spPr bwMode="auto">
              <a:xfrm>
                <a:off x="5948978" y="4119777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62" name="Component 62"/>
              <p:cNvSpPr>
                <a:spLocks noChangeArrowheads="1"/>
              </p:cNvSpPr>
              <p:nvPr/>
            </p:nvSpPr>
            <p:spPr bwMode="auto">
              <a:xfrm>
                <a:off x="5458224" y="4671115"/>
                <a:ext cx="1953818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63" name="Component 63"/>
              <p:cNvSpPr/>
              <p:nvPr/>
            </p:nvSpPr>
            <p:spPr bwMode="auto">
              <a:xfrm>
                <a:off x="4600779" y="5458967"/>
                <a:ext cx="139634" cy="131617"/>
              </a:xfrm>
              <a:custGeom>
                <a:avLst/>
                <a:gdLst>
                  <a:gd name="T0" fmla="*/ 18998328 w 21600"/>
                  <a:gd name="T1" fmla="*/ 15906903 h 21600"/>
                  <a:gd name="T2" fmla="*/ 18998328 w 21600"/>
                  <a:gd name="T3" fmla="*/ 15906903 h 21600"/>
                  <a:gd name="T4" fmla="*/ 18998328 w 21600"/>
                  <a:gd name="T5" fmla="*/ 15906903 h 21600"/>
                  <a:gd name="T6" fmla="*/ 18998328 w 21600"/>
                  <a:gd name="T7" fmla="*/ 15906903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 extrusionOk="0">
                    <a:moveTo>
                      <a:pt x="10901" y="17459"/>
                    </a:moveTo>
                    <a:lnTo>
                      <a:pt x="17497" y="21600"/>
                    </a:lnTo>
                    <a:lnTo>
                      <a:pt x="15848" y="13532"/>
                    </a:lnTo>
                    <a:lnTo>
                      <a:pt x="21600" y="8281"/>
                    </a:lnTo>
                    <a:lnTo>
                      <a:pt x="13797" y="7428"/>
                    </a:lnTo>
                    <a:lnTo>
                      <a:pt x="10901" y="0"/>
                    </a:lnTo>
                    <a:lnTo>
                      <a:pt x="7844" y="7428"/>
                    </a:lnTo>
                    <a:lnTo>
                      <a:pt x="0" y="8281"/>
                    </a:lnTo>
                    <a:lnTo>
                      <a:pt x="5993" y="13532"/>
                    </a:lnTo>
                    <a:lnTo>
                      <a:pt x="4143" y="21600"/>
                    </a:lnTo>
                    <a:lnTo>
                      <a:pt x="10901" y="17459"/>
                    </a:lnTo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grpSp>
          <p:nvGrpSpPr>
            <p:cNvPr id="64" name="Component 64"/>
            <p:cNvGrpSpPr/>
            <p:nvPr/>
          </p:nvGrpSpPr>
          <p:grpSpPr>
            <a:xfrm>
              <a:off x="6846763" y="1500523"/>
              <a:ext cx="3382905" cy="2110451"/>
              <a:chOff x="5665599" y="1500523"/>
              <a:chExt cx="3382905" cy="2110451"/>
            </a:xfrm>
          </p:grpSpPr>
          <p:sp>
            <p:nvSpPr>
              <p:cNvPr id="65" name="Component 65"/>
              <p:cNvSpPr>
                <a:spLocks noChangeShapeType="1"/>
              </p:cNvSpPr>
              <p:nvPr/>
            </p:nvSpPr>
            <p:spPr bwMode="auto">
              <a:xfrm flipH="1" flipV="1">
                <a:off x="5881013" y="1872369"/>
                <a:ext cx="1589541" cy="1738604"/>
              </a:xfrm>
              <a:prstGeom prst="line">
                <a:avLst/>
              </a:prstGeom>
              <a:noFill/>
              <a:ln w="34006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204" tIns="27204" rIns="27204" bIns="27204" anchor="ctr"/>
              <a:lstStyle/>
              <a:p>
                <a:endParaRPr lang="ru-RU" dirty="0"/>
              </a:p>
            </p:txBody>
          </p:sp>
          <p:grpSp>
            <p:nvGrpSpPr>
              <p:cNvPr id="66" name="Component 66"/>
              <p:cNvGrpSpPr/>
              <p:nvPr/>
            </p:nvGrpSpPr>
            <p:grpSpPr bwMode="auto">
              <a:xfrm>
                <a:off x="5665599" y="1500523"/>
                <a:ext cx="1795887" cy="386053"/>
                <a:chOff x="-634676" y="285102"/>
                <a:chExt cx="1795924" cy="386033"/>
              </a:xfrm>
            </p:grpSpPr>
            <p:sp>
              <p:nvSpPr>
                <p:cNvPr id="67" name="Component 67"/>
                <p:cNvSpPr>
                  <a:spLocks noChangeArrowheads="1"/>
                </p:cNvSpPr>
                <p:nvPr/>
              </p:nvSpPr>
              <p:spPr bwMode="auto">
                <a:xfrm>
                  <a:off x="-634676" y="285102"/>
                  <a:ext cx="1795924" cy="38603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A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68" name="Component 68"/>
                <p:cNvSpPr>
                  <a:spLocks noChangeArrowheads="1"/>
                </p:cNvSpPr>
                <p:nvPr/>
              </p:nvSpPr>
              <p:spPr bwMode="auto">
                <a:xfrm>
                  <a:off x="-235569" y="360441"/>
                  <a:ext cx="1254811" cy="2197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Information</a:t>
                  </a:r>
                  <a:r>
                    <a:rPr lang="ru-RU" altLang="ru-RU" sz="1071" dirty="0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 </a:t>
                  </a:r>
                  <a:r>
                    <a:rPr lang="ru-RU" altLang="ru-RU" sz="1071" dirty="0" err="1">
                      <a:solidFill>
                        <a:srgbClr val="E6F5E6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  <a:sym typeface="Open Sans Semibold" charset="0"/>
                    </a:rPr>
                    <a:t>text</a:t>
                  </a:r>
                  <a:endParaRPr lang="ru-RU" altLang="ru-RU" sz="1071" dirty="0">
                    <a:solidFill>
                      <a:srgbClr val="E6F5E6"/>
                    </a:solidFill>
                    <a:latin typeface="Open Sans Semibold" charset="0"/>
                    <a:ea typeface="Open Sans Semibold" charset="0"/>
                    <a:cs typeface="Open Sans Semibold" charset="0"/>
                    <a:sym typeface="Open Sans Semibold" charset="0"/>
                  </a:endParaRPr>
                </a:p>
              </p:txBody>
            </p:sp>
            <p:sp>
              <p:nvSpPr>
                <p:cNvPr id="69" name="Component 69"/>
                <p:cNvSpPr>
                  <a:spLocks noChangeArrowheads="1"/>
                </p:cNvSpPr>
                <p:nvPr/>
              </p:nvSpPr>
              <p:spPr bwMode="auto">
                <a:xfrm>
                  <a:off x="-597991" y="322574"/>
                  <a:ext cx="311087" cy="3110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7204" tIns="27204" rIns="27204" bIns="27204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713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70" name="Component 70"/>
              <p:cNvSpPr>
                <a:spLocks noChangeArrowheads="1"/>
              </p:cNvSpPr>
              <p:nvPr/>
            </p:nvSpPr>
            <p:spPr bwMode="auto">
              <a:xfrm>
                <a:off x="6348038" y="2386975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71" name="Component 71"/>
              <p:cNvSpPr>
                <a:spLocks noChangeArrowheads="1"/>
              </p:cNvSpPr>
              <p:nvPr/>
            </p:nvSpPr>
            <p:spPr bwMode="auto">
              <a:xfrm>
                <a:off x="6857961" y="2942818"/>
                <a:ext cx="111563" cy="111571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713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72" name="Component 72"/>
              <p:cNvSpPr>
                <a:spLocks noChangeArrowheads="1"/>
              </p:cNvSpPr>
              <p:nvPr/>
            </p:nvSpPr>
            <p:spPr bwMode="auto">
              <a:xfrm>
                <a:off x="6585682" y="2332878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73" name="Component 73"/>
              <p:cNvSpPr>
                <a:spLocks noChangeArrowheads="1"/>
              </p:cNvSpPr>
              <p:nvPr/>
            </p:nvSpPr>
            <p:spPr bwMode="auto">
              <a:xfrm>
                <a:off x="7094687" y="2884215"/>
                <a:ext cx="1953817" cy="219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7204" tIns="27204" rIns="27204" bIns="27204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1071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74" name="Component 74"/>
              <p:cNvSpPr/>
              <p:nvPr/>
            </p:nvSpPr>
            <p:spPr bwMode="auto">
              <a:xfrm>
                <a:off x="5792480" y="1624301"/>
                <a:ext cx="137013" cy="138497"/>
              </a:xfrm>
              <a:custGeom>
                <a:avLst/>
                <a:gdLst>
                  <a:gd name="T0" fmla="*/ 18033594 w 21549"/>
                  <a:gd name="T1" fmla="*/ 18533957 h 21600"/>
                  <a:gd name="T2" fmla="*/ 18033594 w 21549"/>
                  <a:gd name="T3" fmla="*/ 18533957 h 21600"/>
                  <a:gd name="T4" fmla="*/ 18033594 w 21549"/>
                  <a:gd name="T5" fmla="*/ 18533957 h 21600"/>
                  <a:gd name="T6" fmla="*/ 18033594 w 21549"/>
                  <a:gd name="T7" fmla="*/ 18533957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9" h="21600" extrusionOk="0">
                    <a:moveTo>
                      <a:pt x="18684" y="11815"/>
                    </a:moveTo>
                    <a:cubicBezTo>
                      <a:pt x="18684" y="11612"/>
                      <a:pt x="18890" y="11206"/>
                      <a:pt x="18890" y="10800"/>
                    </a:cubicBezTo>
                    <a:cubicBezTo>
                      <a:pt x="18890" y="10394"/>
                      <a:pt x="18890" y="9947"/>
                      <a:pt x="18684" y="9744"/>
                    </a:cubicBezTo>
                    <a:lnTo>
                      <a:pt x="20984" y="7877"/>
                    </a:lnTo>
                    <a:cubicBezTo>
                      <a:pt x="21395" y="7674"/>
                      <a:pt x="21395" y="7471"/>
                      <a:pt x="21189" y="7268"/>
                    </a:cubicBezTo>
                    <a:lnTo>
                      <a:pt x="19095" y="3329"/>
                    </a:lnTo>
                    <a:cubicBezTo>
                      <a:pt x="18890" y="3329"/>
                      <a:pt x="18684" y="3126"/>
                      <a:pt x="18233" y="3329"/>
                    </a:cubicBezTo>
                    <a:lnTo>
                      <a:pt x="15522" y="4344"/>
                    </a:lnTo>
                    <a:cubicBezTo>
                      <a:pt x="15112" y="3938"/>
                      <a:pt x="14455" y="3735"/>
                      <a:pt x="13633" y="3329"/>
                    </a:cubicBezTo>
                    <a:lnTo>
                      <a:pt x="13223" y="406"/>
                    </a:lnTo>
                    <a:cubicBezTo>
                      <a:pt x="13428" y="203"/>
                      <a:pt x="13017" y="0"/>
                      <a:pt x="12771" y="0"/>
                    </a:cubicBezTo>
                    <a:lnTo>
                      <a:pt x="8377" y="0"/>
                    </a:lnTo>
                    <a:cubicBezTo>
                      <a:pt x="8172" y="0"/>
                      <a:pt x="7967" y="203"/>
                      <a:pt x="7967" y="406"/>
                    </a:cubicBezTo>
                    <a:lnTo>
                      <a:pt x="7556" y="3329"/>
                    </a:lnTo>
                    <a:cubicBezTo>
                      <a:pt x="6694" y="3532"/>
                      <a:pt x="6283" y="3938"/>
                      <a:pt x="5667" y="4344"/>
                    </a:cubicBezTo>
                    <a:lnTo>
                      <a:pt x="2916" y="3329"/>
                    </a:lnTo>
                    <a:cubicBezTo>
                      <a:pt x="2710" y="3126"/>
                      <a:pt x="2505" y="3329"/>
                      <a:pt x="2300" y="3532"/>
                    </a:cubicBezTo>
                    <a:lnTo>
                      <a:pt x="0" y="7268"/>
                    </a:lnTo>
                    <a:cubicBezTo>
                      <a:pt x="0" y="7471"/>
                      <a:pt x="0" y="7674"/>
                      <a:pt x="205" y="7877"/>
                    </a:cubicBezTo>
                    <a:lnTo>
                      <a:pt x="2505" y="9744"/>
                    </a:lnTo>
                    <a:cubicBezTo>
                      <a:pt x="2505" y="9947"/>
                      <a:pt x="2505" y="10394"/>
                      <a:pt x="2505" y="10800"/>
                    </a:cubicBezTo>
                    <a:cubicBezTo>
                      <a:pt x="2505" y="11206"/>
                      <a:pt x="2505" y="11612"/>
                      <a:pt x="2505" y="11815"/>
                    </a:cubicBezTo>
                    <a:lnTo>
                      <a:pt x="205" y="13683"/>
                    </a:lnTo>
                    <a:cubicBezTo>
                      <a:pt x="0" y="13926"/>
                      <a:pt x="0" y="14129"/>
                      <a:pt x="205" y="14332"/>
                    </a:cubicBezTo>
                    <a:lnTo>
                      <a:pt x="2300" y="18271"/>
                    </a:lnTo>
                    <a:cubicBezTo>
                      <a:pt x="2505" y="18271"/>
                      <a:pt x="2710" y="18474"/>
                      <a:pt x="2916" y="18271"/>
                    </a:cubicBezTo>
                    <a:lnTo>
                      <a:pt x="5667" y="17215"/>
                    </a:lnTo>
                    <a:cubicBezTo>
                      <a:pt x="6283" y="17621"/>
                      <a:pt x="6899" y="18068"/>
                      <a:pt x="7556" y="18271"/>
                    </a:cubicBezTo>
                    <a:lnTo>
                      <a:pt x="7967" y="21153"/>
                    </a:lnTo>
                    <a:cubicBezTo>
                      <a:pt x="7967" y="21356"/>
                      <a:pt x="8172" y="21600"/>
                      <a:pt x="8583" y="21600"/>
                    </a:cubicBezTo>
                    <a:lnTo>
                      <a:pt x="13017" y="21600"/>
                    </a:lnTo>
                    <a:cubicBezTo>
                      <a:pt x="13223" y="21600"/>
                      <a:pt x="13428" y="21356"/>
                      <a:pt x="13428" y="21153"/>
                    </a:cubicBezTo>
                    <a:lnTo>
                      <a:pt x="13839" y="18271"/>
                    </a:lnTo>
                    <a:cubicBezTo>
                      <a:pt x="14660" y="18068"/>
                      <a:pt x="15317" y="17621"/>
                      <a:pt x="15728" y="17215"/>
                    </a:cubicBezTo>
                    <a:lnTo>
                      <a:pt x="18438" y="18271"/>
                    </a:lnTo>
                    <a:cubicBezTo>
                      <a:pt x="18684" y="18474"/>
                      <a:pt x="19095" y="18271"/>
                      <a:pt x="19300" y="18068"/>
                    </a:cubicBezTo>
                    <a:lnTo>
                      <a:pt x="21395" y="14332"/>
                    </a:lnTo>
                    <a:cubicBezTo>
                      <a:pt x="21600" y="14129"/>
                      <a:pt x="21600" y="13683"/>
                      <a:pt x="21395" y="13683"/>
                    </a:cubicBezTo>
                    <a:lnTo>
                      <a:pt x="18684" y="11815"/>
                    </a:lnTo>
                    <a:close/>
                    <a:moveTo>
                      <a:pt x="10677" y="14535"/>
                    </a:moveTo>
                    <a:cubicBezTo>
                      <a:pt x="8583" y="14535"/>
                      <a:pt x="6694" y="12871"/>
                      <a:pt x="6694" y="10800"/>
                    </a:cubicBezTo>
                    <a:cubicBezTo>
                      <a:pt x="6694" y="8729"/>
                      <a:pt x="8583" y="7065"/>
                      <a:pt x="10677" y="7065"/>
                    </a:cubicBezTo>
                    <a:cubicBezTo>
                      <a:pt x="12771" y="7065"/>
                      <a:pt x="14455" y="8729"/>
                      <a:pt x="14455" y="10800"/>
                    </a:cubicBezTo>
                    <a:cubicBezTo>
                      <a:pt x="14455" y="12871"/>
                      <a:pt x="12771" y="14535"/>
                      <a:pt x="10677" y="14535"/>
                    </a:cubicBez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4483" tIns="24483" rIns="24483" bIns="24483" anchor="ctr"/>
              <a:lstStyle/>
              <a:p>
                <a:endParaRPr lang="ru-RU"/>
              </a:p>
            </p:txBody>
          </p:sp>
        </p:grpSp>
        <p:sp>
          <p:nvSpPr>
            <p:cNvPr id="75" name="Component 75"/>
            <p:cNvSpPr>
              <a:spLocks noChangeArrowheads="1"/>
            </p:cNvSpPr>
            <p:nvPr/>
          </p:nvSpPr>
          <p:spPr bwMode="auto">
            <a:xfrm>
              <a:off x="8551663" y="3537156"/>
              <a:ext cx="169837" cy="169849"/>
            </a:xfrm>
            <a:prstGeom prst="ellipse">
              <a:avLst/>
            </a:prstGeom>
            <a:solidFill>
              <a:srgbClr val="FFFFFF"/>
            </a:solidFill>
            <a:ln w="34006">
              <a:solidFill>
                <a:srgbClr val="00AA00"/>
              </a:solidFill>
              <a:miter lim="400000"/>
            </a:ln>
          </p:spPr>
          <p:txBody>
            <a:bodyPr lIns="27204" tIns="27204" rIns="27204" bIns="27204" anchor="ctr"/>
            <a:lstStyle>
              <a:lvl1pPr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ru-RU" altLang="ru-RU" sz="1713">
                <a:solidFill>
                  <a:srgbClr val="FFFFFF"/>
                </a:solidFill>
                <a:latin typeface="Helvetica Light" panose="020B0403020202020204" pitchFamily="34" charset="0"/>
                <a:ea typeface="Helvetica Light" panose="020B0403020202020204" pitchFamily="34" charset="0"/>
                <a:cs typeface="Helvetica Light" panose="020B0403020202020204" pitchFamily="34" charset="0"/>
                <a:sym typeface="Helvetica Light" panose="020B0403020202020204" pitchFamily="34" charset="0"/>
              </a:endParaRPr>
            </a:p>
          </p:txBody>
        </p:sp>
        <p:sp>
          <p:nvSpPr>
            <p:cNvPr id="76" name="Component 76"/>
            <p:cNvSpPr>
              <a:spLocks noChangeArrowheads="1"/>
            </p:cNvSpPr>
            <p:nvPr/>
          </p:nvSpPr>
          <p:spPr bwMode="auto">
            <a:xfrm>
              <a:off x="3885714" y="3537156"/>
              <a:ext cx="169837" cy="169849"/>
            </a:xfrm>
            <a:prstGeom prst="ellipse">
              <a:avLst/>
            </a:prstGeom>
            <a:solidFill>
              <a:srgbClr val="FFFFFF"/>
            </a:solidFill>
            <a:ln w="34006">
              <a:solidFill>
                <a:srgbClr val="00AA00"/>
              </a:solidFill>
              <a:miter lim="400000"/>
            </a:ln>
          </p:spPr>
          <p:txBody>
            <a:bodyPr lIns="27204" tIns="27204" rIns="27204" bIns="27204" anchor="ctr"/>
            <a:lstStyle>
              <a:lvl1pPr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ru-RU" altLang="ru-RU" sz="1713">
                <a:solidFill>
                  <a:srgbClr val="FFFFFF"/>
                </a:solidFill>
                <a:latin typeface="Helvetica Light" panose="020B0403020202020204" pitchFamily="34" charset="0"/>
                <a:ea typeface="Helvetica Light" panose="020B0403020202020204" pitchFamily="34" charset="0"/>
                <a:cs typeface="Helvetica Light" panose="020B0403020202020204" pitchFamily="34" charset="0"/>
                <a:sym typeface="Helvetica Light" panose="020B0403020202020204" pitchFamily="34" charset="0"/>
              </a:endParaRPr>
            </a:p>
          </p:txBody>
        </p:sp>
        <p:sp>
          <p:nvSpPr>
            <p:cNvPr id="77" name="Component 77"/>
            <p:cNvSpPr>
              <a:spLocks noChangeArrowheads="1"/>
            </p:cNvSpPr>
            <p:nvPr/>
          </p:nvSpPr>
          <p:spPr bwMode="auto">
            <a:xfrm>
              <a:off x="6195909" y="3537156"/>
              <a:ext cx="169837" cy="169849"/>
            </a:xfrm>
            <a:prstGeom prst="ellipse">
              <a:avLst/>
            </a:prstGeom>
            <a:solidFill>
              <a:srgbClr val="FFFFFF"/>
            </a:solidFill>
            <a:ln w="34006">
              <a:solidFill>
                <a:srgbClr val="00AA00">
                  <a:lumMod val="20000"/>
                  <a:lumOff val="80000"/>
                </a:srgbClr>
              </a:solidFill>
              <a:miter lim="400000"/>
            </a:ln>
          </p:spPr>
          <p:txBody>
            <a:bodyPr lIns="27204" tIns="27204" rIns="27204" bIns="27204" anchor="ctr"/>
            <a:lstStyle>
              <a:lvl1pPr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5000">
                  <a:solidFill>
                    <a:srgbClr val="1A3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/>
              <a:endParaRPr lang="ru-RU" altLang="ru-RU" sz="1713">
                <a:solidFill>
                  <a:srgbClr val="FFFFFF"/>
                </a:solidFill>
                <a:latin typeface="Helvetica Light" panose="020B0403020202020204" pitchFamily="34" charset="0"/>
                <a:ea typeface="Helvetica Light" panose="020B0403020202020204" pitchFamily="34" charset="0"/>
                <a:cs typeface="Helvetica Light" panose="020B0403020202020204" pitchFamily="34" charset="0"/>
                <a:sym typeface="Helvetica Light" panose="020B0403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swot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1517713" y="1097280"/>
            <a:ext cx="9126093" cy="5029200"/>
            <a:chOff x="-141076" y="1353322"/>
            <a:chExt cx="9126093" cy="5029200"/>
          </a:xfrm>
        </p:grpSpPr>
        <p:sp>
          <p:nvSpPr>
            <p:cNvPr id="4" name="Component 4"/>
            <p:cNvSpPr/>
            <p:nvPr/>
          </p:nvSpPr>
          <p:spPr bwMode="auto">
            <a:xfrm>
              <a:off x="4473178" y="1642678"/>
              <a:ext cx="2169047" cy="2169047"/>
            </a:xfrm>
            <a:custGeom>
              <a:avLst/>
              <a:gdLst>
                <a:gd name="T0" fmla="*/ 0 w 1186"/>
                <a:gd name="T1" fmla="*/ 0 h 1186"/>
                <a:gd name="T2" fmla="*/ 0 w 1186"/>
                <a:gd name="T3" fmla="*/ 58 h 1186"/>
                <a:gd name="T4" fmla="*/ 1128 w 1186"/>
                <a:gd name="T5" fmla="*/ 1186 h 1186"/>
                <a:gd name="T6" fmla="*/ 1186 w 1186"/>
                <a:gd name="T7" fmla="*/ 1186 h 1186"/>
                <a:gd name="T8" fmla="*/ 0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0"/>
                  </a:moveTo>
                  <a:lnTo>
                    <a:pt x="0" y="58"/>
                  </a:lnTo>
                  <a:lnTo>
                    <a:pt x="1128" y="1186"/>
                  </a:lnTo>
                  <a:lnTo>
                    <a:pt x="1186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5" name="Component 5"/>
            <p:cNvSpPr/>
            <p:nvPr/>
          </p:nvSpPr>
          <p:spPr bwMode="auto">
            <a:xfrm>
              <a:off x="4473178" y="1891405"/>
              <a:ext cx="1920320" cy="1920320"/>
            </a:xfrm>
            <a:custGeom>
              <a:avLst/>
              <a:gdLst>
                <a:gd name="T0" fmla="*/ 0 w 1050"/>
                <a:gd name="T1" fmla="*/ 0 h 1050"/>
                <a:gd name="T2" fmla="*/ 0 w 1050"/>
                <a:gd name="T3" fmla="*/ 58 h 1050"/>
                <a:gd name="T4" fmla="*/ 992 w 1050"/>
                <a:gd name="T5" fmla="*/ 1050 h 1050"/>
                <a:gd name="T6" fmla="*/ 1050 w 1050"/>
                <a:gd name="T7" fmla="*/ 1050 h 1050"/>
                <a:gd name="T8" fmla="*/ 0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0"/>
                  </a:moveTo>
                  <a:lnTo>
                    <a:pt x="0" y="58"/>
                  </a:lnTo>
                  <a:lnTo>
                    <a:pt x="992" y="1050"/>
                  </a:lnTo>
                  <a:lnTo>
                    <a:pt x="1050" y="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6" name="Component 6"/>
            <p:cNvSpPr/>
            <p:nvPr/>
          </p:nvSpPr>
          <p:spPr bwMode="auto">
            <a:xfrm>
              <a:off x="4473178" y="1393950"/>
              <a:ext cx="2417774" cy="2417774"/>
            </a:xfrm>
            <a:custGeom>
              <a:avLst/>
              <a:gdLst>
                <a:gd name="T0" fmla="*/ 0 w 1322"/>
                <a:gd name="T1" fmla="*/ 0 h 1322"/>
                <a:gd name="T2" fmla="*/ 0 w 1322"/>
                <a:gd name="T3" fmla="*/ 58 h 1322"/>
                <a:gd name="T4" fmla="*/ 1264 w 1322"/>
                <a:gd name="T5" fmla="*/ 1322 h 1322"/>
                <a:gd name="T6" fmla="*/ 1322 w 1322"/>
                <a:gd name="T7" fmla="*/ 1322 h 1322"/>
                <a:gd name="T8" fmla="*/ 0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0"/>
                  </a:moveTo>
                  <a:lnTo>
                    <a:pt x="0" y="58"/>
                  </a:lnTo>
                  <a:lnTo>
                    <a:pt x="1264" y="1322"/>
                  </a:lnTo>
                  <a:lnTo>
                    <a:pt x="1322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7" name="Component 7"/>
            <p:cNvSpPr/>
            <p:nvPr/>
          </p:nvSpPr>
          <p:spPr bwMode="auto">
            <a:xfrm>
              <a:off x="2201713" y="1642678"/>
              <a:ext cx="2169047" cy="2169047"/>
            </a:xfrm>
            <a:custGeom>
              <a:avLst/>
              <a:gdLst>
                <a:gd name="T0" fmla="*/ 0 w 1186"/>
                <a:gd name="T1" fmla="*/ 1186 h 1186"/>
                <a:gd name="T2" fmla="*/ 58 w 1186"/>
                <a:gd name="T3" fmla="*/ 1186 h 1186"/>
                <a:gd name="T4" fmla="*/ 1186 w 1186"/>
                <a:gd name="T5" fmla="*/ 58 h 1186"/>
                <a:gd name="T6" fmla="*/ 1186 w 1186"/>
                <a:gd name="T7" fmla="*/ 0 h 1186"/>
                <a:gd name="T8" fmla="*/ 0 w 1186"/>
                <a:gd name="T9" fmla="*/ 1186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1186"/>
                  </a:moveTo>
                  <a:lnTo>
                    <a:pt x="58" y="1186"/>
                  </a:lnTo>
                  <a:lnTo>
                    <a:pt x="1186" y="58"/>
                  </a:lnTo>
                  <a:lnTo>
                    <a:pt x="1186" y="0"/>
                  </a:lnTo>
                  <a:lnTo>
                    <a:pt x="0" y="1186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8" name="Component 8"/>
            <p:cNvSpPr/>
            <p:nvPr/>
          </p:nvSpPr>
          <p:spPr bwMode="auto">
            <a:xfrm>
              <a:off x="2450441" y="1891405"/>
              <a:ext cx="1920320" cy="1920320"/>
            </a:xfrm>
            <a:custGeom>
              <a:avLst/>
              <a:gdLst>
                <a:gd name="T0" fmla="*/ 0 w 1050"/>
                <a:gd name="T1" fmla="*/ 1050 h 1050"/>
                <a:gd name="T2" fmla="*/ 58 w 1050"/>
                <a:gd name="T3" fmla="*/ 1050 h 1050"/>
                <a:gd name="T4" fmla="*/ 1050 w 1050"/>
                <a:gd name="T5" fmla="*/ 58 h 1050"/>
                <a:gd name="T6" fmla="*/ 1050 w 1050"/>
                <a:gd name="T7" fmla="*/ 0 h 1050"/>
                <a:gd name="T8" fmla="*/ 0 w 105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1050"/>
                  </a:moveTo>
                  <a:lnTo>
                    <a:pt x="58" y="1050"/>
                  </a:lnTo>
                  <a:lnTo>
                    <a:pt x="1050" y="58"/>
                  </a:lnTo>
                  <a:lnTo>
                    <a:pt x="105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9" name="Component 9"/>
            <p:cNvSpPr/>
            <p:nvPr/>
          </p:nvSpPr>
          <p:spPr bwMode="auto">
            <a:xfrm>
              <a:off x="1952986" y="1393950"/>
              <a:ext cx="2417774" cy="2417774"/>
            </a:xfrm>
            <a:custGeom>
              <a:avLst/>
              <a:gdLst>
                <a:gd name="T0" fmla="*/ 0 w 1322"/>
                <a:gd name="T1" fmla="*/ 1322 h 1322"/>
                <a:gd name="T2" fmla="*/ 58 w 1322"/>
                <a:gd name="T3" fmla="*/ 1322 h 1322"/>
                <a:gd name="T4" fmla="*/ 1322 w 1322"/>
                <a:gd name="T5" fmla="*/ 58 h 1322"/>
                <a:gd name="T6" fmla="*/ 1322 w 1322"/>
                <a:gd name="T7" fmla="*/ 0 h 1322"/>
                <a:gd name="T8" fmla="*/ 0 w 1322"/>
                <a:gd name="T9" fmla="*/ 1322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1322"/>
                  </a:moveTo>
                  <a:lnTo>
                    <a:pt x="58" y="1322"/>
                  </a:lnTo>
                  <a:lnTo>
                    <a:pt x="1322" y="58"/>
                  </a:lnTo>
                  <a:lnTo>
                    <a:pt x="1322" y="0"/>
                  </a:lnTo>
                  <a:lnTo>
                    <a:pt x="0" y="1322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0" name="Component 10"/>
            <p:cNvSpPr/>
            <p:nvPr/>
          </p:nvSpPr>
          <p:spPr bwMode="auto">
            <a:xfrm>
              <a:off x="2201713" y="3914142"/>
              <a:ext cx="2169047" cy="2169047"/>
            </a:xfrm>
            <a:custGeom>
              <a:avLst/>
              <a:gdLst>
                <a:gd name="T0" fmla="*/ 58 w 1186"/>
                <a:gd name="T1" fmla="*/ 0 h 1186"/>
                <a:gd name="T2" fmla="*/ 0 w 1186"/>
                <a:gd name="T3" fmla="*/ 0 h 1186"/>
                <a:gd name="T4" fmla="*/ 1186 w 1186"/>
                <a:gd name="T5" fmla="*/ 1186 h 1186"/>
                <a:gd name="T6" fmla="*/ 1186 w 1186"/>
                <a:gd name="T7" fmla="*/ 1130 h 1186"/>
                <a:gd name="T8" fmla="*/ 5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58" y="0"/>
                  </a:moveTo>
                  <a:lnTo>
                    <a:pt x="0" y="0"/>
                  </a:lnTo>
                  <a:lnTo>
                    <a:pt x="1186" y="1186"/>
                  </a:lnTo>
                  <a:lnTo>
                    <a:pt x="1186" y="113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1" name="Component 11"/>
            <p:cNvSpPr/>
            <p:nvPr/>
          </p:nvSpPr>
          <p:spPr bwMode="auto">
            <a:xfrm>
              <a:off x="2450441" y="3914142"/>
              <a:ext cx="1920320" cy="1920320"/>
            </a:xfrm>
            <a:custGeom>
              <a:avLst/>
              <a:gdLst>
                <a:gd name="T0" fmla="*/ 58 w 1050"/>
                <a:gd name="T1" fmla="*/ 0 h 1050"/>
                <a:gd name="T2" fmla="*/ 0 w 1050"/>
                <a:gd name="T3" fmla="*/ 0 h 1050"/>
                <a:gd name="T4" fmla="*/ 1050 w 1050"/>
                <a:gd name="T5" fmla="*/ 1050 h 1050"/>
                <a:gd name="T6" fmla="*/ 1050 w 1050"/>
                <a:gd name="T7" fmla="*/ 992 h 1050"/>
                <a:gd name="T8" fmla="*/ 58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58" y="0"/>
                  </a:moveTo>
                  <a:lnTo>
                    <a:pt x="0" y="0"/>
                  </a:lnTo>
                  <a:lnTo>
                    <a:pt x="1050" y="1050"/>
                  </a:lnTo>
                  <a:lnTo>
                    <a:pt x="1050" y="99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2" name="Component 12"/>
            <p:cNvSpPr/>
            <p:nvPr/>
          </p:nvSpPr>
          <p:spPr bwMode="auto">
            <a:xfrm>
              <a:off x="1952986" y="3914142"/>
              <a:ext cx="2417774" cy="2417774"/>
            </a:xfrm>
            <a:custGeom>
              <a:avLst/>
              <a:gdLst>
                <a:gd name="T0" fmla="*/ 58 w 1322"/>
                <a:gd name="T1" fmla="*/ 0 h 1322"/>
                <a:gd name="T2" fmla="*/ 0 w 1322"/>
                <a:gd name="T3" fmla="*/ 0 h 1322"/>
                <a:gd name="T4" fmla="*/ 1322 w 1322"/>
                <a:gd name="T5" fmla="*/ 1322 h 1322"/>
                <a:gd name="T6" fmla="*/ 1322 w 1322"/>
                <a:gd name="T7" fmla="*/ 1266 h 1322"/>
                <a:gd name="T8" fmla="*/ 58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58" y="0"/>
                  </a:moveTo>
                  <a:lnTo>
                    <a:pt x="0" y="0"/>
                  </a:lnTo>
                  <a:lnTo>
                    <a:pt x="1322" y="1322"/>
                  </a:lnTo>
                  <a:lnTo>
                    <a:pt x="1322" y="126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3" name="Component 13"/>
            <p:cNvSpPr/>
            <p:nvPr/>
          </p:nvSpPr>
          <p:spPr bwMode="auto">
            <a:xfrm>
              <a:off x="4473178" y="3914142"/>
              <a:ext cx="2169047" cy="2169047"/>
            </a:xfrm>
            <a:custGeom>
              <a:avLst/>
              <a:gdLst>
                <a:gd name="T0" fmla="*/ 1128 w 1186"/>
                <a:gd name="T1" fmla="*/ 0 h 1186"/>
                <a:gd name="T2" fmla="*/ 0 w 1186"/>
                <a:gd name="T3" fmla="*/ 1128 h 1186"/>
                <a:gd name="T4" fmla="*/ 0 w 1186"/>
                <a:gd name="T5" fmla="*/ 1186 h 1186"/>
                <a:gd name="T6" fmla="*/ 1186 w 1186"/>
                <a:gd name="T7" fmla="*/ 0 h 1186"/>
                <a:gd name="T8" fmla="*/ 112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1128" y="0"/>
                  </a:moveTo>
                  <a:lnTo>
                    <a:pt x="0" y="1128"/>
                  </a:lnTo>
                  <a:lnTo>
                    <a:pt x="0" y="1186"/>
                  </a:lnTo>
                  <a:lnTo>
                    <a:pt x="1186" y="0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4" name="Component 14"/>
            <p:cNvSpPr/>
            <p:nvPr/>
          </p:nvSpPr>
          <p:spPr bwMode="auto">
            <a:xfrm>
              <a:off x="4473178" y="3914142"/>
              <a:ext cx="1920320" cy="1920320"/>
            </a:xfrm>
            <a:custGeom>
              <a:avLst/>
              <a:gdLst>
                <a:gd name="T0" fmla="*/ 992 w 1050"/>
                <a:gd name="T1" fmla="*/ 0 h 1050"/>
                <a:gd name="T2" fmla="*/ 0 w 1050"/>
                <a:gd name="T3" fmla="*/ 992 h 1050"/>
                <a:gd name="T4" fmla="*/ 0 w 1050"/>
                <a:gd name="T5" fmla="*/ 1050 h 1050"/>
                <a:gd name="T6" fmla="*/ 1050 w 1050"/>
                <a:gd name="T7" fmla="*/ 0 h 1050"/>
                <a:gd name="T8" fmla="*/ 992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992" y="0"/>
                  </a:moveTo>
                  <a:lnTo>
                    <a:pt x="0" y="992"/>
                  </a:lnTo>
                  <a:lnTo>
                    <a:pt x="0" y="1050"/>
                  </a:lnTo>
                  <a:lnTo>
                    <a:pt x="1050" y="0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5" name="Component 15"/>
            <p:cNvSpPr/>
            <p:nvPr/>
          </p:nvSpPr>
          <p:spPr bwMode="auto">
            <a:xfrm>
              <a:off x="4473178" y="3914142"/>
              <a:ext cx="2417774" cy="2417774"/>
            </a:xfrm>
            <a:custGeom>
              <a:avLst/>
              <a:gdLst>
                <a:gd name="T0" fmla="*/ 1264 w 1322"/>
                <a:gd name="T1" fmla="*/ 0 h 1322"/>
                <a:gd name="T2" fmla="*/ 0 w 1322"/>
                <a:gd name="T3" fmla="*/ 1264 h 1322"/>
                <a:gd name="T4" fmla="*/ 0 w 1322"/>
                <a:gd name="T5" fmla="*/ 1322 h 1322"/>
                <a:gd name="T6" fmla="*/ 1322 w 1322"/>
                <a:gd name="T7" fmla="*/ 0 h 1322"/>
                <a:gd name="T8" fmla="*/ 1264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1264" y="0"/>
                  </a:moveTo>
                  <a:lnTo>
                    <a:pt x="0" y="1264"/>
                  </a:lnTo>
                  <a:lnTo>
                    <a:pt x="0" y="1322"/>
                  </a:lnTo>
                  <a:lnTo>
                    <a:pt x="1322" y="0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6" name="Component 16"/>
            <p:cNvSpPr/>
            <p:nvPr/>
          </p:nvSpPr>
          <p:spPr bwMode="auto">
            <a:xfrm>
              <a:off x="4513412" y="3954377"/>
              <a:ext cx="2121496" cy="2121496"/>
            </a:xfrm>
            <a:custGeom>
              <a:avLst/>
              <a:gdLst>
                <a:gd name="T0" fmla="*/ 527 w 580"/>
                <a:gd name="T1" fmla="*/ 501 h 580"/>
                <a:gd name="T2" fmla="*/ 501 w 580"/>
                <a:gd name="T3" fmla="*/ 527 h 580"/>
                <a:gd name="T4" fmla="*/ 184 w 580"/>
                <a:gd name="T5" fmla="*/ 578 h 580"/>
                <a:gd name="T6" fmla="*/ 151 w 580"/>
                <a:gd name="T7" fmla="*/ 561 h 580"/>
                <a:gd name="T8" fmla="*/ 6 w 580"/>
                <a:gd name="T9" fmla="*/ 275 h 580"/>
                <a:gd name="T10" fmla="*/ 11 w 580"/>
                <a:gd name="T11" fmla="*/ 239 h 580"/>
                <a:gd name="T12" fmla="*/ 238 w 580"/>
                <a:gd name="T13" fmla="*/ 11 h 580"/>
                <a:gd name="T14" fmla="*/ 275 w 580"/>
                <a:gd name="T15" fmla="*/ 6 h 580"/>
                <a:gd name="T16" fmla="*/ 561 w 580"/>
                <a:gd name="T17" fmla="*/ 152 h 580"/>
                <a:gd name="T18" fmla="*/ 578 w 580"/>
                <a:gd name="T19" fmla="*/ 184 h 580"/>
                <a:gd name="T20" fmla="*/ 527 w 580"/>
                <a:gd name="T21" fmla="*/ 501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527" y="501"/>
                  </a:moveTo>
                  <a:cubicBezTo>
                    <a:pt x="525" y="514"/>
                    <a:pt x="514" y="525"/>
                    <a:pt x="501" y="527"/>
                  </a:cubicBezTo>
                  <a:cubicBezTo>
                    <a:pt x="184" y="578"/>
                    <a:pt x="184" y="578"/>
                    <a:pt x="184" y="578"/>
                  </a:cubicBezTo>
                  <a:cubicBezTo>
                    <a:pt x="172" y="580"/>
                    <a:pt x="157" y="572"/>
                    <a:pt x="151" y="561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0" y="264"/>
                    <a:pt x="3" y="247"/>
                    <a:pt x="11" y="239"/>
                  </a:cubicBezTo>
                  <a:cubicBezTo>
                    <a:pt x="238" y="11"/>
                    <a:pt x="238" y="11"/>
                    <a:pt x="238" y="11"/>
                  </a:cubicBezTo>
                  <a:cubicBezTo>
                    <a:pt x="247" y="3"/>
                    <a:pt x="264" y="0"/>
                    <a:pt x="275" y="6"/>
                  </a:cubicBezTo>
                  <a:cubicBezTo>
                    <a:pt x="561" y="152"/>
                    <a:pt x="561" y="152"/>
                    <a:pt x="561" y="152"/>
                  </a:cubicBezTo>
                  <a:cubicBezTo>
                    <a:pt x="572" y="157"/>
                    <a:pt x="580" y="172"/>
                    <a:pt x="578" y="184"/>
                  </a:cubicBezTo>
                  <a:lnTo>
                    <a:pt x="527" y="501"/>
                  </a:ln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7" name="Component 17"/>
            <p:cNvSpPr/>
            <p:nvPr/>
          </p:nvSpPr>
          <p:spPr bwMode="auto">
            <a:xfrm>
              <a:off x="2209028" y="3954377"/>
              <a:ext cx="2121496" cy="2121496"/>
            </a:xfrm>
            <a:custGeom>
              <a:avLst/>
              <a:gdLst>
                <a:gd name="T0" fmla="*/ 79 w 580"/>
                <a:gd name="T1" fmla="*/ 527 h 580"/>
                <a:gd name="T2" fmla="*/ 53 w 580"/>
                <a:gd name="T3" fmla="*/ 501 h 580"/>
                <a:gd name="T4" fmla="*/ 2 w 580"/>
                <a:gd name="T5" fmla="*/ 184 h 580"/>
                <a:gd name="T6" fmla="*/ 19 w 580"/>
                <a:gd name="T7" fmla="*/ 152 h 580"/>
                <a:gd name="T8" fmla="*/ 305 w 580"/>
                <a:gd name="T9" fmla="*/ 6 h 580"/>
                <a:gd name="T10" fmla="*/ 342 w 580"/>
                <a:gd name="T11" fmla="*/ 11 h 580"/>
                <a:gd name="T12" fmla="*/ 569 w 580"/>
                <a:gd name="T13" fmla="*/ 239 h 580"/>
                <a:gd name="T14" fmla="*/ 574 w 580"/>
                <a:gd name="T15" fmla="*/ 275 h 580"/>
                <a:gd name="T16" fmla="*/ 429 w 580"/>
                <a:gd name="T17" fmla="*/ 561 h 580"/>
                <a:gd name="T18" fmla="*/ 396 w 580"/>
                <a:gd name="T19" fmla="*/ 578 h 580"/>
                <a:gd name="T20" fmla="*/ 79 w 580"/>
                <a:gd name="T21" fmla="*/ 527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79" y="527"/>
                  </a:moveTo>
                  <a:cubicBezTo>
                    <a:pt x="66" y="525"/>
                    <a:pt x="55" y="514"/>
                    <a:pt x="53" y="501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0" y="172"/>
                    <a:pt x="8" y="157"/>
                    <a:pt x="19" y="152"/>
                  </a:cubicBezTo>
                  <a:cubicBezTo>
                    <a:pt x="305" y="6"/>
                    <a:pt x="305" y="6"/>
                    <a:pt x="305" y="6"/>
                  </a:cubicBezTo>
                  <a:cubicBezTo>
                    <a:pt x="316" y="0"/>
                    <a:pt x="333" y="3"/>
                    <a:pt x="342" y="11"/>
                  </a:cubicBezTo>
                  <a:cubicBezTo>
                    <a:pt x="569" y="239"/>
                    <a:pt x="569" y="239"/>
                    <a:pt x="569" y="239"/>
                  </a:cubicBezTo>
                  <a:cubicBezTo>
                    <a:pt x="577" y="247"/>
                    <a:pt x="580" y="264"/>
                    <a:pt x="574" y="275"/>
                  </a:cubicBezTo>
                  <a:cubicBezTo>
                    <a:pt x="429" y="561"/>
                    <a:pt x="429" y="561"/>
                    <a:pt x="429" y="561"/>
                  </a:cubicBezTo>
                  <a:cubicBezTo>
                    <a:pt x="423" y="572"/>
                    <a:pt x="408" y="580"/>
                    <a:pt x="396" y="578"/>
                  </a:cubicBezTo>
                  <a:lnTo>
                    <a:pt x="79" y="527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18" name="Component 18"/>
            <p:cNvGrpSpPr/>
            <p:nvPr/>
          </p:nvGrpSpPr>
          <p:grpSpPr>
            <a:xfrm>
              <a:off x="2454098" y="5102912"/>
              <a:ext cx="727892" cy="727892"/>
              <a:chOff x="698377" y="5102911"/>
              <a:chExt cx="727892" cy="727892"/>
            </a:xfrm>
          </p:grpSpPr>
          <p:sp>
            <p:nvSpPr>
              <p:cNvPr id="19" name="Component 19"/>
              <p:cNvSpPr/>
              <p:nvPr/>
            </p:nvSpPr>
            <p:spPr bwMode="auto">
              <a:xfrm>
                <a:off x="698377" y="5102911"/>
                <a:ext cx="727892" cy="727892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6 h 199"/>
                  <a:gd name="T6" fmla="*/ 35 w 199"/>
                  <a:gd name="T7" fmla="*/ 36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0" name="Component 20"/>
              <p:cNvSpPr>
                <a:spLocks noEditPoints="1"/>
              </p:cNvSpPr>
              <p:nvPr/>
            </p:nvSpPr>
            <p:spPr bwMode="auto">
              <a:xfrm>
                <a:off x="837371" y="5300430"/>
                <a:ext cx="391379" cy="391379"/>
              </a:xfrm>
              <a:custGeom>
                <a:avLst/>
                <a:gdLst>
                  <a:gd name="T0" fmla="*/ 106 w 107"/>
                  <a:gd name="T1" fmla="*/ 63 h 107"/>
                  <a:gd name="T2" fmla="*/ 97 w 107"/>
                  <a:gd name="T3" fmla="*/ 15 h 107"/>
                  <a:gd name="T4" fmla="*/ 92 w 107"/>
                  <a:gd name="T5" fmla="*/ 10 h 107"/>
                  <a:gd name="T6" fmla="*/ 44 w 107"/>
                  <a:gd name="T7" fmla="*/ 1 h 107"/>
                  <a:gd name="T8" fmla="*/ 39 w 107"/>
                  <a:gd name="T9" fmla="*/ 2 h 107"/>
                  <a:gd name="T10" fmla="*/ 2 w 107"/>
                  <a:gd name="T11" fmla="*/ 39 h 107"/>
                  <a:gd name="T12" fmla="*/ 2 w 107"/>
                  <a:gd name="T13" fmla="*/ 48 h 107"/>
                  <a:gd name="T14" fmla="*/ 59 w 107"/>
                  <a:gd name="T15" fmla="*/ 105 h 107"/>
                  <a:gd name="T16" fmla="*/ 68 w 107"/>
                  <a:gd name="T17" fmla="*/ 105 h 107"/>
                  <a:gd name="T18" fmla="*/ 105 w 107"/>
                  <a:gd name="T19" fmla="*/ 68 h 107"/>
                  <a:gd name="T20" fmla="*/ 106 w 107"/>
                  <a:gd name="T21" fmla="*/ 63 h 107"/>
                  <a:gd name="T22" fmla="*/ 99 w 107"/>
                  <a:gd name="T23" fmla="*/ 66 h 107"/>
                  <a:gd name="T24" fmla="*/ 95 w 107"/>
                  <a:gd name="T25" fmla="*/ 70 h 107"/>
                  <a:gd name="T26" fmla="*/ 47 w 107"/>
                  <a:gd name="T27" fmla="*/ 60 h 107"/>
                  <a:gd name="T28" fmla="*/ 37 w 107"/>
                  <a:gd name="T29" fmla="*/ 12 h 107"/>
                  <a:gd name="T30" fmla="*/ 41 w 107"/>
                  <a:gd name="T31" fmla="*/ 9 h 107"/>
                  <a:gd name="T32" fmla="*/ 45 w 107"/>
                  <a:gd name="T33" fmla="*/ 9 h 107"/>
                  <a:gd name="T34" fmla="*/ 99 w 107"/>
                  <a:gd name="T35" fmla="*/ 62 h 107"/>
                  <a:gd name="T36" fmla="*/ 99 w 107"/>
                  <a:gd name="T37" fmla="*/ 66 h 107"/>
                  <a:gd name="T38" fmla="*/ 50 w 107"/>
                  <a:gd name="T39" fmla="*/ 56 h 107"/>
                  <a:gd name="T40" fmla="*/ 51 w 107"/>
                  <a:gd name="T41" fmla="*/ 57 h 107"/>
                  <a:gd name="T42" fmla="*/ 59 w 107"/>
                  <a:gd name="T43" fmla="*/ 59 h 107"/>
                  <a:gd name="T44" fmla="*/ 49 w 107"/>
                  <a:gd name="T45" fmla="*/ 48 h 107"/>
                  <a:gd name="T46" fmla="*/ 50 w 107"/>
                  <a:gd name="T47" fmla="*/ 56 h 107"/>
                  <a:gd name="T48" fmla="*/ 47 w 107"/>
                  <a:gd name="T49" fmla="*/ 41 h 107"/>
                  <a:gd name="T50" fmla="*/ 66 w 107"/>
                  <a:gd name="T51" fmla="*/ 60 h 107"/>
                  <a:gd name="T52" fmla="*/ 74 w 107"/>
                  <a:gd name="T53" fmla="*/ 61 h 107"/>
                  <a:gd name="T54" fmla="*/ 46 w 107"/>
                  <a:gd name="T55" fmla="*/ 33 h 107"/>
                  <a:gd name="T56" fmla="*/ 47 w 107"/>
                  <a:gd name="T57" fmla="*/ 41 h 107"/>
                  <a:gd name="T58" fmla="*/ 44 w 107"/>
                  <a:gd name="T59" fmla="*/ 24 h 107"/>
                  <a:gd name="T60" fmla="*/ 44 w 107"/>
                  <a:gd name="T61" fmla="*/ 25 h 107"/>
                  <a:gd name="T62" fmla="*/ 82 w 107"/>
                  <a:gd name="T63" fmla="*/ 63 h 107"/>
                  <a:gd name="T64" fmla="*/ 83 w 107"/>
                  <a:gd name="T65" fmla="*/ 63 h 107"/>
                  <a:gd name="T66" fmla="*/ 86 w 107"/>
                  <a:gd name="T67" fmla="*/ 61 h 107"/>
                  <a:gd name="T68" fmla="*/ 47 w 107"/>
                  <a:gd name="T69" fmla="*/ 21 h 107"/>
                  <a:gd name="T70" fmla="*/ 44 w 107"/>
                  <a:gd name="T71" fmla="*/ 2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" h="107">
                    <a:moveTo>
                      <a:pt x="106" y="63"/>
                    </a:move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2"/>
                      <a:pt x="95" y="11"/>
                      <a:pt x="92" y="10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2" y="0"/>
                      <a:pt x="40" y="1"/>
                      <a:pt x="39" y="2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42"/>
                      <a:pt x="0" y="45"/>
                      <a:pt x="2" y="48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62" y="107"/>
                      <a:pt x="65" y="107"/>
                      <a:pt x="68" y="105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6" y="67"/>
                      <a:pt x="107" y="65"/>
                      <a:pt x="106" y="63"/>
                    </a:cubicBezTo>
                    <a:close/>
                    <a:moveTo>
                      <a:pt x="99" y="66"/>
                    </a:moveTo>
                    <a:cubicBezTo>
                      <a:pt x="95" y="70"/>
                      <a:pt x="95" y="70"/>
                      <a:pt x="95" y="70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2" y="7"/>
                      <a:pt x="44" y="7"/>
                      <a:pt x="45" y="9"/>
                    </a:cubicBezTo>
                    <a:cubicBezTo>
                      <a:pt x="99" y="62"/>
                      <a:pt x="99" y="62"/>
                      <a:pt x="99" y="62"/>
                    </a:cubicBezTo>
                    <a:cubicBezTo>
                      <a:pt x="100" y="63"/>
                      <a:pt x="100" y="65"/>
                      <a:pt x="99" y="66"/>
                    </a:cubicBezTo>
                    <a:close/>
                    <a:moveTo>
                      <a:pt x="50" y="56"/>
                    </a:moveTo>
                    <a:cubicBezTo>
                      <a:pt x="51" y="57"/>
                      <a:pt x="51" y="57"/>
                      <a:pt x="51" y="57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49" y="48"/>
                      <a:pt x="49" y="48"/>
                      <a:pt x="49" y="48"/>
                    </a:cubicBezTo>
                    <a:lnTo>
                      <a:pt x="50" y="56"/>
                    </a:lnTo>
                    <a:close/>
                    <a:moveTo>
                      <a:pt x="47" y="41"/>
                    </a:moveTo>
                    <a:cubicBezTo>
                      <a:pt x="66" y="60"/>
                      <a:pt x="66" y="60"/>
                      <a:pt x="66" y="60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46" y="33"/>
                      <a:pt x="46" y="33"/>
                      <a:pt x="46" y="33"/>
                    </a:cubicBezTo>
                    <a:lnTo>
                      <a:pt x="47" y="41"/>
                    </a:lnTo>
                    <a:close/>
                    <a:moveTo>
                      <a:pt x="44" y="24"/>
                    </a:moveTo>
                    <a:cubicBezTo>
                      <a:pt x="44" y="25"/>
                      <a:pt x="44" y="25"/>
                      <a:pt x="44" y="25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47" y="21"/>
                      <a:pt x="47" y="21"/>
                      <a:pt x="47" y="21"/>
                    </a:cubicBezTo>
                    <a:lnTo>
                      <a:pt x="44" y="24"/>
                    </a:lnTo>
                    <a:close/>
                  </a:path>
                </a:pathLst>
              </a:custGeom>
              <a:solidFill>
                <a:srgbClr val="00AA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sp>
          <p:nvSpPr>
            <p:cNvPr id="21" name="Component 21"/>
            <p:cNvSpPr/>
            <p:nvPr/>
          </p:nvSpPr>
          <p:spPr bwMode="auto">
            <a:xfrm>
              <a:off x="4513412" y="1653651"/>
              <a:ext cx="2121496" cy="2117839"/>
            </a:xfrm>
            <a:custGeom>
              <a:avLst/>
              <a:gdLst>
                <a:gd name="T0" fmla="*/ 527 w 580"/>
                <a:gd name="T1" fmla="*/ 78 h 579"/>
                <a:gd name="T2" fmla="*/ 501 w 580"/>
                <a:gd name="T3" fmla="*/ 52 h 579"/>
                <a:gd name="T4" fmla="*/ 184 w 580"/>
                <a:gd name="T5" fmla="*/ 2 h 579"/>
                <a:gd name="T6" fmla="*/ 151 w 580"/>
                <a:gd name="T7" fmla="*/ 18 h 579"/>
                <a:gd name="T8" fmla="*/ 6 w 580"/>
                <a:gd name="T9" fmla="*/ 304 h 579"/>
                <a:gd name="T10" fmla="*/ 11 w 580"/>
                <a:gd name="T11" fmla="*/ 341 h 579"/>
                <a:gd name="T12" fmla="*/ 238 w 580"/>
                <a:gd name="T13" fmla="*/ 568 h 579"/>
                <a:gd name="T14" fmla="*/ 275 w 580"/>
                <a:gd name="T15" fmla="*/ 573 h 579"/>
                <a:gd name="T16" fmla="*/ 561 w 580"/>
                <a:gd name="T17" fmla="*/ 428 h 579"/>
                <a:gd name="T18" fmla="*/ 578 w 580"/>
                <a:gd name="T19" fmla="*/ 395 h 579"/>
                <a:gd name="T20" fmla="*/ 527 w 580"/>
                <a:gd name="T21" fmla="*/ 7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527" y="78"/>
                  </a:moveTo>
                  <a:cubicBezTo>
                    <a:pt x="525" y="65"/>
                    <a:pt x="514" y="54"/>
                    <a:pt x="501" y="5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72" y="0"/>
                    <a:pt x="157" y="7"/>
                    <a:pt x="151" y="18"/>
                  </a:cubicBezTo>
                  <a:cubicBezTo>
                    <a:pt x="6" y="304"/>
                    <a:pt x="6" y="304"/>
                    <a:pt x="6" y="304"/>
                  </a:cubicBezTo>
                  <a:cubicBezTo>
                    <a:pt x="0" y="315"/>
                    <a:pt x="3" y="332"/>
                    <a:pt x="11" y="341"/>
                  </a:cubicBezTo>
                  <a:cubicBezTo>
                    <a:pt x="238" y="568"/>
                    <a:pt x="238" y="568"/>
                    <a:pt x="238" y="568"/>
                  </a:cubicBezTo>
                  <a:cubicBezTo>
                    <a:pt x="247" y="577"/>
                    <a:pt x="264" y="579"/>
                    <a:pt x="275" y="573"/>
                  </a:cubicBezTo>
                  <a:cubicBezTo>
                    <a:pt x="561" y="428"/>
                    <a:pt x="561" y="428"/>
                    <a:pt x="561" y="428"/>
                  </a:cubicBezTo>
                  <a:cubicBezTo>
                    <a:pt x="572" y="422"/>
                    <a:pt x="580" y="407"/>
                    <a:pt x="578" y="395"/>
                  </a:cubicBezTo>
                  <a:lnTo>
                    <a:pt x="527" y="78"/>
                  </a:ln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22" name="Component 22"/>
            <p:cNvSpPr/>
            <p:nvPr/>
          </p:nvSpPr>
          <p:spPr bwMode="auto">
            <a:xfrm>
              <a:off x="2209028" y="1653651"/>
              <a:ext cx="2121496" cy="2117839"/>
            </a:xfrm>
            <a:custGeom>
              <a:avLst/>
              <a:gdLst>
                <a:gd name="T0" fmla="*/ 79 w 580"/>
                <a:gd name="T1" fmla="*/ 52 h 579"/>
                <a:gd name="T2" fmla="*/ 53 w 580"/>
                <a:gd name="T3" fmla="*/ 78 h 579"/>
                <a:gd name="T4" fmla="*/ 2 w 580"/>
                <a:gd name="T5" fmla="*/ 395 h 579"/>
                <a:gd name="T6" fmla="*/ 19 w 580"/>
                <a:gd name="T7" fmla="*/ 428 h 579"/>
                <a:gd name="T8" fmla="*/ 305 w 580"/>
                <a:gd name="T9" fmla="*/ 573 h 579"/>
                <a:gd name="T10" fmla="*/ 342 w 580"/>
                <a:gd name="T11" fmla="*/ 568 h 579"/>
                <a:gd name="T12" fmla="*/ 569 w 580"/>
                <a:gd name="T13" fmla="*/ 341 h 579"/>
                <a:gd name="T14" fmla="*/ 574 w 580"/>
                <a:gd name="T15" fmla="*/ 304 h 579"/>
                <a:gd name="T16" fmla="*/ 429 w 580"/>
                <a:gd name="T17" fmla="*/ 18 h 579"/>
                <a:gd name="T18" fmla="*/ 396 w 580"/>
                <a:gd name="T19" fmla="*/ 2 h 579"/>
                <a:gd name="T20" fmla="*/ 79 w 580"/>
                <a:gd name="T21" fmla="*/ 5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79" y="52"/>
                  </a:moveTo>
                  <a:cubicBezTo>
                    <a:pt x="66" y="54"/>
                    <a:pt x="55" y="65"/>
                    <a:pt x="53" y="78"/>
                  </a:cubicBezTo>
                  <a:cubicBezTo>
                    <a:pt x="2" y="395"/>
                    <a:pt x="2" y="395"/>
                    <a:pt x="2" y="395"/>
                  </a:cubicBezTo>
                  <a:cubicBezTo>
                    <a:pt x="0" y="407"/>
                    <a:pt x="8" y="422"/>
                    <a:pt x="19" y="428"/>
                  </a:cubicBezTo>
                  <a:cubicBezTo>
                    <a:pt x="305" y="573"/>
                    <a:pt x="305" y="573"/>
                    <a:pt x="305" y="573"/>
                  </a:cubicBezTo>
                  <a:cubicBezTo>
                    <a:pt x="316" y="579"/>
                    <a:pt x="333" y="577"/>
                    <a:pt x="342" y="568"/>
                  </a:cubicBezTo>
                  <a:cubicBezTo>
                    <a:pt x="569" y="341"/>
                    <a:pt x="569" y="341"/>
                    <a:pt x="569" y="341"/>
                  </a:cubicBezTo>
                  <a:cubicBezTo>
                    <a:pt x="577" y="332"/>
                    <a:pt x="580" y="315"/>
                    <a:pt x="574" y="304"/>
                  </a:cubicBezTo>
                  <a:cubicBezTo>
                    <a:pt x="429" y="18"/>
                    <a:pt x="429" y="18"/>
                    <a:pt x="429" y="18"/>
                  </a:cubicBezTo>
                  <a:cubicBezTo>
                    <a:pt x="423" y="7"/>
                    <a:pt x="408" y="0"/>
                    <a:pt x="396" y="2"/>
                  </a:cubicBezTo>
                  <a:lnTo>
                    <a:pt x="79" y="52"/>
                  </a:lnTo>
                  <a:close/>
                </a:path>
              </a:pathLst>
            </a:custGeom>
            <a:solidFill>
              <a:srgbClr val="00AA00">
                <a:lumMod val="75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23" name="Component 23"/>
            <p:cNvGrpSpPr/>
            <p:nvPr/>
          </p:nvGrpSpPr>
          <p:grpSpPr>
            <a:xfrm>
              <a:off x="2454098" y="1895063"/>
              <a:ext cx="727892" cy="727892"/>
              <a:chOff x="698377" y="1895061"/>
              <a:chExt cx="727892" cy="727892"/>
            </a:xfrm>
          </p:grpSpPr>
          <p:sp>
            <p:nvSpPr>
              <p:cNvPr id="24" name="Component 24"/>
              <p:cNvSpPr/>
              <p:nvPr/>
            </p:nvSpPr>
            <p:spPr bwMode="auto">
              <a:xfrm>
                <a:off x="698377" y="1895061"/>
                <a:ext cx="727892" cy="727892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5 h 199"/>
                  <a:gd name="T4" fmla="*/ 35 w 199"/>
                  <a:gd name="T5" fmla="*/ 35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5" name="Component 25"/>
              <p:cNvSpPr>
                <a:spLocks noEditPoints="1"/>
              </p:cNvSpPr>
              <p:nvPr/>
            </p:nvSpPr>
            <p:spPr bwMode="auto">
              <a:xfrm>
                <a:off x="862976" y="2059660"/>
                <a:ext cx="376748" cy="376748"/>
              </a:xfrm>
              <a:custGeom>
                <a:avLst/>
                <a:gdLst>
                  <a:gd name="T0" fmla="*/ 58 w 103"/>
                  <a:gd name="T1" fmla="*/ 40 h 103"/>
                  <a:gd name="T2" fmla="*/ 60 w 103"/>
                  <a:gd name="T3" fmla="*/ 48 h 103"/>
                  <a:gd name="T4" fmla="*/ 43 w 103"/>
                  <a:gd name="T5" fmla="*/ 43 h 103"/>
                  <a:gd name="T6" fmla="*/ 48 w 103"/>
                  <a:gd name="T7" fmla="*/ 61 h 103"/>
                  <a:gd name="T8" fmla="*/ 40 w 103"/>
                  <a:gd name="T9" fmla="*/ 58 h 103"/>
                  <a:gd name="T10" fmla="*/ 38 w 103"/>
                  <a:gd name="T11" fmla="*/ 64 h 103"/>
                  <a:gd name="T12" fmla="*/ 57 w 103"/>
                  <a:gd name="T13" fmla="*/ 71 h 103"/>
                  <a:gd name="T14" fmla="*/ 52 w 103"/>
                  <a:gd name="T15" fmla="*/ 52 h 103"/>
                  <a:gd name="T16" fmla="*/ 71 w 103"/>
                  <a:gd name="T17" fmla="*/ 57 h 103"/>
                  <a:gd name="T18" fmla="*/ 63 w 103"/>
                  <a:gd name="T19" fmla="*/ 38 h 103"/>
                  <a:gd name="T20" fmla="*/ 58 w 103"/>
                  <a:gd name="T21" fmla="*/ 40 h 103"/>
                  <a:gd name="T22" fmla="*/ 27 w 103"/>
                  <a:gd name="T23" fmla="*/ 24 h 103"/>
                  <a:gd name="T24" fmla="*/ 24 w 103"/>
                  <a:gd name="T25" fmla="*/ 24 h 103"/>
                  <a:gd name="T26" fmla="*/ 24 w 103"/>
                  <a:gd name="T27" fmla="*/ 63 h 103"/>
                  <a:gd name="T28" fmla="*/ 27 w 103"/>
                  <a:gd name="T29" fmla="*/ 63 h 103"/>
                  <a:gd name="T30" fmla="*/ 27 w 103"/>
                  <a:gd name="T31" fmla="*/ 60 h 103"/>
                  <a:gd name="T32" fmla="*/ 27 w 103"/>
                  <a:gd name="T33" fmla="*/ 27 h 103"/>
                  <a:gd name="T34" fmla="*/ 27 w 103"/>
                  <a:gd name="T35" fmla="*/ 24 h 103"/>
                  <a:gd name="T36" fmla="*/ 103 w 103"/>
                  <a:gd name="T37" fmla="*/ 89 h 103"/>
                  <a:gd name="T38" fmla="*/ 101 w 103"/>
                  <a:gd name="T39" fmla="*/ 86 h 103"/>
                  <a:gd name="T40" fmla="*/ 102 w 103"/>
                  <a:gd name="T41" fmla="*/ 80 h 103"/>
                  <a:gd name="T42" fmla="*/ 99 w 103"/>
                  <a:gd name="T43" fmla="*/ 75 h 103"/>
                  <a:gd name="T44" fmla="*/ 89 w 103"/>
                  <a:gd name="T45" fmla="*/ 89 h 103"/>
                  <a:gd name="T46" fmla="*/ 75 w 103"/>
                  <a:gd name="T47" fmla="*/ 99 h 103"/>
                  <a:gd name="T48" fmla="*/ 80 w 103"/>
                  <a:gd name="T49" fmla="*/ 102 h 103"/>
                  <a:gd name="T50" fmla="*/ 86 w 103"/>
                  <a:gd name="T51" fmla="*/ 101 h 103"/>
                  <a:gd name="T52" fmla="*/ 89 w 103"/>
                  <a:gd name="T53" fmla="*/ 103 h 103"/>
                  <a:gd name="T54" fmla="*/ 98 w 103"/>
                  <a:gd name="T55" fmla="*/ 98 h 103"/>
                  <a:gd name="T56" fmla="*/ 103 w 103"/>
                  <a:gd name="T57" fmla="*/ 89 h 103"/>
                  <a:gd name="T58" fmla="*/ 95 w 103"/>
                  <a:gd name="T59" fmla="*/ 71 h 103"/>
                  <a:gd name="T60" fmla="*/ 92 w 103"/>
                  <a:gd name="T61" fmla="*/ 66 h 103"/>
                  <a:gd name="T62" fmla="*/ 81 w 103"/>
                  <a:gd name="T63" fmla="*/ 81 h 103"/>
                  <a:gd name="T64" fmla="*/ 66 w 103"/>
                  <a:gd name="T65" fmla="*/ 92 h 103"/>
                  <a:gd name="T66" fmla="*/ 70 w 103"/>
                  <a:gd name="T67" fmla="*/ 96 h 103"/>
                  <a:gd name="T68" fmla="*/ 85 w 103"/>
                  <a:gd name="T69" fmla="*/ 85 h 103"/>
                  <a:gd name="T70" fmla="*/ 95 w 103"/>
                  <a:gd name="T71" fmla="*/ 71 h 103"/>
                  <a:gd name="T72" fmla="*/ 89 w 103"/>
                  <a:gd name="T73" fmla="*/ 61 h 103"/>
                  <a:gd name="T74" fmla="*/ 83 w 103"/>
                  <a:gd name="T75" fmla="*/ 53 h 103"/>
                  <a:gd name="T76" fmla="*/ 72 w 103"/>
                  <a:gd name="T77" fmla="*/ 16 h 103"/>
                  <a:gd name="T78" fmla="*/ 15 w 103"/>
                  <a:gd name="T79" fmla="*/ 16 h 103"/>
                  <a:gd name="T80" fmla="*/ 15 w 103"/>
                  <a:gd name="T81" fmla="*/ 72 h 103"/>
                  <a:gd name="T82" fmla="*/ 53 w 103"/>
                  <a:gd name="T83" fmla="*/ 83 h 103"/>
                  <a:gd name="T84" fmla="*/ 61 w 103"/>
                  <a:gd name="T85" fmla="*/ 89 h 103"/>
                  <a:gd name="T86" fmla="*/ 78 w 103"/>
                  <a:gd name="T87" fmla="*/ 78 h 103"/>
                  <a:gd name="T88" fmla="*/ 89 w 103"/>
                  <a:gd name="T89" fmla="*/ 61 h 103"/>
                  <a:gd name="T90" fmla="*/ 61 w 103"/>
                  <a:gd name="T91" fmla="*/ 81 h 103"/>
                  <a:gd name="T92" fmla="*/ 54 w 103"/>
                  <a:gd name="T93" fmla="*/ 75 h 103"/>
                  <a:gd name="T94" fmla="*/ 20 w 103"/>
                  <a:gd name="T95" fmla="*/ 67 h 103"/>
                  <a:gd name="T96" fmla="*/ 20 w 103"/>
                  <a:gd name="T97" fmla="*/ 21 h 103"/>
                  <a:gd name="T98" fmla="*/ 67 w 103"/>
                  <a:gd name="T99" fmla="*/ 20 h 103"/>
                  <a:gd name="T100" fmla="*/ 75 w 103"/>
                  <a:gd name="T101" fmla="*/ 54 h 103"/>
                  <a:gd name="T102" fmla="*/ 81 w 103"/>
                  <a:gd name="T103" fmla="*/ 62 h 103"/>
                  <a:gd name="T104" fmla="*/ 73 w 103"/>
                  <a:gd name="T105" fmla="*/ 73 h 103"/>
                  <a:gd name="T106" fmla="*/ 61 w 103"/>
                  <a:gd name="T107" fmla="*/ 8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3" h="103">
                    <a:moveTo>
                      <a:pt x="58" y="40"/>
                    </a:moveTo>
                    <a:cubicBezTo>
                      <a:pt x="60" y="48"/>
                      <a:pt x="60" y="48"/>
                      <a:pt x="60" y="48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63" y="38"/>
                      <a:pt x="63" y="38"/>
                      <a:pt x="63" y="38"/>
                    </a:cubicBezTo>
                    <a:lnTo>
                      <a:pt x="58" y="40"/>
                    </a:lnTo>
                    <a:close/>
                    <a:moveTo>
                      <a:pt x="27" y="24"/>
                    </a:moveTo>
                    <a:cubicBezTo>
                      <a:pt x="26" y="23"/>
                      <a:pt x="25" y="23"/>
                      <a:pt x="24" y="24"/>
                    </a:cubicBezTo>
                    <a:cubicBezTo>
                      <a:pt x="13" y="35"/>
                      <a:pt x="13" y="53"/>
                      <a:pt x="24" y="63"/>
                    </a:cubicBezTo>
                    <a:cubicBezTo>
                      <a:pt x="25" y="64"/>
                      <a:pt x="26" y="64"/>
                      <a:pt x="27" y="63"/>
                    </a:cubicBezTo>
                    <a:cubicBezTo>
                      <a:pt x="28" y="63"/>
                      <a:pt x="28" y="61"/>
                      <a:pt x="27" y="60"/>
                    </a:cubicBezTo>
                    <a:cubicBezTo>
                      <a:pt x="18" y="51"/>
                      <a:pt x="18" y="36"/>
                      <a:pt x="27" y="27"/>
                    </a:cubicBezTo>
                    <a:cubicBezTo>
                      <a:pt x="28" y="26"/>
                      <a:pt x="28" y="25"/>
                      <a:pt x="27" y="24"/>
                    </a:cubicBezTo>
                    <a:close/>
                    <a:moveTo>
                      <a:pt x="103" y="89"/>
                    </a:moveTo>
                    <a:cubicBezTo>
                      <a:pt x="101" y="86"/>
                      <a:pt x="101" y="86"/>
                      <a:pt x="101" y="86"/>
                    </a:cubicBezTo>
                    <a:cubicBezTo>
                      <a:pt x="103" y="82"/>
                      <a:pt x="102" y="80"/>
                      <a:pt x="102" y="80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6" y="80"/>
                      <a:pt x="93" y="84"/>
                      <a:pt x="89" y="89"/>
                    </a:cubicBezTo>
                    <a:cubicBezTo>
                      <a:pt x="84" y="93"/>
                      <a:pt x="80" y="96"/>
                      <a:pt x="75" y="99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80" y="102"/>
                      <a:pt x="82" y="103"/>
                      <a:pt x="86" y="101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89" y="103"/>
                      <a:pt x="92" y="103"/>
                      <a:pt x="98" y="98"/>
                    </a:cubicBezTo>
                    <a:cubicBezTo>
                      <a:pt x="103" y="92"/>
                      <a:pt x="103" y="89"/>
                      <a:pt x="103" y="89"/>
                    </a:cubicBezTo>
                    <a:close/>
                    <a:moveTo>
                      <a:pt x="95" y="71"/>
                    </a:moveTo>
                    <a:cubicBezTo>
                      <a:pt x="92" y="66"/>
                      <a:pt x="92" y="66"/>
                      <a:pt x="92" y="66"/>
                    </a:cubicBezTo>
                    <a:cubicBezTo>
                      <a:pt x="89" y="71"/>
                      <a:pt x="86" y="76"/>
                      <a:pt x="81" y="81"/>
                    </a:cubicBezTo>
                    <a:cubicBezTo>
                      <a:pt x="76" y="86"/>
                      <a:pt x="71" y="89"/>
                      <a:pt x="66" y="92"/>
                    </a:cubicBezTo>
                    <a:cubicBezTo>
                      <a:pt x="70" y="96"/>
                      <a:pt x="70" y="96"/>
                      <a:pt x="70" y="96"/>
                    </a:cubicBezTo>
                    <a:cubicBezTo>
                      <a:pt x="76" y="93"/>
                      <a:pt x="81" y="90"/>
                      <a:pt x="85" y="85"/>
                    </a:cubicBezTo>
                    <a:cubicBezTo>
                      <a:pt x="90" y="81"/>
                      <a:pt x="93" y="76"/>
                      <a:pt x="95" y="71"/>
                    </a:cubicBezTo>
                    <a:close/>
                    <a:moveTo>
                      <a:pt x="89" y="61"/>
                    </a:moveTo>
                    <a:cubicBezTo>
                      <a:pt x="83" y="53"/>
                      <a:pt x="83" y="53"/>
                      <a:pt x="83" y="53"/>
                    </a:cubicBezTo>
                    <a:cubicBezTo>
                      <a:pt x="86" y="40"/>
                      <a:pt x="82" y="26"/>
                      <a:pt x="72" y="16"/>
                    </a:cubicBezTo>
                    <a:cubicBezTo>
                      <a:pt x="56" y="0"/>
                      <a:pt x="31" y="0"/>
                      <a:pt x="15" y="16"/>
                    </a:cubicBezTo>
                    <a:cubicBezTo>
                      <a:pt x="0" y="31"/>
                      <a:pt x="0" y="56"/>
                      <a:pt x="15" y="72"/>
                    </a:cubicBezTo>
                    <a:cubicBezTo>
                      <a:pt x="26" y="82"/>
                      <a:pt x="40" y="86"/>
                      <a:pt x="53" y="8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7" y="86"/>
                      <a:pt x="73" y="83"/>
                      <a:pt x="78" y="78"/>
                    </a:cubicBezTo>
                    <a:cubicBezTo>
                      <a:pt x="83" y="73"/>
                      <a:pt x="86" y="67"/>
                      <a:pt x="89" y="61"/>
                    </a:cubicBezTo>
                    <a:close/>
                    <a:moveTo>
                      <a:pt x="61" y="81"/>
                    </a:moveTo>
                    <a:cubicBezTo>
                      <a:pt x="54" y="75"/>
                      <a:pt x="54" y="75"/>
                      <a:pt x="54" y="75"/>
                    </a:cubicBezTo>
                    <a:cubicBezTo>
                      <a:pt x="43" y="79"/>
                      <a:pt x="30" y="76"/>
                      <a:pt x="20" y="67"/>
                    </a:cubicBezTo>
                    <a:cubicBezTo>
                      <a:pt x="8" y="54"/>
                      <a:pt x="8" y="33"/>
                      <a:pt x="20" y="21"/>
                    </a:cubicBezTo>
                    <a:cubicBezTo>
                      <a:pt x="33" y="8"/>
                      <a:pt x="54" y="8"/>
                      <a:pt x="67" y="20"/>
                    </a:cubicBezTo>
                    <a:cubicBezTo>
                      <a:pt x="76" y="30"/>
                      <a:pt x="79" y="43"/>
                      <a:pt x="75" y="54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1" y="62"/>
                      <a:pt x="80" y="66"/>
                      <a:pt x="73" y="73"/>
                    </a:cubicBezTo>
                    <a:cubicBezTo>
                      <a:pt x="66" y="80"/>
                      <a:pt x="61" y="81"/>
                      <a:pt x="61" y="81"/>
                    </a:cubicBezTo>
                    <a:close/>
                  </a:path>
                </a:pathLst>
              </a:custGeom>
              <a:solidFill>
                <a:srgbClr val="00AA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6" name="Component 26"/>
            <p:cNvGrpSpPr/>
            <p:nvPr/>
          </p:nvGrpSpPr>
          <p:grpSpPr>
            <a:xfrm>
              <a:off x="5661948" y="5102912"/>
              <a:ext cx="727892" cy="727892"/>
              <a:chOff x="3906225" y="5102911"/>
              <a:chExt cx="727892" cy="727892"/>
            </a:xfrm>
          </p:grpSpPr>
          <p:sp>
            <p:nvSpPr>
              <p:cNvPr id="27" name="Component 27"/>
              <p:cNvSpPr/>
              <p:nvPr/>
            </p:nvSpPr>
            <p:spPr bwMode="auto">
              <a:xfrm>
                <a:off x="3906225" y="5102911"/>
                <a:ext cx="727892" cy="727892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6 h 199"/>
                  <a:gd name="T4" fmla="*/ 35 w 199"/>
                  <a:gd name="T5" fmla="*/ 36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8" name="Component 28"/>
              <p:cNvSpPr>
                <a:spLocks noEditPoints="1"/>
              </p:cNvSpPr>
              <p:nvPr/>
            </p:nvSpPr>
            <p:spPr bwMode="auto">
              <a:xfrm>
                <a:off x="4037904" y="5249221"/>
                <a:ext cx="468192" cy="420641"/>
              </a:xfrm>
              <a:custGeom>
                <a:avLst/>
                <a:gdLst>
                  <a:gd name="T0" fmla="*/ 106 w 256"/>
                  <a:gd name="T1" fmla="*/ 42 h 230"/>
                  <a:gd name="T2" fmla="*/ 44 w 256"/>
                  <a:gd name="T3" fmla="*/ 104 h 230"/>
                  <a:gd name="T4" fmla="*/ 52 w 256"/>
                  <a:gd name="T5" fmla="*/ 114 h 230"/>
                  <a:gd name="T6" fmla="*/ 114 w 256"/>
                  <a:gd name="T7" fmla="*/ 50 h 230"/>
                  <a:gd name="T8" fmla="*/ 106 w 256"/>
                  <a:gd name="T9" fmla="*/ 42 h 230"/>
                  <a:gd name="T10" fmla="*/ 122 w 256"/>
                  <a:gd name="T11" fmla="*/ 60 h 230"/>
                  <a:gd name="T12" fmla="*/ 60 w 256"/>
                  <a:gd name="T13" fmla="*/ 122 h 230"/>
                  <a:gd name="T14" fmla="*/ 70 w 256"/>
                  <a:gd name="T15" fmla="*/ 130 h 230"/>
                  <a:gd name="T16" fmla="*/ 132 w 256"/>
                  <a:gd name="T17" fmla="*/ 68 h 230"/>
                  <a:gd name="T18" fmla="*/ 122 w 256"/>
                  <a:gd name="T19" fmla="*/ 60 h 230"/>
                  <a:gd name="T20" fmla="*/ 126 w 256"/>
                  <a:gd name="T21" fmla="*/ 0 h 230"/>
                  <a:gd name="T22" fmla="*/ 114 w 256"/>
                  <a:gd name="T23" fmla="*/ 12 h 230"/>
                  <a:gd name="T24" fmla="*/ 102 w 256"/>
                  <a:gd name="T25" fmla="*/ 0 h 230"/>
                  <a:gd name="T26" fmla="*/ 0 w 256"/>
                  <a:gd name="T27" fmla="*/ 100 h 230"/>
                  <a:gd name="T28" fmla="*/ 130 w 256"/>
                  <a:gd name="T29" fmla="*/ 230 h 230"/>
                  <a:gd name="T30" fmla="*/ 144 w 256"/>
                  <a:gd name="T31" fmla="*/ 218 h 230"/>
                  <a:gd name="T32" fmla="*/ 156 w 256"/>
                  <a:gd name="T33" fmla="*/ 230 h 230"/>
                  <a:gd name="T34" fmla="*/ 224 w 256"/>
                  <a:gd name="T35" fmla="*/ 162 h 230"/>
                  <a:gd name="T36" fmla="*/ 256 w 256"/>
                  <a:gd name="T37" fmla="*/ 130 h 230"/>
                  <a:gd name="T38" fmla="*/ 126 w 256"/>
                  <a:gd name="T39" fmla="*/ 0 h 230"/>
                  <a:gd name="T40" fmla="*/ 130 w 256"/>
                  <a:gd name="T41" fmla="*/ 216 h 230"/>
                  <a:gd name="T42" fmla="*/ 14 w 256"/>
                  <a:gd name="T43" fmla="*/ 100 h 230"/>
                  <a:gd name="T44" fmla="*/ 102 w 256"/>
                  <a:gd name="T45" fmla="*/ 14 h 230"/>
                  <a:gd name="T46" fmla="*/ 188 w 256"/>
                  <a:gd name="T47" fmla="*/ 100 h 230"/>
                  <a:gd name="T48" fmla="*/ 158 w 256"/>
                  <a:gd name="T49" fmla="*/ 130 h 230"/>
                  <a:gd name="T50" fmla="*/ 188 w 256"/>
                  <a:gd name="T51" fmla="*/ 160 h 230"/>
                  <a:gd name="T52" fmla="*/ 130 w 256"/>
                  <a:gd name="T53" fmla="*/ 216 h 230"/>
                  <a:gd name="T54" fmla="*/ 212 w 256"/>
                  <a:gd name="T55" fmla="*/ 160 h 230"/>
                  <a:gd name="T56" fmla="*/ 156 w 256"/>
                  <a:gd name="T57" fmla="*/ 216 h 230"/>
                  <a:gd name="T58" fmla="*/ 150 w 256"/>
                  <a:gd name="T59" fmla="*/ 210 h 230"/>
                  <a:gd name="T60" fmla="*/ 198 w 256"/>
                  <a:gd name="T61" fmla="*/ 162 h 230"/>
                  <a:gd name="T62" fmla="*/ 198 w 256"/>
                  <a:gd name="T63" fmla="*/ 96 h 230"/>
                  <a:gd name="T64" fmla="*/ 120 w 256"/>
                  <a:gd name="T65" fmla="*/ 18 h 230"/>
                  <a:gd name="T66" fmla="*/ 126 w 256"/>
                  <a:gd name="T67" fmla="*/ 14 h 230"/>
                  <a:gd name="T68" fmla="*/ 212 w 256"/>
                  <a:gd name="T69" fmla="*/ 100 h 230"/>
                  <a:gd name="T70" fmla="*/ 242 w 256"/>
                  <a:gd name="T71" fmla="*/ 130 h 230"/>
                  <a:gd name="T72" fmla="*/ 212 w 256"/>
                  <a:gd name="T73" fmla="*/ 160 h 230"/>
                  <a:gd name="T74" fmla="*/ 78 w 256"/>
                  <a:gd name="T75" fmla="*/ 140 h 230"/>
                  <a:gd name="T76" fmla="*/ 88 w 256"/>
                  <a:gd name="T77" fmla="*/ 148 h 230"/>
                  <a:gd name="T78" fmla="*/ 150 w 256"/>
                  <a:gd name="T79" fmla="*/ 86 h 230"/>
                  <a:gd name="T80" fmla="*/ 140 w 256"/>
                  <a:gd name="T81" fmla="*/ 78 h 230"/>
                  <a:gd name="T82" fmla="*/ 78 w 256"/>
                  <a:gd name="T83" fmla="*/ 140 h 230"/>
                  <a:gd name="T84" fmla="*/ 96 w 256"/>
                  <a:gd name="T85" fmla="*/ 156 h 230"/>
                  <a:gd name="T86" fmla="*/ 104 w 256"/>
                  <a:gd name="T87" fmla="*/ 166 h 230"/>
                  <a:gd name="T88" fmla="*/ 136 w 256"/>
                  <a:gd name="T89" fmla="*/ 134 h 230"/>
                  <a:gd name="T90" fmla="*/ 126 w 256"/>
                  <a:gd name="T91" fmla="*/ 126 h 230"/>
                  <a:gd name="T92" fmla="*/ 96 w 256"/>
                  <a:gd name="T93" fmla="*/ 15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56" h="230">
                    <a:moveTo>
                      <a:pt x="106" y="42"/>
                    </a:moveTo>
                    <a:lnTo>
                      <a:pt x="44" y="104"/>
                    </a:lnTo>
                    <a:lnTo>
                      <a:pt x="52" y="114"/>
                    </a:lnTo>
                    <a:lnTo>
                      <a:pt x="114" y="50"/>
                    </a:lnTo>
                    <a:lnTo>
                      <a:pt x="106" y="42"/>
                    </a:lnTo>
                    <a:close/>
                    <a:moveTo>
                      <a:pt x="122" y="60"/>
                    </a:moveTo>
                    <a:lnTo>
                      <a:pt x="60" y="122"/>
                    </a:lnTo>
                    <a:lnTo>
                      <a:pt x="70" y="130"/>
                    </a:lnTo>
                    <a:lnTo>
                      <a:pt x="132" y="68"/>
                    </a:lnTo>
                    <a:lnTo>
                      <a:pt x="122" y="60"/>
                    </a:lnTo>
                    <a:close/>
                    <a:moveTo>
                      <a:pt x="126" y="0"/>
                    </a:moveTo>
                    <a:lnTo>
                      <a:pt x="114" y="12"/>
                    </a:lnTo>
                    <a:lnTo>
                      <a:pt x="102" y="0"/>
                    </a:lnTo>
                    <a:lnTo>
                      <a:pt x="0" y="100"/>
                    </a:lnTo>
                    <a:lnTo>
                      <a:pt x="130" y="230"/>
                    </a:lnTo>
                    <a:lnTo>
                      <a:pt x="144" y="218"/>
                    </a:lnTo>
                    <a:lnTo>
                      <a:pt x="156" y="230"/>
                    </a:lnTo>
                    <a:lnTo>
                      <a:pt x="224" y="162"/>
                    </a:lnTo>
                    <a:lnTo>
                      <a:pt x="256" y="130"/>
                    </a:lnTo>
                    <a:lnTo>
                      <a:pt x="126" y="0"/>
                    </a:lnTo>
                    <a:close/>
                    <a:moveTo>
                      <a:pt x="130" y="216"/>
                    </a:moveTo>
                    <a:lnTo>
                      <a:pt x="14" y="100"/>
                    </a:lnTo>
                    <a:lnTo>
                      <a:pt x="102" y="14"/>
                    </a:lnTo>
                    <a:lnTo>
                      <a:pt x="188" y="100"/>
                    </a:lnTo>
                    <a:lnTo>
                      <a:pt x="158" y="130"/>
                    </a:lnTo>
                    <a:lnTo>
                      <a:pt x="188" y="160"/>
                    </a:lnTo>
                    <a:lnTo>
                      <a:pt x="130" y="216"/>
                    </a:lnTo>
                    <a:close/>
                    <a:moveTo>
                      <a:pt x="212" y="160"/>
                    </a:moveTo>
                    <a:lnTo>
                      <a:pt x="156" y="216"/>
                    </a:lnTo>
                    <a:lnTo>
                      <a:pt x="150" y="210"/>
                    </a:lnTo>
                    <a:lnTo>
                      <a:pt x="198" y="162"/>
                    </a:lnTo>
                    <a:lnTo>
                      <a:pt x="198" y="96"/>
                    </a:lnTo>
                    <a:lnTo>
                      <a:pt x="120" y="18"/>
                    </a:lnTo>
                    <a:lnTo>
                      <a:pt x="126" y="14"/>
                    </a:lnTo>
                    <a:lnTo>
                      <a:pt x="212" y="100"/>
                    </a:lnTo>
                    <a:lnTo>
                      <a:pt x="242" y="130"/>
                    </a:lnTo>
                    <a:lnTo>
                      <a:pt x="212" y="160"/>
                    </a:lnTo>
                    <a:close/>
                    <a:moveTo>
                      <a:pt x="78" y="140"/>
                    </a:moveTo>
                    <a:lnTo>
                      <a:pt x="88" y="148"/>
                    </a:lnTo>
                    <a:lnTo>
                      <a:pt x="150" y="86"/>
                    </a:lnTo>
                    <a:lnTo>
                      <a:pt x="140" y="78"/>
                    </a:lnTo>
                    <a:lnTo>
                      <a:pt x="78" y="140"/>
                    </a:lnTo>
                    <a:close/>
                    <a:moveTo>
                      <a:pt x="96" y="156"/>
                    </a:moveTo>
                    <a:lnTo>
                      <a:pt x="104" y="166"/>
                    </a:lnTo>
                    <a:lnTo>
                      <a:pt x="136" y="134"/>
                    </a:lnTo>
                    <a:lnTo>
                      <a:pt x="126" y="126"/>
                    </a:lnTo>
                    <a:lnTo>
                      <a:pt x="96" y="156"/>
                    </a:ln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9" name="Component 29"/>
            <p:cNvGrpSpPr/>
            <p:nvPr/>
          </p:nvGrpSpPr>
          <p:grpSpPr>
            <a:xfrm>
              <a:off x="5661948" y="1895063"/>
              <a:ext cx="727892" cy="727892"/>
              <a:chOff x="3906225" y="1895061"/>
              <a:chExt cx="727892" cy="727892"/>
            </a:xfrm>
          </p:grpSpPr>
          <p:sp>
            <p:nvSpPr>
              <p:cNvPr id="30" name="Component 30"/>
              <p:cNvSpPr/>
              <p:nvPr/>
            </p:nvSpPr>
            <p:spPr bwMode="auto">
              <a:xfrm>
                <a:off x="3906225" y="1895061"/>
                <a:ext cx="727892" cy="727892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5 h 199"/>
                  <a:gd name="T6" fmla="*/ 35 w 199"/>
                  <a:gd name="T7" fmla="*/ 35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1" name="Component 31"/>
              <p:cNvSpPr>
                <a:spLocks noEditPoints="1"/>
              </p:cNvSpPr>
              <p:nvPr/>
            </p:nvSpPr>
            <p:spPr bwMode="auto">
              <a:xfrm>
                <a:off x="4067166" y="2023083"/>
                <a:ext cx="438930" cy="438930"/>
              </a:xfrm>
              <a:custGeom>
                <a:avLst/>
                <a:gdLst>
                  <a:gd name="T0" fmla="*/ 118 w 120"/>
                  <a:gd name="T1" fmla="*/ 61 h 120"/>
                  <a:gd name="T2" fmla="*/ 111 w 120"/>
                  <a:gd name="T3" fmla="*/ 54 h 120"/>
                  <a:gd name="T4" fmla="*/ 111 w 120"/>
                  <a:gd name="T5" fmla="*/ 49 h 120"/>
                  <a:gd name="T6" fmla="*/ 73 w 120"/>
                  <a:gd name="T7" fmla="*/ 11 h 120"/>
                  <a:gd name="T8" fmla="*/ 69 w 120"/>
                  <a:gd name="T9" fmla="*/ 11 h 120"/>
                  <a:gd name="T10" fmla="*/ 59 w 120"/>
                  <a:gd name="T11" fmla="*/ 2 h 120"/>
                  <a:gd name="T12" fmla="*/ 54 w 120"/>
                  <a:gd name="T13" fmla="*/ 2 h 120"/>
                  <a:gd name="T14" fmla="*/ 45 w 120"/>
                  <a:gd name="T15" fmla="*/ 11 h 120"/>
                  <a:gd name="T16" fmla="*/ 47 w 120"/>
                  <a:gd name="T17" fmla="*/ 66 h 120"/>
                  <a:gd name="T18" fmla="*/ 32 w 120"/>
                  <a:gd name="T19" fmla="*/ 81 h 120"/>
                  <a:gd name="T20" fmla="*/ 18 w 120"/>
                  <a:gd name="T21" fmla="*/ 72 h 120"/>
                  <a:gd name="T22" fmla="*/ 15 w 120"/>
                  <a:gd name="T23" fmla="*/ 73 h 120"/>
                  <a:gd name="T24" fmla="*/ 14 w 120"/>
                  <a:gd name="T25" fmla="*/ 74 h 120"/>
                  <a:gd name="T26" fmla="*/ 10 w 120"/>
                  <a:gd name="T27" fmla="*/ 74 h 120"/>
                  <a:gd name="T28" fmla="*/ 5 w 120"/>
                  <a:gd name="T29" fmla="*/ 74 h 120"/>
                  <a:gd name="T30" fmla="*/ 1 w 120"/>
                  <a:gd name="T31" fmla="*/ 78 h 120"/>
                  <a:gd name="T32" fmla="*/ 1 w 120"/>
                  <a:gd name="T33" fmla="*/ 83 h 120"/>
                  <a:gd name="T34" fmla="*/ 37 w 120"/>
                  <a:gd name="T35" fmla="*/ 119 h 120"/>
                  <a:gd name="T36" fmla="*/ 42 w 120"/>
                  <a:gd name="T37" fmla="*/ 119 h 120"/>
                  <a:gd name="T38" fmla="*/ 46 w 120"/>
                  <a:gd name="T39" fmla="*/ 115 h 120"/>
                  <a:gd name="T40" fmla="*/ 46 w 120"/>
                  <a:gd name="T41" fmla="*/ 110 h 120"/>
                  <a:gd name="T42" fmla="*/ 46 w 120"/>
                  <a:gd name="T43" fmla="*/ 106 h 120"/>
                  <a:gd name="T44" fmla="*/ 47 w 120"/>
                  <a:gd name="T45" fmla="*/ 105 h 120"/>
                  <a:gd name="T46" fmla="*/ 48 w 120"/>
                  <a:gd name="T47" fmla="*/ 102 h 120"/>
                  <a:gd name="T48" fmla="*/ 39 w 120"/>
                  <a:gd name="T49" fmla="*/ 88 h 120"/>
                  <a:gd name="T50" fmla="*/ 54 w 120"/>
                  <a:gd name="T51" fmla="*/ 73 h 120"/>
                  <a:gd name="T52" fmla="*/ 110 w 120"/>
                  <a:gd name="T53" fmla="*/ 75 h 120"/>
                  <a:gd name="T54" fmla="*/ 118 w 120"/>
                  <a:gd name="T55" fmla="*/ 66 h 120"/>
                  <a:gd name="T56" fmla="*/ 118 w 120"/>
                  <a:gd name="T57" fmla="*/ 61 h 120"/>
                  <a:gd name="T58" fmla="*/ 48 w 120"/>
                  <a:gd name="T59" fmla="*/ 40 h 120"/>
                  <a:gd name="T60" fmla="*/ 51 w 120"/>
                  <a:gd name="T61" fmla="*/ 14 h 120"/>
                  <a:gd name="T62" fmla="*/ 54 w 120"/>
                  <a:gd name="T63" fmla="*/ 11 h 120"/>
                  <a:gd name="T64" fmla="*/ 59 w 120"/>
                  <a:gd name="T65" fmla="*/ 11 h 120"/>
                  <a:gd name="T66" fmla="*/ 64 w 120"/>
                  <a:gd name="T67" fmla="*/ 16 h 120"/>
                  <a:gd name="T68" fmla="*/ 48 w 120"/>
                  <a:gd name="T69" fmla="*/ 40 h 120"/>
                  <a:gd name="T70" fmla="*/ 109 w 120"/>
                  <a:gd name="T71" fmla="*/ 66 h 120"/>
                  <a:gd name="T72" fmla="*/ 106 w 120"/>
                  <a:gd name="T73" fmla="*/ 69 h 120"/>
                  <a:gd name="T74" fmla="*/ 80 w 120"/>
                  <a:gd name="T75" fmla="*/ 72 h 120"/>
                  <a:gd name="T76" fmla="*/ 104 w 120"/>
                  <a:gd name="T77" fmla="*/ 56 h 120"/>
                  <a:gd name="T78" fmla="*/ 109 w 120"/>
                  <a:gd name="T79" fmla="*/ 62 h 120"/>
                  <a:gd name="T80" fmla="*/ 109 w 120"/>
                  <a:gd name="T81" fmla="*/ 6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0" h="120">
                    <a:moveTo>
                      <a:pt x="118" y="61"/>
                    </a:moveTo>
                    <a:cubicBezTo>
                      <a:pt x="111" y="54"/>
                      <a:pt x="111" y="54"/>
                      <a:pt x="111" y="54"/>
                    </a:cubicBezTo>
                    <a:cubicBezTo>
                      <a:pt x="110" y="53"/>
                      <a:pt x="110" y="51"/>
                      <a:pt x="111" y="49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2" y="10"/>
                      <a:pt x="70" y="10"/>
                      <a:pt x="69" y="11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0"/>
                      <a:pt x="56" y="0"/>
                      <a:pt x="54" y="2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3" y="23"/>
                      <a:pt x="43" y="54"/>
                      <a:pt x="47" y="66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25" y="75"/>
                      <a:pt x="18" y="72"/>
                    </a:cubicBezTo>
                    <a:cubicBezTo>
                      <a:pt x="17" y="72"/>
                      <a:pt x="16" y="72"/>
                      <a:pt x="15" y="73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3" y="76"/>
                      <a:pt x="11" y="76"/>
                      <a:pt x="10" y="74"/>
                    </a:cubicBezTo>
                    <a:cubicBezTo>
                      <a:pt x="8" y="73"/>
                      <a:pt x="7" y="73"/>
                      <a:pt x="5" y="74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0" y="80"/>
                      <a:pt x="0" y="81"/>
                      <a:pt x="1" y="83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9" y="120"/>
                      <a:pt x="41" y="120"/>
                      <a:pt x="42" y="119"/>
                    </a:cubicBezTo>
                    <a:cubicBezTo>
                      <a:pt x="46" y="115"/>
                      <a:pt x="46" y="115"/>
                      <a:pt x="46" y="115"/>
                    </a:cubicBezTo>
                    <a:cubicBezTo>
                      <a:pt x="47" y="114"/>
                      <a:pt x="47" y="112"/>
                      <a:pt x="46" y="110"/>
                    </a:cubicBezTo>
                    <a:cubicBezTo>
                      <a:pt x="45" y="109"/>
                      <a:pt x="45" y="108"/>
                      <a:pt x="46" y="106"/>
                    </a:cubicBezTo>
                    <a:cubicBezTo>
                      <a:pt x="47" y="105"/>
                      <a:pt x="47" y="105"/>
                      <a:pt x="47" y="105"/>
                    </a:cubicBezTo>
                    <a:cubicBezTo>
                      <a:pt x="48" y="104"/>
                      <a:pt x="48" y="103"/>
                      <a:pt x="48" y="102"/>
                    </a:cubicBezTo>
                    <a:cubicBezTo>
                      <a:pt x="45" y="95"/>
                      <a:pt x="39" y="88"/>
                      <a:pt x="39" y="88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66" y="78"/>
                      <a:pt x="97" y="87"/>
                      <a:pt x="110" y="75"/>
                    </a:cubicBezTo>
                    <a:cubicBezTo>
                      <a:pt x="118" y="66"/>
                      <a:pt x="118" y="66"/>
                      <a:pt x="118" y="66"/>
                    </a:cubicBezTo>
                    <a:cubicBezTo>
                      <a:pt x="120" y="65"/>
                      <a:pt x="120" y="62"/>
                      <a:pt x="118" y="61"/>
                    </a:cubicBezTo>
                    <a:close/>
                    <a:moveTo>
                      <a:pt x="48" y="40"/>
                    </a:moveTo>
                    <a:cubicBezTo>
                      <a:pt x="48" y="40"/>
                      <a:pt x="42" y="23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5" y="10"/>
                      <a:pt x="57" y="10"/>
                      <a:pt x="59" y="11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51" y="30"/>
                      <a:pt x="48" y="40"/>
                    </a:cubicBezTo>
                    <a:close/>
                    <a:moveTo>
                      <a:pt x="109" y="66"/>
                    </a:moveTo>
                    <a:cubicBezTo>
                      <a:pt x="106" y="69"/>
                      <a:pt x="106" y="69"/>
                      <a:pt x="106" y="69"/>
                    </a:cubicBezTo>
                    <a:cubicBezTo>
                      <a:pt x="97" y="79"/>
                      <a:pt x="80" y="72"/>
                      <a:pt x="80" y="72"/>
                    </a:cubicBezTo>
                    <a:cubicBezTo>
                      <a:pt x="90" y="69"/>
                      <a:pt x="104" y="56"/>
                      <a:pt x="104" y="56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1" y="63"/>
                      <a:pt x="111" y="65"/>
                      <a:pt x="109" y="66"/>
                    </a:cubicBez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32" name="Component 32"/>
            <p:cNvGrpSpPr/>
            <p:nvPr/>
          </p:nvGrpSpPr>
          <p:grpSpPr>
            <a:xfrm>
              <a:off x="-141076" y="1353322"/>
              <a:ext cx="2701250" cy="1324795"/>
              <a:chOff x="-1896799" y="1353322"/>
              <a:chExt cx="2701250" cy="1324795"/>
            </a:xfrm>
          </p:grpSpPr>
          <p:sp>
            <p:nvSpPr>
              <p:cNvPr id="33" name="Component 33"/>
              <p:cNvSpPr/>
              <p:nvPr/>
            </p:nvSpPr>
            <p:spPr bwMode="auto">
              <a:xfrm>
                <a:off x="-1717570" y="1737390"/>
                <a:ext cx="2522021" cy="274331"/>
              </a:xfrm>
              <a:custGeom>
                <a:avLst/>
                <a:gdLst>
                  <a:gd name="T0" fmla="*/ 0 w 1379"/>
                  <a:gd name="T1" fmla="*/ 0 h 150"/>
                  <a:gd name="T2" fmla="*/ 1229 w 1379"/>
                  <a:gd name="T3" fmla="*/ 0 h 150"/>
                  <a:gd name="T4" fmla="*/ 1379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0"/>
                    </a:moveTo>
                    <a:lnTo>
                      <a:pt x="1229" y="0"/>
                    </a:lnTo>
                    <a:lnTo>
                      <a:pt x="1379" y="150"/>
                    </a:lnTo>
                  </a:path>
                </a:pathLst>
              </a:custGeom>
              <a:noFill/>
              <a:ln w="3657" cap="flat">
                <a:solidFill>
                  <a:srgbClr val="00AA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4" name="Component 34"/>
              <p:cNvSpPr txBox="1"/>
              <p:nvPr/>
            </p:nvSpPr>
            <p:spPr>
              <a:xfrm>
                <a:off x="-1896799" y="1850780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35" name="Component 35"/>
              <p:cNvSpPr txBox="1"/>
              <p:nvPr/>
            </p:nvSpPr>
            <p:spPr>
              <a:xfrm>
                <a:off x="-1896799" y="1353322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843" b="1" dirty="0">
                    <a:solidFill>
                      <a:srgbClr val="E6F5E6"/>
                    </a:solidFill>
                  </a:rPr>
                  <a:t>Strengths</a:t>
                </a:r>
              </a:p>
            </p:txBody>
          </p:sp>
          <p:sp>
            <p:nvSpPr>
              <p:cNvPr id="36" name="Component 36"/>
              <p:cNvSpPr>
                <a:spLocks noChangeShapeType="1"/>
              </p:cNvSpPr>
              <p:nvPr/>
            </p:nvSpPr>
            <p:spPr bwMode="auto">
              <a:xfrm flipH="1">
                <a:off x="-1884464" y="1737390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00AA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37" name="Component 37"/>
            <p:cNvGrpSpPr/>
            <p:nvPr/>
          </p:nvGrpSpPr>
          <p:grpSpPr>
            <a:xfrm>
              <a:off x="6283766" y="1353322"/>
              <a:ext cx="2701250" cy="1324795"/>
              <a:chOff x="4528043" y="1353322"/>
              <a:chExt cx="2701250" cy="1324795"/>
            </a:xfrm>
          </p:grpSpPr>
          <p:sp>
            <p:nvSpPr>
              <p:cNvPr id="38" name="Component 38"/>
              <p:cNvSpPr/>
              <p:nvPr/>
            </p:nvSpPr>
            <p:spPr bwMode="auto">
              <a:xfrm>
                <a:off x="4528043" y="1737390"/>
                <a:ext cx="2522021" cy="274331"/>
              </a:xfrm>
              <a:custGeom>
                <a:avLst/>
                <a:gdLst>
                  <a:gd name="T0" fmla="*/ 1379 w 1379"/>
                  <a:gd name="T1" fmla="*/ 0 h 150"/>
                  <a:gd name="T2" fmla="*/ 150 w 1379"/>
                  <a:gd name="T3" fmla="*/ 0 h 150"/>
                  <a:gd name="T4" fmla="*/ 0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0"/>
                    </a:moveTo>
                    <a:lnTo>
                      <a:pt x="150" y="0"/>
                    </a:lnTo>
                    <a:lnTo>
                      <a:pt x="0" y="150"/>
                    </a:lnTo>
                  </a:path>
                </a:pathLst>
              </a:custGeom>
              <a:noFill/>
              <a:ln w="3657" cap="flat">
                <a:solidFill>
                  <a:srgbClr val="66CC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Component 39"/>
              <p:cNvSpPr txBox="1"/>
              <p:nvPr/>
            </p:nvSpPr>
            <p:spPr>
              <a:xfrm flipH="1">
                <a:off x="5183300" y="1850780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40" name="Component 40"/>
              <p:cNvSpPr txBox="1"/>
              <p:nvPr/>
            </p:nvSpPr>
            <p:spPr>
              <a:xfrm flipH="1">
                <a:off x="5183300" y="1353322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843" b="1">
                    <a:solidFill>
                      <a:srgbClr val="E6F5E6"/>
                    </a:solidFill>
                  </a:rPr>
                  <a:t>Weakness</a:t>
                </a:r>
              </a:p>
            </p:txBody>
          </p:sp>
          <p:sp>
            <p:nvSpPr>
              <p:cNvPr id="41" name="Component 41"/>
              <p:cNvSpPr>
                <a:spLocks noChangeShapeType="1"/>
              </p:cNvSpPr>
              <p:nvPr/>
            </p:nvSpPr>
            <p:spPr bwMode="auto">
              <a:xfrm>
                <a:off x="7008465" y="1737390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66CC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2" name="Component 42"/>
            <p:cNvGrpSpPr/>
            <p:nvPr/>
          </p:nvGrpSpPr>
          <p:grpSpPr>
            <a:xfrm>
              <a:off x="-141076" y="5022575"/>
              <a:ext cx="2701250" cy="1359946"/>
              <a:chOff x="-1896799" y="5022575"/>
              <a:chExt cx="2701250" cy="1359946"/>
            </a:xfrm>
          </p:grpSpPr>
          <p:sp>
            <p:nvSpPr>
              <p:cNvPr id="43" name="Component 43"/>
              <p:cNvSpPr/>
              <p:nvPr/>
            </p:nvSpPr>
            <p:spPr bwMode="auto">
              <a:xfrm>
                <a:off x="-1717570" y="5714512"/>
                <a:ext cx="2522021" cy="274331"/>
              </a:xfrm>
              <a:custGeom>
                <a:avLst/>
                <a:gdLst>
                  <a:gd name="T0" fmla="*/ 0 w 1379"/>
                  <a:gd name="T1" fmla="*/ 150 h 150"/>
                  <a:gd name="T2" fmla="*/ 1229 w 1379"/>
                  <a:gd name="T3" fmla="*/ 150 h 150"/>
                  <a:gd name="T4" fmla="*/ 1379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150"/>
                    </a:moveTo>
                    <a:lnTo>
                      <a:pt x="1229" y="150"/>
                    </a:lnTo>
                    <a:lnTo>
                      <a:pt x="1379" y="0"/>
                    </a:lnTo>
                  </a:path>
                </a:pathLst>
              </a:custGeom>
              <a:noFill/>
              <a:ln w="3657" cap="flat">
                <a:solidFill>
                  <a:srgbClr val="00AA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Component 44"/>
              <p:cNvSpPr txBox="1"/>
              <p:nvPr/>
            </p:nvSpPr>
            <p:spPr>
              <a:xfrm>
                <a:off x="-1896799" y="5022575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45" name="Component 45"/>
              <p:cNvSpPr txBox="1"/>
              <p:nvPr/>
            </p:nvSpPr>
            <p:spPr>
              <a:xfrm>
                <a:off x="-1896799" y="6098864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843" b="1">
                    <a:solidFill>
                      <a:srgbClr val="E6F5E6"/>
                    </a:solidFill>
                  </a:rPr>
                  <a:t>Opportunity</a:t>
                </a:r>
              </a:p>
            </p:txBody>
          </p:sp>
          <p:sp>
            <p:nvSpPr>
              <p:cNvPr id="46" name="Component 46"/>
              <p:cNvSpPr>
                <a:spLocks noChangeShapeType="1"/>
              </p:cNvSpPr>
              <p:nvPr/>
            </p:nvSpPr>
            <p:spPr bwMode="auto">
              <a:xfrm flipH="1">
                <a:off x="-1884464" y="5988843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00AA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7" name="Component 47"/>
            <p:cNvGrpSpPr/>
            <p:nvPr/>
          </p:nvGrpSpPr>
          <p:grpSpPr>
            <a:xfrm>
              <a:off x="6283766" y="5022575"/>
              <a:ext cx="2701250" cy="1359946"/>
              <a:chOff x="4528043" y="5022575"/>
              <a:chExt cx="2701250" cy="1359946"/>
            </a:xfrm>
          </p:grpSpPr>
          <p:sp>
            <p:nvSpPr>
              <p:cNvPr id="48" name="Component 48"/>
              <p:cNvSpPr/>
              <p:nvPr/>
            </p:nvSpPr>
            <p:spPr bwMode="auto">
              <a:xfrm>
                <a:off x="4528043" y="5714512"/>
                <a:ext cx="2522021" cy="274331"/>
              </a:xfrm>
              <a:custGeom>
                <a:avLst/>
                <a:gdLst>
                  <a:gd name="T0" fmla="*/ 1379 w 1379"/>
                  <a:gd name="T1" fmla="*/ 150 h 150"/>
                  <a:gd name="T2" fmla="*/ 150 w 1379"/>
                  <a:gd name="T3" fmla="*/ 150 h 150"/>
                  <a:gd name="T4" fmla="*/ 0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150"/>
                    </a:moveTo>
                    <a:lnTo>
                      <a:pt x="150" y="150"/>
                    </a:lnTo>
                    <a:lnTo>
                      <a:pt x="0" y="0"/>
                    </a:lnTo>
                  </a:path>
                </a:pathLst>
              </a:custGeom>
              <a:noFill/>
              <a:ln w="3657" cap="flat">
                <a:solidFill>
                  <a:srgbClr val="66CC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9" name="Component 49"/>
              <p:cNvSpPr txBox="1"/>
              <p:nvPr/>
            </p:nvSpPr>
            <p:spPr>
              <a:xfrm flipH="1">
                <a:off x="5183300" y="5022575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>Threats</a:t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50" name="Component 50"/>
              <p:cNvSpPr txBox="1"/>
              <p:nvPr/>
            </p:nvSpPr>
            <p:spPr>
              <a:xfrm flipH="1">
                <a:off x="5183300" y="6098864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843" b="1">
                    <a:solidFill>
                      <a:srgbClr val="E6F5E6"/>
                    </a:solidFill>
                  </a:rPr>
                  <a:t>Threat</a:t>
                </a:r>
              </a:p>
            </p:txBody>
          </p:sp>
          <p:sp>
            <p:nvSpPr>
              <p:cNvPr id="51" name="Component 51"/>
              <p:cNvSpPr>
                <a:spLocks noChangeShapeType="1"/>
              </p:cNvSpPr>
              <p:nvPr/>
            </p:nvSpPr>
            <p:spPr bwMode="auto">
              <a:xfrm>
                <a:off x="7008465" y="5988843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66CC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52" name="Component 52"/>
            <p:cNvGrpSpPr/>
            <p:nvPr/>
          </p:nvGrpSpPr>
          <p:grpSpPr>
            <a:xfrm rot="18900000">
              <a:off x="2694463" y="2409322"/>
              <a:ext cx="1495970" cy="952792"/>
              <a:chOff x="769412" y="2325391"/>
              <a:chExt cx="1495970" cy="952792"/>
            </a:xfrm>
          </p:grpSpPr>
          <p:sp>
            <p:nvSpPr>
              <p:cNvPr id="53" name="Component 53"/>
              <p:cNvSpPr txBox="1"/>
              <p:nvPr/>
            </p:nvSpPr>
            <p:spPr>
              <a:xfrm>
                <a:off x="769412" y="3012253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 dirty="0">
                    <a:solidFill>
                      <a:srgbClr val="FFFFFF"/>
                    </a:solidFill>
                  </a:rPr>
                  <a:t>Strength</a:t>
                </a:r>
              </a:p>
            </p:txBody>
          </p:sp>
          <p:sp>
            <p:nvSpPr>
              <p:cNvPr id="54" name="Component 54"/>
              <p:cNvSpPr txBox="1"/>
              <p:nvPr/>
            </p:nvSpPr>
            <p:spPr>
              <a:xfrm>
                <a:off x="769412" y="2325391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endParaRPr lang="en-US" altLang="ko-KR" sz="1152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Component 55"/>
            <p:cNvGrpSpPr/>
            <p:nvPr/>
          </p:nvGrpSpPr>
          <p:grpSpPr>
            <a:xfrm rot="2700000">
              <a:off x="4652170" y="2409322"/>
              <a:ext cx="1495970" cy="952792"/>
              <a:chOff x="769412" y="2325391"/>
              <a:chExt cx="1495970" cy="952792"/>
            </a:xfrm>
          </p:grpSpPr>
          <p:sp>
            <p:nvSpPr>
              <p:cNvPr id="56" name="Component 56"/>
              <p:cNvSpPr txBox="1"/>
              <p:nvPr/>
            </p:nvSpPr>
            <p:spPr>
              <a:xfrm>
                <a:off x="769412" y="3012253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Weaknesses</a:t>
                </a:r>
              </a:p>
            </p:txBody>
          </p:sp>
          <p:sp>
            <p:nvSpPr>
              <p:cNvPr id="57" name="Component 57"/>
              <p:cNvSpPr txBox="1"/>
              <p:nvPr/>
            </p:nvSpPr>
            <p:spPr>
              <a:xfrm>
                <a:off x="769412" y="2325391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8" name="Component 58"/>
            <p:cNvGrpSpPr/>
            <p:nvPr/>
          </p:nvGrpSpPr>
          <p:grpSpPr>
            <a:xfrm rot="2700000">
              <a:off x="2694462" y="4341903"/>
              <a:ext cx="1495971" cy="978489"/>
              <a:chOff x="1200229" y="4290765"/>
              <a:chExt cx="1495971" cy="978489"/>
            </a:xfrm>
          </p:grpSpPr>
          <p:sp>
            <p:nvSpPr>
              <p:cNvPr id="59" name="Component 59"/>
              <p:cNvSpPr txBox="1"/>
              <p:nvPr/>
            </p:nvSpPr>
            <p:spPr>
              <a:xfrm>
                <a:off x="1200229" y="4648752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Component 60"/>
              <p:cNvSpPr txBox="1"/>
              <p:nvPr/>
            </p:nvSpPr>
            <p:spPr>
              <a:xfrm>
                <a:off x="1200230" y="4290765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Opportunity</a:t>
                </a:r>
              </a:p>
            </p:txBody>
          </p:sp>
        </p:grpSp>
        <p:grpSp>
          <p:nvGrpSpPr>
            <p:cNvPr id="61" name="Component 61"/>
            <p:cNvGrpSpPr/>
            <p:nvPr/>
          </p:nvGrpSpPr>
          <p:grpSpPr>
            <a:xfrm rot="18900000">
              <a:off x="4652167" y="4341904"/>
              <a:ext cx="1495971" cy="978489"/>
              <a:chOff x="1200229" y="4290765"/>
              <a:chExt cx="1495971" cy="978489"/>
            </a:xfrm>
          </p:grpSpPr>
          <p:sp>
            <p:nvSpPr>
              <p:cNvPr id="62" name="Component 62"/>
              <p:cNvSpPr txBox="1"/>
              <p:nvPr/>
            </p:nvSpPr>
            <p:spPr>
              <a:xfrm>
                <a:off x="1200229" y="4648752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Component 63"/>
              <p:cNvSpPr txBox="1"/>
              <p:nvPr/>
            </p:nvSpPr>
            <p:spPr>
              <a:xfrm>
                <a:off x="1200230" y="4290765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Threat</a:t>
                </a:r>
              </a:p>
            </p:txBody>
          </p:sp>
        </p:grpSp>
        <p:sp>
          <p:nvSpPr>
            <p:cNvPr id="64" name="Component 64"/>
            <p:cNvSpPr txBox="1"/>
            <p:nvPr/>
          </p:nvSpPr>
          <p:spPr>
            <a:xfrm>
              <a:off x="3750755" y="329236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00AA00"/>
                  </a:solidFill>
                </a:rPr>
                <a:t/>
              </a:r>
            </a:p>
          </p:txBody>
        </p:sp>
        <p:sp>
          <p:nvSpPr>
            <p:cNvPr id="65" name="Component 65"/>
            <p:cNvSpPr txBox="1"/>
            <p:nvPr/>
          </p:nvSpPr>
          <p:spPr>
            <a:xfrm>
              <a:off x="3750755" y="390764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00AA00"/>
                  </a:solidFill>
                </a:rPr>
                <a:t/>
              </a:r>
            </a:p>
          </p:txBody>
        </p:sp>
        <p:sp>
          <p:nvSpPr>
            <p:cNvPr id="66" name="Component 66"/>
            <p:cNvSpPr txBox="1"/>
            <p:nvPr/>
          </p:nvSpPr>
          <p:spPr>
            <a:xfrm>
              <a:off x="4412647" y="329236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66CC00"/>
                  </a:solidFill>
                </a:rPr>
                <a:t>Opportunities</a:t>
              </a:r>
            </a:p>
          </p:txBody>
        </p:sp>
        <p:sp>
          <p:nvSpPr>
            <p:cNvPr id="67" name="Component 67"/>
            <p:cNvSpPr txBox="1"/>
            <p:nvPr/>
          </p:nvSpPr>
          <p:spPr>
            <a:xfrm>
              <a:off x="4412647" y="390764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66CC00"/>
                  </a:solidFill>
                </a:rPr>
                <a:t/>
              </a:r>
            </a:p>
          </p:txBody>
        </p:sp>
        <p:grpSp>
          <p:nvGrpSpPr>
            <p:cNvPr id="68" name="Component 68"/>
            <p:cNvGrpSpPr/>
            <p:nvPr/>
          </p:nvGrpSpPr>
          <p:grpSpPr>
            <a:xfrm>
              <a:off x="3928172" y="3369136"/>
              <a:ext cx="987593" cy="987593"/>
              <a:chOff x="2172450" y="3369136"/>
              <a:chExt cx="987593" cy="987593"/>
            </a:xfrm>
          </p:grpSpPr>
          <p:sp>
            <p:nvSpPr>
              <p:cNvPr id="69" name="Component 69"/>
              <p:cNvSpPr>
                <a:spLocks noChangeShapeType="1"/>
              </p:cNvSpPr>
              <p:nvPr/>
            </p:nvSpPr>
            <p:spPr bwMode="auto">
              <a:xfrm>
                <a:off x="2172450" y="3862933"/>
                <a:ext cx="987593" cy="0"/>
              </a:xfrm>
              <a:prstGeom prst="line">
                <a:avLst/>
              </a:prstGeom>
              <a:noFill/>
              <a:ln w="3657" cap="flat">
                <a:solidFill>
                  <a:srgbClr val="00AA00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0" name="Component 70"/>
              <p:cNvSpPr>
                <a:spLocks noChangeShapeType="1"/>
              </p:cNvSpPr>
              <p:nvPr/>
            </p:nvSpPr>
            <p:spPr bwMode="auto">
              <a:xfrm>
                <a:off x="2666247" y="3369136"/>
                <a:ext cx="0" cy="987593"/>
              </a:xfrm>
              <a:prstGeom prst="line">
                <a:avLst/>
              </a:prstGeom>
              <a:noFill/>
              <a:ln w="3657" cap="flat">
                <a:solidFill>
                  <a:srgbClr val="00AA00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infographic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1930175" y="1097280"/>
            <a:ext cx="8301169" cy="5029200"/>
            <a:chOff x="1930175" y="1097280"/>
            <a:chExt cx="8301169" cy="5029200"/>
          </a:xfrm>
        </p:grpSpPr>
        <p:grpSp>
          <p:nvGrpSpPr>
            <p:cNvPr id="4" name="Component 4"/>
            <p:cNvGrpSpPr/>
            <p:nvPr/>
          </p:nvGrpSpPr>
          <p:grpSpPr>
            <a:xfrm rot="159853">
              <a:off x="2559232" y="1097280"/>
              <a:ext cx="7672111" cy="5029200"/>
              <a:chOff x="2598353" y="860945"/>
              <a:chExt cx="7672111" cy="5029200"/>
            </a:xfrm>
          </p:grpSpPr>
          <p:sp>
            <p:nvSpPr>
              <p:cNvPr id="5" name="Component 5"/>
              <p:cNvSpPr/>
              <p:nvPr/>
            </p:nvSpPr>
            <p:spPr>
              <a:xfrm>
                <a:off x="2598353" y="3848883"/>
                <a:ext cx="1259195" cy="2041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1" h="21600" extrusionOk="0">
                    <a:moveTo>
                      <a:pt x="21111" y="7075"/>
                    </a:moveTo>
                    <a:cubicBezTo>
                      <a:pt x="18769" y="5156"/>
                      <a:pt x="15859" y="3543"/>
                      <a:pt x="12543" y="2324"/>
                    </a:cubicBezTo>
                    <a:cubicBezTo>
                      <a:pt x="9336" y="1145"/>
                      <a:pt x="5806" y="357"/>
                      <a:pt x="2138" y="0"/>
                    </a:cubicBezTo>
                    <a:cubicBezTo>
                      <a:pt x="1077" y="2134"/>
                      <a:pt x="406" y="4337"/>
                      <a:pt x="136" y="6566"/>
                    </a:cubicBezTo>
                    <a:cubicBezTo>
                      <a:pt x="-489" y="11737"/>
                      <a:pt x="1043" y="16920"/>
                      <a:pt x="4579" y="21600"/>
                    </a:cubicBezTo>
                    <a:cubicBezTo>
                      <a:pt x="5605" y="19600"/>
                      <a:pt x="6432" y="17562"/>
                      <a:pt x="7056" y="15497"/>
                    </a:cubicBezTo>
                    <a:cubicBezTo>
                      <a:pt x="7696" y="13378"/>
                      <a:pt x="8120" y="11236"/>
                      <a:pt x="8326" y="9084"/>
                    </a:cubicBezTo>
                    <a:cubicBezTo>
                      <a:pt x="10368" y="8457"/>
                      <a:pt x="12511" y="7970"/>
                      <a:pt x="14718" y="7631"/>
                    </a:cubicBezTo>
                    <a:cubicBezTo>
                      <a:pt x="16814" y="7309"/>
                      <a:pt x="18956" y="7123"/>
                      <a:pt x="21111" y="7075"/>
                    </a:cubicBezTo>
                    <a:close/>
                  </a:path>
                </a:pathLst>
              </a:custGeom>
              <a:solidFill>
                <a:srgbClr val="00AA00">
                  <a:lumMod val="20000"/>
                  <a:lumOff val="80000"/>
                </a:srgbClr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" name="Component 6"/>
              <p:cNvSpPr/>
              <p:nvPr/>
            </p:nvSpPr>
            <p:spPr>
              <a:xfrm>
                <a:off x="2619503" y="860945"/>
                <a:ext cx="7626866" cy="3486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593"/>
                    </a:moveTo>
                    <a:cubicBezTo>
                      <a:pt x="21181" y="8723"/>
                      <a:pt x="20319" y="7887"/>
                      <a:pt x="19520" y="7045"/>
                    </a:cubicBezTo>
                    <a:cubicBezTo>
                      <a:pt x="18515" y="5986"/>
                      <a:pt x="17405" y="5541"/>
                      <a:pt x="16301" y="5127"/>
                    </a:cubicBezTo>
                    <a:cubicBezTo>
                      <a:pt x="15429" y="4800"/>
                      <a:pt x="14556" y="4487"/>
                      <a:pt x="13678" y="4288"/>
                    </a:cubicBezTo>
                    <a:cubicBezTo>
                      <a:pt x="12723" y="4070"/>
                      <a:pt x="11761" y="3986"/>
                      <a:pt x="10798" y="4037"/>
                    </a:cubicBezTo>
                    <a:cubicBezTo>
                      <a:pt x="10522" y="3223"/>
                      <a:pt x="10200" y="2489"/>
                      <a:pt x="9838" y="1854"/>
                    </a:cubicBezTo>
                    <a:cubicBezTo>
                      <a:pt x="9393" y="1071"/>
                      <a:pt x="8895" y="445"/>
                      <a:pt x="8361" y="0"/>
                    </a:cubicBezTo>
                    <a:cubicBezTo>
                      <a:pt x="8241" y="1052"/>
                      <a:pt x="8038" y="2049"/>
                      <a:pt x="7761" y="2948"/>
                    </a:cubicBezTo>
                    <a:cubicBezTo>
                      <a:pt x="7439" y="3990"/>
                      <a:pt x="7024" y="4878"/>
                      <a:pt x="6541" y="5560"/>
                    </a:cubicBezTo>
                    <a:cubicBezTo>
                      <a:pt x="4954" y="6386"/>
                      <a:pt x="3509" y="8185"/>
                      <a:pt x="2373" y="10744"/>
                    </a:cubicBezTo>
                    <a:cubicBezTo>
                      <a:pt x="1061" y="13699"/>
                      <a:pt x="228" y="17512"/>
                      <a:pt x="0" y="21600"/>
                    </a:cubicBezTo>
                    <a:cubicBezTo>
                      <a:pt x="313" y="20492"/>
                      <a:pt x="745" y="19570"/>
                      <a:pt x="1258" y="18910"/>
                    </a:cubicBezTo>
                    <a:cubicBezTo>
                      <a:pt x="2722" y="17028"/>
                      <a:pt x="4485" y="17491"/>
                      <a:pt x="6143" y="18065"/>
                    </a:cubicBezTo>
                    <a:cubicBezTo>
                      <a:pt x="6404" y="18156"/>
                      <a:pt x="6665" y="18248"/>
                      <a:pt x="6926" y="18342"/>
                    </a:cubicBezTo>
                    <a:cubicBezTo>
                      <a:pt x="6910" y="18896"/>
                      <a:pt x="6838" y="19436"/>
                      <a:pt x="6716" y="19923"/>
                    </a:cubicBezTo>
                    <a:cubicBezTo>
                      <a:pt x="6577" y="20473"/>
                      <a:pt x="6379" y="20940"/>
                      <a:pt x="6138" y="21281"/>
                    </a:cubicBezTo>
                    <a:cubicBezTo>
                      <a:pt x="6768" y="21416"/>
                      <a:pt x="7403" y="21177"/>
                      <a:pt x="7976" y="20587"/>
                    </a:cubicBezTo>
                    <a:cubicBezTo>
                      <a:pt x="8400" y="20151"/>
                      <a:pt x="8780" y="19532"/>
                      <a:pt x="9093" y="18768"/>
                    </a:cubicBezTo>
                    <a:cubicBezTo>
                      <a:pt x="9606" y="18812"/>
                      <a:pt x="10119" y="18818"/>
                      <a:pt x="10632" y="18784"/>
                    </a:cubicBezTo>
                    <a:cubicBezTo>
                      <a:pt x="11201" y="18746"/>
                      <a:pt x="11770" y="18660"/>
                      <a:pt x="12336" y="18526"/>
                    </a:cubicBezTo>
                    <a:cubicBezTo>
                      <a:pt x="12311" y="18885"/>
                      <a:pt x="12263" y="19234"/>
                      <a:pt x="12194" y="19564"/>
                    </a:cubicBezTo>
                    <a:cubicBezTo>
                      <a:pt x="12121" y="19912"/>
                      <a:pt x="12025" y="20235"/>
                      <a:pt x="11910" y="20523"/>
                    </a:cubicBezTo>
                    <a:cubicBezTo>
                      <a:pt x="12492" y="20514"/>
                      <a:pt x="13064" y="20205"/>
                      <a:pt x="13581" y="19620"/>
                    </a:cubicBezTo>
                    <a:cubicBezTo>
                      <a:pt x="13960" y="19191"/>
                      <a:pt x="14302" y="18621"/>
                      <a:pt x="14592" y="17936"/>
                    </a:cubicBezTo>
                    <a:cubicBezTo>
                      <a:pt x="15618" y="17815"/>
                      <a:pt x="16630" y="17553"/>
                      <a:pt x="17624" y="17158"/>
                    </a:cubicBezTo>
                    <a:cubicBezTo>
                      <a:pt x="18646" y="16752"/>
                      <a:pt x="19681" y="16189"/>
                      <a:pt x="20553" y="14868"/>
                    </a:cubicBezTo>
                    <a:cubicBezTo>
                      <a:pt x="20927" y="14301"/>
                      <a:pt x="21257" y="13606"/>
                      <a:pt x="21531" y="12811"/>
                    </a:cubicBezTo>
                    <a:lnTo>
                      <a:pt x="19683" y="12929"/>
                    </a:lnTo>
                    <a:cubicBezTo>
                      <a:pt x="19975" y="12401"/>
                      <a:pt x="20289" y="11934"/>
                      <a:pt x="20620" y="11535"/>
                    </a:cubicBezTo>
                    <a:cubicBezTo>
                      <a:pt x="20933" y="11158"/>
                      <a:pt x="21261" y="10843"/>
                      <a:pt x="21600" y="10593"/>
                    </a:cubicBezTo>
                    <a:close/>
                  </a:path>
                </a:pathLst>
              </a:custGeom>
              <a:solidFill>
                <a:srgbClr val="00AA00">
                  <a:lumMod val="20000"/>
                  <a:lumOff val="80000"/>
                </a:srgbClr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" name="Component 7"/>
              <p:cNvSpPr/>
              <p:nvPr/>
            </p:nvSpPr>
            <p:spPr>
              <a:xfrm>
                <a:off x="8113681" y="2004759"/>
                <a:ext cx="478460" cy="15348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6" h="21600" extrusionOk="0">
                    <a:moveTo>
                      <a:pt x="14820" y="0"/>
                    </a:moveTo>
                    <a:cubicBezTo>
                      <a:pt x="5446" y="2851"/>
                      <a:pt x="109" y="6759"/>
                      <a:pt x="1" y="10852"/>
                    </a:cubicBezTo>
                    <a:cubicBezTo>
                      <a:pt x="-104" y="14859"/>
                      <a:pt x="4819" y="18719"/>
                      <a:pt x="13710" y="21600"/>
                    </a:cubicBezTo>
                    <a:cubicBezTo>
                      <a:pt x="7461" y="18392"/>
                      <a:pt x="4730" y="14633"/>
                      <a:pt x="5933" y="10894"/>
                    </a:cubicBezTo>
                    <a:cubicBezTo>
                      <a:pt x="7193" y="6980"/>
                      <a:pt x="12683" y="3317"/>
                      <a:pt x="21496" y="514"/>
                    </a:cubicBezTo>
                    <a:lnTo>
                      <a:pt x="148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" name="Component 8"/>
              <p:cNvSpPr/>
              <p:nvPr/>
            </p:nvSpPr>
            <p:spPr>
              <a:xfrm>
                <a:off x="9039069" y="2127603"/>
                <a:ext cx="382136" cy="382136"/>
              </a:xfrm>
              <a:prstGeom prst="ellipse">
                <a:avLst/>
              </a:prstGeom>
              <a:solidFill>
                <a:srgbClr val="FFFFFF"/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" name="Component 9"/>
              <p:cNvSpPr/>
              <p:nvPr/>
            </p:nvSpPr>
            <p:spPr>
              <a:xfrm>
                <a:off x="9219758" y="2225656"/>
                <a:ext cx="169099" cy="169099"/>
              </a:xfrm>
              <a:prstGeom prst="ellipse">
                <a:avLst/>
              </a:prstGeom>
              <a:solidFill>
                <a:srgbClr val="00AA00">
                  <a:lumMod val="40000"/>
                  <a:lumOff val="60000"/>
                </a:srgbClr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" name="Component 10"/>
              <p:cNvSpPr/>
              <p:nvPr/>
            </p:nvSpPr>
            <p:spPr>
              <a:xfrm>
                <a:off x="9522394" y="2450354"/>
                <a:ext cx="748070" cy="555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5093"/>
                    </a:moveTo>
                    <a:cubicBezTo>
                      <a:pt x="21304" y="4199"/>
                      <a:pt x="20970" y="3329"/>
                      <a:pt x="20600" y="2488"/>
                    </a:cubicBezTo>
                    <a:cubicBezTo>
                      <a:pt x="20220" y="1626"/>
                      <a:pt x="19804" y="795"/>
                      <a:pt x="19351" y="0"/>
                    </a:cubicBezTo>
                    <a:cubicBezTo>
                      <a:pt x="14257" y="2734"/>
                      <a:pt x="9623" y="6822"/>
                      <a:pt x="5726" y="12020"/>
                    </a:cubicBezTo>
                    <a:cubicBezTo>
                      <a:pt x="3556" y="14914"/>
                      <a:pt x="1636" y="18127"/>
                      <a:pt x="0" y="21600"/>
                    </a:cubicBezTo>
                    <a:cubicBezTo>
                      <a:pt x="3144" y="18174"/>
                      <a:pt x="6486" y="15092"/>
                      <a:pt x="9994" y="12382"/>
                    </a:cubicBezTo>
                    <a:cubicBezTo>
                      <a:pt x="13704" y="9517"/>
                      <a:pt x="17586" y="7079"/>
                      <a:pt x="21600" y="5093"/>
                    </a:cubicBezTo>
                    <a:close/>
                  </a:path>
                </a:pathLst>
              </a:custGeom>
              <a:solidFill>
                <a:srgbClr val="00AA00">
                  <a:lumMod val="40000"/>
                  <a:lumOff val="60000"/>
                </a:srgbClr>
              </a:solidFill>
              <a:ln w="10713">
                <a:noFill/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1" name="Component 11"/>
            <p:cNvGrpSpPr/>
            <p:nvPr/>
          </p:nvGrpSpPr>
          <p:grpSpPr>
            <a:xfrm>
              <a:off x="1930175" y="1305664"/>
              <a:ext cx="7675607" cy="3390754"/>
              <a:chOff x="1920309" y="1257454"/>
              <a:chExt cx="7675607" cy="3390754"/>
            </a:xfrm>
          </p:grpSpPr>
          <p:grpSp>
            <p:nvGrpSpPr>
              <p:cNvPr id="12" name="Component 12"/>
              <p:cNvGrpSpPr/>
              <p:nvPr/>
            </p:nvGrpSpPr>
            <p:grpSpPr>
              <a:xfrm>
                <a:off x="3621962" y="1953264"/>
                <a:ext cx="4349135" cy="2005686"/>
                <a:chOff x="3621962" y="1953264"/>
                <a:chExt cx="4349135" cy="2005686"/>
              </a:xfrm>
            </p:grpSpPr>
            <p:sp>
              <p:nvSpPr>
                <p:cNvPr id="13" name="Component 13"/>
                <p:cNvSpPr>
                  <a:spLocks noChangeArrowheads="1"/>
                </p:cNvSpPr>
                <p:nvPr/>
              </p:nvSpPr>
              <p:spPr bwMode="auto">
                <a:xfrm>
                  <a:off x="3621962" y="1954793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 dirty="0" err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>Revenue</a:t>
                  </a:r>
                  <a:endParaRPr lang="ru-RU" altLang="ru-RU" sz="800" b="1" dirty="0">
                    <a:solidFill>
                      <a:srgbClr val="FFFFFF"/>
                    </a:solidFill>
                    <a:latin typeface="Open Sans Semibold" charset="0"/>
                    <a:ea typeface="Open Sans Semibold" charset="0"/>
                    <a:cs typeface="Open Sans Semibold" charset="0"/>
                  </a:endParaRPr>
                </a:p>
              </p:txBody>
            </p:sp>
            <p:sp>
              <p:nvSpPr>
                <p:cNvPr id="14" name="Component 14"/>
                <p:cNvSpPr>
                  <a:spLocks noChangeArrowheads="1"/>
                </p:cNvSpPr>
                <p:nvPr/>
              </p:nvSpPr>
              <p:spPr bwMode="auto">
                <a:xfrm>
                  <a:off x="4004748" y="2394445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15" name="Component 15"/>
                <p:cNvSpPr>
                  <a:spLocks noChangeArrowheads="1"/>
                </p:cNvSpPr>
                <p:nvPr/>
              </p:nvSpPr>
              <p:spPr bwMode="auto">
                <a:xfrm>
                  <a:off x="5536631" y="1954347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16" name="Component 16"/>
                <p:cNvSpPr>
                  <a:spLocks noChangeArrowheads="1"/>
                </p:cNvSpPr>
                <p:nvPr/>
              </p:nvSpPr>
              <p:spPr bwMode="auto">
                <a:xfrm>
                  <a:off x="5924773" y="2394000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17" name="Component 17"/>
                <p:cNvSpPr>
                  <a:spLocks noChangeArrowheads="1"/>
                </p:cNvSpPr>
                <p:nvPr/>
              </p:nvSpPr>
              <p:spPr bwMode="auto">
                <a:xfrm>
                  <a:off x="7339155" y="1953264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 dirty="0" err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  <a:endParaRPr lang="ru-RU" altLang="ru-RU" sz="800" b="1" dirty="0">
                    <a:solidFill>
                      <a:srgbClr val="FFFFFF"/>
                    </a:solidFill>
                    <a:latin typeface="Open Sans Semibold" charset="0"/>
                    <a:ea typeface="Open Sans Semibold" charset="0"/>
                    <a:cs typeface="Open Sans Semibold" charset="0"/>
                  </a:endParaRPr>
                </a:p>
              </p:txBody>
            </p:sp>
            <p:sp>
              <p:nvSpPr>
                <p:cNvPr id="18" name="Component 18"/>
                <p:cNvSpPr>
                  <a:spLocks noChangeArrowheads="1"/>
                </p:cNvSpPr>
                <p:nvPr/>
              </p:nvSpPr>
              <p:spPr bwMode="auto">
                <a:xfrm>
                  <a:off x="7727298" y="2392916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19" name="Component 19"/>
                <p:cNvSpPr>
                  <a:spLocks noChangeArrowheads="1"/>
                </p:cNvSpPr>
                <p:nvPr/>
              </p:nvSpPr>
              <p:spPr bwMode="auto">
                <a:xfrm>
                  <a:off x="4623444" y="3798846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20" name="Component 20"/>
                <p:cNvSpPr>
                  <a:spLocks noChangeArrowheads="1"/>
                </p:cNvSpPr>
                <p:nvPr/>
              </p:nvSpPr>
              <p:spPr bwMode="auto">
                <a:xfrm>
                  <a:off x="5001305" y="3366557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  <p:sp>
              <p:nvSpPr>
                <p:cNvPr id="21" name="Component 21"/>
                <p:cNvSpPr>
                  <a:spLocks noChangeArrowheads="1"/>
                </p:cNvSpPr>
                <p:nvPr/>
              </p:nvSpPr>
              <p:spPr bwMode="auto">
                <a:xfrm>
                  <a:off x="6460988" y="3796844"/>
                  <a:ext cx="243801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>Growth</a:t>
                  </a:r>
                </a:p>
              </p:txBody>
            </p:sp>
            <p:sp>
              <p:nvSpPr>
                <p:cNvPr id="22" name="Component 22"/>
                <p:cNvSpPr>
                  <a:spLocks noChangeArrowheads="1"/>
                </p:cNvSpPr>
                <p:nvPr/>
              </p:nvSpPr>
              <p:spPr bwMode="auto">
                <a:xfrm>
                  <a:off x="6833491" y="3364556"/>
                  <a:ext cx="243800" cy="1601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r>
                    <a:rPr lang="ru-RU" altLang="ru-RU" sz="800" b="1">
                      <a:solidFill>
                        <a:srgbClr val="FFFFFF"/>
                      </a:solidFill>
                      <a:latin typeface="Open Sans Semibold" charset="0"/>
                      <a:ea typeface="Open Sans Semibold" charset="0"/>
                      <a:cs typeface="Open Sans Semibold" charset="0"/>
                    </a:rPr>
                    <a:t/>
                  </a:r>
                </a:p>
              </p:txBody>
            </p:sp>
          </p:grpSp>
          <p:sp>
            <p:nvSpPr>
              <p:cNvPr id="23" name="Component 23"/>
              <p:cNvSpPr>
                <a:spLocks noChangeShapeType="1"/>
              </p:cNvSpPr>
              <p:nvPr/>
            </p:nvSpPr>
            <p:spPr bwMode="auto">
              <a:xfrm>
                <a:off x="4628390" y="2964542"/>
                <a:ext cx="4198089" cy="0"/>
              </a:xfrm>
              <a:prstGeom prst="line">
                <a:avLst/>
              </a:prstGeom>
              <a:noFill/>
              <a:ln w="26783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1426" tIns="21426" rIns="21426" bIns="21426" anchor="ctr"/>
              <a:lstStyle/>
              <a:p>
                <a:endParaRPr lang="ru-RU"/>
              </a:p>
            </p:txBody>
          </p:sp>
          <p:sp>
            <p:nvSpPr>
              <p:cNvPr id="24" name="Component 24"/>
              <p:cNvSpPr>
                <a:spLocks noChangeArrowheads="1"/>
              </p:cNvSpPr>
              <p:nvPr/>
            </p:nvSpPr>
            <p:spPr bwMode="auto">
              <a:xfrm>
                <a:off x="7305737" y="2902262"/>
                <a:ext cx="133768" cy="133791"/>
              </a:xfrm>
              <a:prstGeom prst="ellipse">
                <a:avLst/>
              </a:prstGeom>
              <a:solidFill>
                <a:srgbClr val="FFFFFF"/>
              </a:solidFill>
              <a:ln w="26783">
                <a:solidFill>
                  <a:srgbClr val="00AA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25" name="Component 25"/>
              <p:cNvSpPr>
                <a:spLocks noChangeArrowheads="1"/>
              </p:cNvSpPr>
              <p:nvPr/>
            </p:nvSpPr>
            <p:spPr bwMode="auto">
              <a:xfrm>
                <a:off x="5782643" y="1953659"/>
                <a:ext cx="1538870" cy="173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843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 bone text block </a:t>
                </a:r>
              </a:p>
            </p:txBody>
          </p:sp>
          <p:sp>
            <p:nvSpPr>
              <p:cNvPr id="26" name="Component 26"/>
              <p:cNvSpPr>
                <a:spLocks noChangeArrowheads="1"/>
              </p:cNvSpPr>
              <p:nvPr/>
            </p:nvSpPr>
            <p:spPr bwMode="auto">
              <a:xfrm>
                <a:off x="6183547" y="2387949"/>
                <a:ext cx="1538870" cy="173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843" dirty="0" err="1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Fish</a:t>
                </a:r>
                <a:r>
                  <a:rPr lang="ru-RU" altLang="ru-RU" sz="843" dirty="0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843" dirty="0" err="1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bone</a:t>
                </a:r>
                <a:r>
                  <a:rPr lang="ru-RU" altLang="ru-RU" sz="843" dirty="0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843" dirty="0" err="1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text</a:t>
                </a:r>
                <a:r>
                  <a:rPr lang="ru-RU" altLang="ru-RU" sz="843" dirty="0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  <a:r>
                  <a:rPr lang="ru-RU" altLang="ru-RU" sz="843" dirty="0" err="1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block</a:t>
                </a:r>
                <a:r>
                  <a:rPr lang="ru-RU" altLang="ru-RU" sz="843" dirty="0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  <a:sym typeface="Open Sans" charset="0"/>
                  </a:rPr>
                  <a:t> </a:t>
                </a:r>
              </a:p>
            </p:txBody>
          </p:sp>
          <p:sp>
            <p:nvSpPr>
              <p:cNvPr id="27" name="Component 27"/>
              <p:cNvSpPr>
                <a:spLocks noChangeShapeType="1"/>
              </p:cNvSpPr>
              <p:nvPr/>
            </p:nvSpPr>
            <p:spPr bwMode="auto">
              <a:xfrm flipH="1" flipV="1">
                <a:off x="3328677" y="1590905"/>
                <a:ext cx="1251957" cy="1369503"/>
              </a:xfrm>
              <a:prstGeom prst="line">
                <a:avLst/>
              </a:prstGeom>
              <a:noFill/>
              <a:ln w="26783">
                <a:solidFill>
                  <a:srgbClr val="00AA00"/>
                </a:solidFill>
                <a:miter lim="4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1426" tIns="21426" rIns="21426" bIns="21426" anchor="ctr"/>
              <a:lstStyle/>
              <a:p>
                <a:endParaRPr lang="ru-RU"/>
              </a:p>
            </p:txBody>
          </p:sp>
          <p:sp>
            <p:nvSpPr>
              <p:cNvPr id="28" name="Component 28"/>
              <p:cNvSpPr>
                <a:spLocks noChangeArrowheads="1"/>
              </p:cNvSpPr>
              <p:nvPr/>
            </p:nvSpPr>
            <p:spPr bwMode="auto">
              <a:xfrm>
                <a:off x="3882019" y="1953659"/>
                <a:ext cx="1538870" cy="173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843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</a:rPr>
                  <a:t>Fish bone text block </a:t>
                </a:r>
              </a:p>
            </p:txBody>
          </p:sp>
          <p:sp>
            <p:nvSpPr>
              <p:cNvPr id="29" name="Component 29"/>
              <p:cNvSpPr>
                <a:spLocks noChangeArrowheads="1"/>
              </p:cNvSpPr>
              <p:nvPr/>
            </p:nvSpPr>
            <p:spPr bwMode="auto">
              <a:xfrm>
                <a:off x="4282922" y="2387950"/>
                <a:ext cx="1538870" cy="173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/>
                <a:r>
                  <a:rPr lang="ru-RU" altLang="ru-RU" sz="843">
                    <a:solidFill>
                      <a:srgbClr val="E6F5E6"/>
                    </a:solidFill>
                    <a:latin typeface="Open Sans" charset="0"/>
                    <a:ea typeface="Open Sans" charset="0"/>
                    <a:cs typeface="Open Sans" charset="0"/>
                  </a:rPr>
                  <a:t>Market Share</a:t>
                </a:r>
              </a:p>
            </p:txBody>
          </p:sp>
          <p:sp>
            <p:nvSpPr>
              <p:cNvPr id="30" name="Component 30"/>
              <p:cNvSpPr>
                <a:spLocks noChangeArrowheads="1"/>
              </p:cNvSpPr>
              <p:nvPr/>
            </p:nvSpPr>
            <p:spPr bwMode="auto">
              <a:xfrm>
                <a:off x="3100576" y="2803064"/>
                <a:ext cx="1069319" cy="3678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>
                  <a:defRPr sz="2500" b="1" cap="all">
                    <a:solidFill>
                      <a:srgbClr val="E6F5E6"/>
                    </a:solidFill>
                  </a:defRPr>
                </a:lvl1pPr>
              </a:lstStyle>
              <a:p>
                <a:pPr algn="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ern="0" dirty="0">
                    <a:latin typeface="Open Sans" charset="0"/>
                    <a:ea typeface="Open Sans" charset="0"/>
                    <a:cs typeface="Open Sans" charset="0"/>
                    <a:sym typeface="Arial" panose="020B0604020202020204"/>
                  </a:rPr>
                  <a:t>process efficiency</a:t>
                </a:r>
              </a:p>
            </p:txBody>
          </p:sp>
          <p:sp>
            <p:nvSpPr>
              <p:cNvPr id="31" name="Component 31"/>
              <p:cNvSpPr>
                <a:spLocks noChangeArrowheads="1"/>
              </p:cNvSpPr>
              <p:nvPr/>
            </p:nvSpPr>
            <p:spPr bwMode="auto">
              <a:xfrm>
                <a:off x="3083779" y="1257454"/>
                <a:ext cx="364255" cy="364317"/>
              </a:xfrm>
              <a:prstGeom prst="ellipse">
                <a:avLst/>
              </a:prstGeom>
              <a:solidFill>
                <a:srgbClr val="00AA00"/>
              </a:solidFill>
              <a:ln w="26783">
                <a:solidFill>
                  <a:srgbClr val="00AA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32" name="Component 32"/>
              <p:cNvSpPr>
                <a:spLocks noChangeArrowheads="1"/>
              </p:cNvSpPr>
              <p:nvPr/>
            </p:nvSpPr>
            <p:spPr bwMode="auto">
              <a:xfrm>
                <a:off x="3112831" y="1331454"/>
                <a:ext cx="305997" cy="205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 algn="ctr">
                  <a:defRPr sz="2500" cap="all">
                    <a:solidFill>
                      <a:srgbClr val="FFFFFF"/>
                    </a:solidFill>
                  </a:defRPr>
                </a:lvl1pPr>
              </a:lstStyle>
              <a:p>
                <a:pPr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1" kern="0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  <a:sym typeface="Arial" panose="020B0604020202020204"/>
                  </a:rPr>
                  <a:t>1</a:t>
                </a:r>
              </a:p>
            </p:txBody>
          </p:sp>
          <p:sp>
            <p:nvSpPr>
              <p:cNvPr id="33" name="Component 33"/>
              <p:cNvSpPr>
                <a:spLocks noChangeArrowheads="1"/>
              </p:cNvSpPr>
              <p:nvPr/>
            </p:nvSpPr>
            <p:spPr bwMode="auto">
              <a:xfrm>
                <a:off x="1920309" y="1342836"/>
                <a:ext cx="1069319" cy="205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1A3A1A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lIns="21426" tIns="21426" rIns="21426" bIns="21426" anchor="ctr">
                <a:spAutoFit/>
              </a:bodyPr>
              <a:lstStyle>
                <a:lvl1pPr algn="r">
                  <a:defRPr sz="2500" b="1" cap="all">
                    <a:solidFill>
                      <a:srgbClr val="E6F5E6"/>
                    </a:solidFill>
                  </a:defRPr>
                </a:lvl1pPr>
              </a:lstStyle>
              <a:p>
                <a:pPr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ern="0">
                    <a:latin typeface="Open Sans" charset="0"/>
                    <a:ea typeface="Open Sans" charset="0"/>
                    <a:cs typeface="Open Sans" charset="0"/>
                    <a:sym typeface="Arial" panose="020B0604020202020204"/>
                  </a:rPr>
                  <a:t>Text inform</a:t>
                </a:r>
              </a:p>
            </p:txBody>
          </p:sp>
          <p:sp>
            <p:nvSpPr>
              <p:cNvPr id="34" name="Component 34"/>
              <p:cNvSpPr>
                <a:spLocks noChangeArrowheads="1"/>
              </p:cNvSpPr>
              <p:nvPr/>
            </p:nvSpPr>
            <p:spPr bwMode="auto">
              <a:xfrm>
                <a:off x="3663587" y="1959399"/>
                <a:ext cx="160551" cy="160579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35" name="Component 35"/>
              <p:cNvSpPr>
                <a:spLocks noChangeArrowheads="1"/>
              </p:cNvSpPr>
              <p:nvPr/>
            </p:nvSpPr>
            <p:spPr bwMode="auto">
              <a:xfrm>
                <a:off x="4041015" y="2396348"/>
                <a:ext cx="160551" cy="160579"/>
              </a:xfrm>
              <a:prstGeom prst="ellipse">
                <a:avLst/>
              </a:prstGeom>
              <a:solidFill>
                <a:srgbClr val="00AA00"/>
              </a:solidFill>
              <a:ln>
                <a:noFill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grpSp>
            <p:nvGrpSpPr>
              <p:cNvPr id="36" name="Component 36"/>
              <p:cNvGrpSpPr/>
              <p:nvPr/>
            </p:nvGrpSpPr>
            <p:grpSpPr>
              <a:xfrm>
                <a:off x="3777724" y="1257454"/>
                <a:ext cx="2703536" cy="1702953"/>
                <a:chOff x="3777724" y="1257454"/>
                <a:chExt cx="2703536" cy="1702953"/>
              </a:xfrm>
            </p:grpSpPr>
            <p:sp>
              <p:nvSpPr>
                <p:cNvPr id="37" name="Component 37"/>
                <p:cNvSpPr>
                  <a:spLocks noChangeShapeType="1"/>
                </p:cNvSpPr>
                <p:nvPr/>
              </p:nvSpPr>
              <p:spPr bwMode="auto">
                <a:xfrm flipH="1" flipV="1">
                  <a:off x="5229302" y="1590905"/>
                  <a:ext cx="1251957" cy="1369503"/>
                </a:xfrm>
                <a:prstGeom prst="line">
                  <a:avLst/>
                </a:prstGeom>
                <a:noFill/>
                <a:ln w="26783">
                  <a:solidFill>
                    <a:srgbClr val="00AA00">
                      <a:lumMod val="75000"/>
                    </a:srgbClr>
                  </a:solidFill>
                  <a:miter lim="4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21426" tIns="21426" rIns="21426" bIns="21426" anchor="ctr"/>
                <a:lstStyle/>
                <a:p>
                  <a:endParaRPr lang="ru-RU"/>
                </a:p>
              </p:txBody>
            </p:sp>
            <p:sp>
              <p:nvSpPr>
                <p:cNvPr id="38" name="Component 38"/>
                <p:cNvSpPr>
                  <a:spLocks noChangeArrowheads="1"/>
                </p:cNvSpPr>
                <p:nvPr/>
              </p:nvSpPr>
              <p:spPr bwMode="auto">
                <a:xfrm>
                  <a:off x="4941077" y="1257454"/>
                  <a:ext cx="364255" cy="364317"/>
                </a:xfrm>
                <a:prstGeom prst="ellipse">
                  <a:avLst/>
                </a:prstGeom>
                <a:solidFill>
                  <a:srgbClr val="00AA00"/>
                </a:solidFill>
                <a:ln w="26783">
                  <a:solidFill>
                    <a:srgbClr val="00AA00">
                      <a:lumMod val="75000"/>
                    </a:srgbClr>
                  </a:solidFill>
                  <a:miter lim="400000"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39" name="Component 39"/>
                <p:cNvSpPr>
                  <a:spLocks noChangeArrowheads="1"/>
                </p:cNvSpPr>
                <p:nvPr/>
              </p:nvSpPr>
              <p:spPr bwMode="auto">
                <a:xfrm>
                  <a:off x="4970247" y="1331454"/>
                  <a:ext cx="305997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ctr">
                    <a:defRPr sz="2500" cap="all">
                      <a:solidFill>
                        <a:srgbClr val="FFFFFF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1" kern="0">
                      <a:solidFill>
                        <a:srgbClr val="00AA00"/>
                      </a:solidFill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3</a:t>
                  </a:r>
                </a:p>
              </p:txBody>
            </p:sp>
            <p:sp>
              <p:nvSpPr>
                <p:cNvPr id="40" name="Component 40"/>
                <p:cNvSpPr>
                  <a:spLocks noChangeArrowheads="1"/>
                </p:cNvSpPr>
                <p:nvPr/>
              </p:nvSpPr>
              <p:spPr bwMode="auto">
                <a:xfrm>
                  <a:off x="3777724" y="1342836"/>
                  <a:ext cx="1069319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r">
                    <a:defRPr sz="2500" b="1" cap="all">
                      <a:solidFill>
                        <a:srgbClr val="E6F5E6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ern="0"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Text inform</a:t>
                  </a:r>
                </a:p>
              </p:txBody>
            </p:sp>
            <p:sp>
              <p:nvSpPr>
                <p:cNvPr id="41" name="Component 41"/>
                <p:cNvSpPr>
                  <a:spLocks noChangeArrowheads="1"/>
                </p:cNvSpPr>
                <p:nvPr/>
              </p:nvSpPr>
              <p:spPr bwMode="auto">
                <a:xfrm>
                  <a:off x="5578256" y="1958954"/>
                  <a:ext cx="160551" cy="160579"/>
                </a:xfrm>
                <a:prstGeom prst="ellipse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42" name="Component 42"/>
                <p:cNvSpPr>
                  <a:spLocks noChangeArrowheads="1"/>
                </p:cNvSpPr>
                <p:nvPr/>
              </p:nvSpPr>
              <p:spPr bwMode="auto">
                <a:xfrm>
                  <a:off x="5961041" y="2395903"/>
                  <a:ext cx="160551" cy="160579"/>
                </a:xfrm>
                <a:prstGeom prst="ellipse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grpSp>
            <p:nvGrpSpPr>
              <p:cNvPr id="43" name="Component 43"/>
              <p:cNvGrpSpPr/>
              <p:nvPr/>
            </p:nvGrpSpPr>
            <p:grpSpPr>
              <a:xfrm>
                <a:off x="5629114" y="1257454"/>
                <a:ext cx="3923390" cy="1702953"/>
                <a:chOff x="5629114" y="1257454"/>
                <a:chExt cx="3923390" cy="1702953"/>
              </a:xfrm>
            </p:grpSpPr>
            <p:sp>
              <p:nvSpPr>
                <p:cNvPr id="44" name="Component 44"/>
                <p:cNvSpPr>
                  <a:spLocks noChangeShapeType="1"/>
                </p:cNvSpPr>
                <p:nvPr/>
              </p:nvSpPr>
              <p:spPr bwMode="auto">
                <a:xfrm flipH="1" flipV="1">
                  <a:off x="7057717" y="1590905"/>
                  <a:ext cx="1251958" cy="1369503"/>
                </a:xfrm>
                <a:prstGeom prst="line">
                  <a:avLst/>
                </a:prstGeom>
                <a:noFill/>
                <a:ln w="26783">
                  <a:solidFill>
                    <a:srgbClr val="00AA00"/>
                  </a:solidFill>
                  <a:miter lim="4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21426" tIns="21426" rIns="21426" bIns="21426" anchor="ctr"/>
                <a:lstStyle/>
                <a:p>
                  <a:endParaRPr lang="ru-RU"/>
                </a:p>
              </p:txBody>
            </p:sp>
            <p:sp>
              <p:nvSpPr>
                <p:cNvPr id="45" name="Component 45"/>
                <p:cNvSpPr>
                  <a:spLocks noChangeArrowheads="1"/>
                </p:cNvSpPr>
                <p:nvPr/>
              </p:nvSpPr>
              <p:spPr bwMode="auto">
                <a:xfrm>
                  <a:off x="7612730" y="1953659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46" name="Component 46"/>
                <p:cNvSpPr>
                  <a:spLocks noChangeArrowheads="1"/>
                </p:cNvSpPr>
                <p:nvPr/>
              </p:nvSpPr>
              <p:spPr bwMode="auto">
                <a:xfrm>
                  <a:off x="8013634" y="2387950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47" name="Component 47"/>
                <p:cNvSpPr>
                  <a:spLocks noChangeArrowheads="1"/>
                </p:cNvSpPr>
                <p:nvPr/>
              </p:nvSpPr>
              <p:spPr bwMode="auto">
                <a:xfrm>
                  <a:off x="6792842" y="1257454"/>
                  <a:ext cx="364255" cy="364317"/>
                </a:xfrm>
                <a:prstGeom prst="ellipse">
                  <a:avLst/>
                </a:prstGeom>
                <a:solidFill>
                  <a:srgbClr val="00AA00"/>
                </a:solidFill>
                <a:ln w="26783">
                  <a:solidFill>
                    <a:srgbClr val="00AA00"/>
                  </a:solidFill>
                  <a:miter lim="400000"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48" name="Component 48"/>
                <p:cNvSpPr>
                  <a:spLocks noChangeArrowheads="1"/>
                </p:cNvSpPr>
                <p:nvPr/>
              </p:nvSpPr>
              <p:spPr bwMode="auto">
                <a:xfrm>
                  <a:off x="6827662" y="1336810"/>
                  <a:ext cx="305328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ctr">
                    <a:defRPr sz="2500" cap="all">
                      <a:solidFill>
                        <a:srgbClr val="FFFFFF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1" kern="0" dirty="0">
                      <a:solidFill>
                        <a:srgbClr val="00AA00"/>
                      </a:solidFill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5</a:t>
                  </a:r>
                </a:p>
              </p:txBody>
            </p:sp>
            <p:sp>
              <p:nvSpPr>
                <p:cNvPr id="49" name="Component 49"/>
                <p:cNvSpPr>
                  <a:spLocks noChangeArrowheads="1"/>
                </p:cNvSpPr>
                <p:nvPr/>
              </p:nvSpPr>
              <p:spPr bwMode="auto">
                <a:xfrm>
                  <a:off x="5629114" y="1342836"/>
                  <a:ext cx="1069989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r">
                    <a:defRPr sz="2500" b="1" cap="all">
                      <a:solidFill>
                        <a:srgbClr val="E6F5E6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ern="0" dirty="0"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Text inform</a:t>
                  </a:r>
                </a:p>
              </p:txBody>
            </p:sp>
            <p:sp>
              <p:nvSpPr>
                <p:cNvPr id="50" name="Component 50"/>
                <p:cNvSpPr>
                  <a:spLocks noChangeArrowheads="1"/>
                </p:cNvSpPr>
                <p:nvPr/>
              </p:nvSpPr>
              <p:spPr bwMode="auto">
                <a:xfrm>
                  <a:off x="7380780" y="1957870"/>
                  <a:ext cx="160551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51" name="Component 51"/>
                <p:cNvSpPr>
                  <a:spLocks noChangeArrowheads="1"/>
                </p:cNvSpPr>
                <p:nvPr/>
              </p:nvSpPr>
              <p:spPr bwMode="auto">
                <a:xfrm>
                  <a:off x="7763565" y="2394819"/>
                  <a:ext cx="160551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52" name="Component 52"/>
              <p:cNvSpPr>
                <a:spLocks noChangeArrowheads="1"/>
              </p:cNvSpPr>
              <p:nvPr/>
            </p:nvSpPr>
            <p:spPr bwMode="auto">
              <a:xfrm>
                <a:off x="5486175" y="2902262"/>
                <a:ext cx="133768" cy="133791"/>
              </a:xfrm>
              <a:prstGeom prst="ellipse">
                <a:avLst/>
              </a:prstGeom>
              <a:solidFill>
                <a:srgbClr val="FFFFFF"/>
              </a:solidFill>
              <a:ln w="26783">
                <a:solidFill>
                  <a:srgbClr val="00AA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grpSp>
            <p:nvGrpSpPr>
              <p:cNvPr id="53" name="Component 53"/>
              <p:cNvGrpSpPr/>
              <p:nvPr/>
            </p:nvGrpSpPr>
            <p:grpSpPr>
              <a:xfrm>
                <a:off x="1936798" y="2992396"/>
                <a:ext cx="3902156" cy="1655813"/>
                <a:chOff x="2910618" y="2992396"/>
                <a:chExt cx="3902156" cy="1655813"/>
              </a:xfrm>
            </p:grpSpPr>
            <p:sp>
              <p:nvSpPr>
                <p:cNvPr id="54" name="Component 54"/>
                <p:cNvSpPr>
                  <a:spLocks noChangeShapeType="1"/>
                </p:cNvSpPr>
                <p:nvPr/>
              </p:nvSpPr>
              <p:spPr bwMode="auto">
                <a:xfrm flipV="1">
                  <a:off x="4335795" y="2992396"/>
                  <a:ext cx="1208072" cy="1338195"/>
                </a:xfrm>
                <a:prstGeom prst="line">
                  <a:avLst/>
                </a:prstGeom>
                <a:noFill/>
                <a:ln w="26783">
                  <a:solidFill>
                    <a:srgbClr val="00AA00"/>
                  </a:solidFill>
                  <a:miter lim="4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21426" tIns="21426" rIns="21426" bIns="21426" anchor="ctr"/>
                <a:lstStyle/>
                <a:p>
                  <a:endParaRPr lang="ru-RU"/>
                </a:p>
              </p:txBody>
            </p:sp>
            <p:sp>
              <p:nvSpPr>
                <p:cNvPr id="55" name="Component 55"/>
                <p:cNvSpPr>
                  <a:spLocks noChangeArrowheads="1"/>
                </p:cNvSpPr>
                <p:nvPr/>
              </p:nvSpPr>
              <p:spPr bwMode="auto">
                <a:xfrm>
                  <a:off x="5273904" y="336120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56" name="Component 56"/>
                <p:cNvSpPr>
                  <a:spLocks noChangeArrowheads="1"/>
                </p:cNvSpPr>
                <p:nvPr/>
              </p:nvSpPr>
              <p:spPr bwMode="auto">
                <a:xfrm>
                  <a:off x="4887375" y="379549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57" name="Component 57"/>
                <p:cNvSpPr>
                  <a:spLocks noChangeArrowheads="1"/>
                </p:cNvSpPr>
                <p:nvPr/>
              </p:nvSpPr>
              <p:spPr bwMode="auto">
                <a:xfrm>
                  <a:off x="4074119" y="4283891"/>
                  <a:ext cx="364255" cy="364318"/>
                </a:xfrm>
                <a:prstGeom prst="ellipse">
                  <a:avLst/>
                </a:prstGeom>
                <a:solidFill>
                  <a:srgbClr val="00AA00"/>
                </a:solidFill>
                <a:ln w="26783">
                  <a:solidFill>
                    <a:srgbClr val="00AA00"/>
                  </a:solidFill>
                  <a:miter lim="400000"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58" name="Component 58"/>
                <p:cNvSpPr>
                  <a:spLocks noChangeArrowheads="1"/>
                </p:cNvSpPr>
                <p:nvPr/>
              </p:nvSpPr>
              <p:spPr bwMode="auto">
                <a:xfrm>
                  <a:off x="4103140" y="4357956"/>
                  <a:ext cx="305998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ctr">
                    <a:defRPr sz="2500" cap="all">
                      <a:solidFill>
                        <a:srgbClr val="FFFFFF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1" kern="0">
                      <a:solidFill>
                        <a:srgbClr val="00AA00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Profit</a:t>
                  </a:r>
                </a:p>
              </p:txBody>
            </p:sp>
            <p:sp>
              <p:nvSpPr>
                <p:cNvPr id="59" name="Component 59"/>
                <p:cNvSpPr>
                  <a:spLocks noChangeArrowheads="1"/>
                </p:cNvSpPr>
                <p:nvPr/>
              </p:nvSpPr>
              <p:spPr bwMode="auto">
                <a:xfrm>
                  <a:off x="2910618" y="4369339"/>
                  <a:ext cx="1069319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r">
                    <a:defRPr sz="2500" b="1" cap="all">
                      <a:solidFill>
                        <a:srgbClr val="E6F5E6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ern="0"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Text inform</a:t>
                  </a:r>
                </a:p>
              </p:txBody>
            </p:sp>
            <p:sp>
              <p:nvSpPr>
                <p:cNvPr id="60" name="Component 60"/>
                <p:cNvSpPr>
                  <a:spLocks noChangeArrowheads="1"/>
                </p:cNvSpPr>
                <p:nvPr/>
              </p:nvSpPr>
              <p:spPr bwMode="auto">
                <a:xfrm>
                  <a:off x="4665069" y="3800749"/>
                  <a:ext cx="160551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61" name="Component 61"/>
                <p:cNvSpPr>
                  <a:spLocks noChangeArrowheads="1"/>
                </p:cNvSpPr>
                <p:nvPr/>
              </p:nvSpPr>
              <p:spPr bwMode="auto">
                <a:xfrm>
                  <a:off x="5037573" y="3368460"/>
                  <a:ext cx="160551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grpSp>
            <p:nvGrpSpPr>
              <p:cNvPr id="62" name="Component 62"/>
              <p:cNvGrpSpPr/>
              <p:nvPr/>
            </p:nvGrpSpPr>
            <p:grpSpPr>
              <a:xfrm>
                <a:off x="3865763" y="2992396"/>
                <a:ext cx="3887441" cy="1655813"/>
                <a:chOff x="4762677" y="2992396"/>
                <a:chExt cx="3887441" cy="1655813"/>
              </a:xfrm>
            </p:grpSpPr>
            <p:sp>
              <p:nvSpPr>
                <p:cNvPr id="63" name="Component 63"/>
                <p:cNvSpPr>
                  <a:spLocks noChangeShapeType="1"/>
                </p:cNvSpPr>
                <p:nvPr/>
              </p:nvSpPr>
              <p:spPr bwMode="auto">
                <a:xfrm flipV="1">
                  <a:off x="6167782" y="2992396"/>
                  <a:ext cx="1208072" cy="1338195"/>
                </a:xfrm>
                <a:prstGeom prst="line">
                  <a:avLst/>
                </a:prstGeom>
                <a:noFill/>
                <a:ln w="26783">
                  <a:solidFill>
                    <a:srgbClr val="00AA00">
                      <a:lumMod val="75000"/>
                    </a:srgbClr>
                  </a:solidFill>
                  <a:miter lim="4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21426" tIns="21426" rIns="21426" bIns="21426" anchor="ctr"/>
                <a:lstStyle/>
                <a:p>
                  <a:endParaRPr lang="ru-RU"/>
                </a:p>
              </p:txBody>
            </p:sp>
            <p:sp>
              <p:nvSpPr>
                <p:cNvPr id="64" name="Component 64"/>
                <p:cNvSpPr>
                  <a:spLocks noChangeArrowheads="1"/>
                </p:cNvSpPr>
                <p:nvPr/>
              </p:nvSpPr>
              <p:spPr bwMode="auto">
                <a:xfrm>
                  <a:off x="7111248" y="336120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65" name="Component 65"/>
                <p:cNvSpPr>
                  <a:spLocks noChangeArrowheads="1"/>
                </p:cNvSpPr>
                <p:nvPr/>
              </p:nvSpPr>
              <p:spPr bwMode="auto">
                <a:xfrm>
                  <a:off x="6724719" y="379549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66" name="Component 66"/>
                <p:cNvSpPr>
                  <a:spLocks noChangeArrowheads="1"/>
                </p:cNvSpPr>
                <p:nvPr/>
              </p:nvSpPr>
              <p:spPr bwMode="auto">
                <a:xfrm>
                  <a:off x="5925883" y="4283891"/>
                  <a:ext cx="364255" cy="364318"/>
                </a:xfrm>
                <a:prstGeom prst="ellipse">
                  <a:avLst/>
                </a:prstGeom>
                <a:solidFill>
                  <a:srgbClr val="00AA00"/>
                </a:solidFill>
                <a:ln w="26783">
                  <a:solidFill>
                    <a:srgbClr val="00AA00">
                      <a:lumMod val="75000"/>
                    </a:srgbClr>
                  </a:solidFill>
                  <a:miter lim="400000"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67" name="Component 67"/>
                <p:cNvSpPr>
                  <a:spLocks noChangeArrowheads="1"/>
                </p:cNvSpPr>
                <p:nvPr/>
              </p:nvSpPr>
              <p:spPr bwMode="auto">
                <a:xfrm>
                  <a:off x="5955199" y="4357956"/>
                  <a:ext cx="305998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ctr">
                    <a:defRPr sz="2500" cap="all">
                      <a:solidFill>
                        <a:srgbClr val="FFFFFF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b="1" kern="0">
                      <a:solidFill>
                        <a:srgbClr val="00AA00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4</a:t>
                  </a:r>
                </a:p>
              </p:txBody>
            </p:sp>
            <p:sp>
              <p:nvSpPr>
                <p:cNvPr id="68" name="Component 68"/>
                <p:cNvSpPr>
                  <a:spLocks noChangeArrowheads="1"/>
                </p:cNvSpPr>
                <p:nvPr/>
              </p:nvSpPr>
              <p:spPr bwMode="auto">
                <a:xfrm>
                  <a:off x="4762677" y="4369339"/>
                  <a:ext cx="1069319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r">
                    <a:defRPr sz="2500" b="1" cap="all">
                      <a:solidFill>
                        <a:srgbClr val="E6F5E6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ern="0"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Text inform</a:t>
                  </a:r>
                </a:p>
              </p:txBody>
            </p:sp>
            <p:sp>
              <p:nvSpPr>
                <p:cNvPr id="69" name="Component 69"/>
                <p:cNvSpPr>
                  <a:spLocks noChangeArrowheads="1"/>
                </p:cNvSpPr>
                <p:nvPr/>
              </p:nvSpPr>
              <p:spPr bwMode="auto">
                <a:xfrm>
                  <a:off x="6502612" y="3798747"/>
                  <a:ext cx="160552" cy="160579"/>
                </a:xfrm>
                <a:prstGeom prst="ellipse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70" name="Component 70"/>
                <p:cNvSpPr>
                  <a:spLocks noChangeArrowheads="1"/>
                </p:cNvSpPr>
                <p:nvPr/>
              </p:nvSpPr>
              <p:spPr bwMode="auto">
                <a:xfrm>
                  <a:off x="6875115" y="3366459"/>
                  <a:ext cx="160551" cy="160579"/>
                </a:xfrm>
                <a:prstGeom prst="ellipse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grpSp>
            <p:nvGrpSpPr>
              <p:cNvPr id="71" name="Component 71"/>
              <p:cNvGrpSpPr/>
              <p:nvPr/>
            </p:nvGrpSpPr>
            <p:grpSpPr>
              <a:xfrm>
                <a:off x="5708474" y="2992396"/>
                <a:ext cx="3887441" cy="1655813"/>
                <a:chOff x="4762677" y="2992396"/>
                <a:chExt cx="3887441" cy="1655813"/>
              </a:xfrm>
            </p:grpSpPr>
            <p:sp>
              <p:nvSpPr>
                <p:cNvPr id="72" name="Component 72"/>
                <p:cNvSpPr>
                  <a:spLocks noChangeShapeType="1"/>
                </p:cNvSpPr>
                <p:nvPr/>
              </p:nvSpPr>
              <p:spPr bwMode="auto">
                <a:xfrm flipV="1">
                  <a:off x="6167782" y="2992396"/>
                  <a:ext cx="1208072" cy="1338195"/>
                </a:xfrm>
                <a:prstGeom prst="line">
                  <a:avLst/>
                </a:prstGeom>
                <a:noFill/>
                <a:ln w="26783">
                  <a:solidFill>
                    <a:srgbClr val="00AA00"/>
                  </a:solidFill>
                  <a:miter lim="4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21426" tIns="21426" rIns="21426" bIns="21426" anchor="ctr"/>
                <a:lstStyle/>
                <a:p>
                  <a:endParaRPr lang="ru-RU"/>
                </a:p>
              </p:txBody>
            </p:sp>
            <p:sp>
              <p:nvSpPr>
                <p:cNvPr id="73" name="Component 73"/>
                <p:cNvSpPr>
                  <a:spLocks noChangeArrowheads="1"/>
                </p:cNvSpPr>
                <p:nvPr/>
              </p:nvSpPr>
              <p:spPr bwMode="auto">
                <a:xfrm>
                  <a:off x="7111248" y="336120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74" name="Component 74"/>
                <p:cNvSpPr>
                  <a:spLocks noChangeArrowheads="1"/>
                </p:cNvSpPr>
                <p:nvPr/>
              </p:nvSpPr>
              <p:spPr bwMode="auto">
                <a:xfrm>
                  <a:off x="6724719" y="3795496"/>
                  <a:ext cx="1538870" cy="1730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eaLnBrk="1"/>
                  <a:r>
                    <a:rPr lang="ru-RU" altLang="ru-RU" sz="843">
                      <a:solidFill>
                        <a:srgbClr val="E6F5E6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Fish bone text block </a:t>
                  </a:r>
                </a:p>
              </p:txBody>
            </p:sp>
            <p:sp>
              <p:nvSpPr>
                <p:cNvPr id="75" name="Component 75"/>
                <p:cNvSpPr>
                  <a:spLocks noChangeArrowheads="1"/>
                </p:cNvSpPr>
                <p:nvPr/>
              </p:nvSpPr>
              <p:spPr bwMode="auto">
                <a:xfrm>
                  <a:off x="5925883" y="4283891"/>
                  <a:ext cx="364255" cy="364318"/>
                </a:xfrm>
                <a:prstGeom prst="ellipse">
                  <a:avLst/>
                </a:prstGeom>
                <a:solidFill>
                  <a:srgbClr val="00AA00"/>
                </a:solidFill>
                <a:ln w="26783">
                  <a:solidFill>
                    <a:srgbClr val="00AA00"/>
                  </a:solidFill>
                  <a:miter lim="400000"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 dirty="0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76" name="Component 76"/>
                <p:cNvSpPr>
                  <a:spLocks noChangeArrowheads="1"/>
                </p:cNvSpPr>
                <p:nvPr/>
              </p:nvSpPr>
              <p:spPr bwMode="auto">
                <a:xfrm>
                  <a:off x="5955199" y="4357956"/>
                  <a:ext cx="305998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ctr">
                    <a:defRPr sz="2500" cap="all">
                      <a:solidFill>
                        <a:srgbClr val="FFFFFF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 b="1" kern="0" dirty="0">
                      <a:solidFill>
                        <a:srgbClr val="00AA00"/>
                      </a:solidFill>
                      <a:latin typeface="Open Sans" charset="0"/>
                      <a:ea typeface="Open Sans" charset="0"/>
                      <a:cs typeface="Open Sans" charset="0"/>
                    </a:rPr>
                    <a:t>6</a:t>
                  </a:r>
                  <a:endParaRPr b="1" kern="0" dirty="0">
                    <a:solidFill>
                      <a:srgbClr val="00AA00"/>
                    </a:solidFill>
                    <a:latin typeface="Open Sans" charset="0"/>
                    <a:ea typeface="Open Sans" charset="0"/>
                    <a:cs typeface="Open Sans" charset="0"/>
                  </a:endParaRPr>
                </a:p>
              </p:txBody>
            </p:sp>
            <p:sp>
              <p:nvSpPr>
                <p:cNvPr id="77" name="Component 77"/>
                <p:cNvSpPr>
                  <a:spLocks noChangeArrowheads="1"/>
                </p:cNvSpPr>
                <p:nvPr/>
              </p:nvSpPr>
              <p:spPr bwMode="auto">
                <a:xfrm>
                  <a:off x="4762677" y="4369339"/>
                  <a:ext cx="1069319" cy="205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1A3A1A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21426" tIns="21426" rIns="21426" bIns="21426" anchor="ctr">
                  <a:spAutoFit/>
                </a:bodyPr>
                <a:lstStyle>
                  <a:lvl1pPr algn="r">
                    <a:defRPr sz="2500" b="1" cap="all">
                      <a:solidFill>
                        <a:srgbClr val="E6F5E6"/>
                      </a:solidFill>
                    </a:defRPr>
                  </a:lvl1pPr>
                </a:lstStyle>
                <a:p>
                  <a:pPr eaLnBrk="1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ern="0">
                      <a:latin typeface="Open Sans" charset="0"/>
                      <a:ea typeface="Open Sans" charset="0"/>
                      <a:cs typeface="Open Sans" charset="0"/>
                      <a:sym typeface="Arial" panose="020B0604020202020204"/>
                    </a:rPr>
                    <a:t>Text inform</a:t>
                  </a:r>
                </a:p>
              </p:txBody>
            </p:sp>
            <p:sp>
              <p:nvSpPr>
                <p:cNvPr id="78" name="Component 78"/>
                <p:cNvSpPr>
                  <a:spLocks noChangeArrowheads="1"/>
                </p:cNvSpPr>
                <p:nvPr/>
              </p:nvSpPr>
              <p:spPr bwMode="auto">
                <a:xfrm>
                  <a:off x="6502612" y="3798747"/>
                  <a:ext cx="160552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  <p:sp>
              <p:nvSpPr>
                <p:cNvPr id="79" name="Component 79"/>
                <p:cNvSpPr>
                  <a:spLocks noChangeArrowheads="1"/>
                </p:cNvSpPr>
                <p:nvPr/>
              </p:nvSpPr>
              <p:spPr bwMode="auto">
                <a:xfrm>
                  <a:off x="6875115" y="3366459"/>
                  <a:ext cx="160551" cy="160579"/>
                </a:xfrm>
                <a:prstGeom prst="ellipse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lIns="21426" tIns="21426" rIns="21426" bIns="21426" anchor="ctr"/>
                <a:lstStyle>
                  <a:lvl1pPr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1pPr>
                  <a:lvl2pPr marL="742950" indent="-28575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2pPr>
                  <a:lvl3pPr marL="11430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3pPr>
                  <a:lvl4pPr marL="16002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4pPr>
                  <a:lvl5pPr marL="2057400" indent="-228600"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5pPr>
                  <a:lvl6pPr marL="25146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6pPr>
                  <a:lvl7pPr marL="29718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7pPr>
                  <a:lvl8pPr marL="34290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8pPr>
                  <a:lvl9pPr marL="3886200" indent="-228600" defTabSz="8255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5000">
                      <a:solidFill>
                        <a:srgbClr val="1A3A1A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defRPr>
                  </a:lvl9pPr>
                </a:lstStyle>
                <a:p>
                  <a:pPr algn="ctr" eaLnBrk="1"/>
                  <a:endParaRPr lang="ru-RU" altLang="ru-RU" sz="1349">
                    <a:solidFill>
                      <a:srgbClr val="FFFFFF"/>
                    </a:solidFill>
                    <a:latin typeface="Helvetica Light" panose="020B0403020202020204" pitchFamily="34" charset="0"/>
                    <a:ea typeface="Helvetica Light" panose="020B0403020202020204" pitchFamily="34" charset="0"/>
                    <a:cs typeface="Helvetica Light" panose="020B0403020202020204" pitchFamily="34" charset="0"/>
                    <a:sym typeface="Helvetica Light" panose="020B0403020202020204" pitchFamily="34" charset="0"/>
                  </a:endParaRPr>
                </a:p>
              </p:txBody>
            </p:sp>
          </p:grpSp>
          <p:sp>
            <p:nvSpPr>
              <p:cNvPr id="80" name="Component 80"/>
              <p:cNvSpPr>
                <a:spLocks noChangeArrowheads="1"/>
              </p:cNvSpPr>
              <p:nvPr/>
            </p:nvSpPr>
            <p:spPr bwMode="auto">
              <a:xfrm>
                <a:off x="6423594" y="2902262"/>
                <a:ext cx="133768" cy="133791"/>
              </a:xfrm>
              <a:prstGeom prst="ellipse">
                <a:avLst/>
              </a:prstGeom>
              <a:solidFill>
                <a:srgbClr val="FFFFFF"/>
              </a:solidFill>
              <a:ln w="26783">
                <a:solidFill>
                  <a:srgbClr val="66CC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81" name="Component 81"/>
              <p:cNvSpPr>
                <a:spLocks noChangeArrowheads="1"/>
              </p:cNvSpPr>
              <p:nvPr/>
            </p:nvSpPr>
            <p:spPr bwMode="auto">
              <a:xfrm>
                <a:off x="8249924" y="2902262"/>
                <a:ext cx="133768" cy="133791"/>
              </a:xfrm>
              <a:prstGeom prst="ellipse">
                <a:avLst/>
              </a:prstGeom>
              <a:solidFill>
                <a:srgbClr val="FFFFFF"/>
              </a:solidFill>
              <a:ln w="26783">
                <a:solidFill>
                  <a:srgbClr val="00AA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  <p:sp>
            <p:nvSpPr>
              <p:cNvPr id="82" name="Component 82"/>
              <p:cNvSpPr>
                <a:spLocks noChangeArrowheads="1"/>
              </p:cNvSpPr>
              <p:nvPr/>
            </p:nvSpPr>
            <p:spPr bwMode="auto">
              <a:xfrm>
                <a:off x="4522970" y="2902262"/>
                <a:ext cx="133768" cy="133791"/>
              </a:xfrm>
              <a:prstGeom prst="ellipse">
                <a:avLst/>
              </a:prstGeom>
              <a:solidFill>
                <a:srgbClr val="FFFFFF"/>
              </a:solidFill>
              <a:ln w="26783">
                <a:solidFill>
                  <a:srgbClr val="00AA00"/>
                </a:solidFill>
                <a:miter lim="400000"/>
              </a:ln>
            </p:spPr>
            <p:txBody>
              <a:bodyPr lIns="21426" tIns="21426" rIns="21426" bIns="21426" anchor="ctr"/>
              <a:lstStyle>
                <a:lvl1pPr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defTabSz="8255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0">
                    <a:solidFill>
                      <a:srgbClr val="1A3A1A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algn="ctr" eaLnBrk="1"/>
                <a:endParaRPr lang="ru-RU" altLang="ru-RU" sz="1349">
                  <a:solidFill>
                    <a:srgbClr val="FFFFFF"/>
                  </a:solidFill>
                  <a:latin typeface="Helvetica Light" panose="020B0403020202020204" pitchFamily="34" charset="0"/>
                  <a:ea typeface="Helvetica Light" panose="020B0403020202020204" pitchFamily="34" charset="0"/>
                  <a:cs typeface="Helvetica Light" panose="020B0403020202020204" pitchFamily="34" charset="0"/>
                  <a:sym typeface="Helvetica Light" panose="020B0403020202020204" pitchFamily="34" charset="0"/>
                </a:endParaRPr>
              </a:p>
            </p:txBody>
          </p:sp>
        </p:grpSp>
        <p:sp>
          <p:nvSpPr>
            <p:cNvPr id="83" name="Component 83"/>
            <p:cNvSpPr/>
            <p:nvPr/>
          </p:nvSpPr>
          <p:spPr bwMode="auto">
            <a:xfrm rot="5400000">
              <a:off x="8797979" y="2905881"/>
              <a:ext cx="259170" cy="223423"/>
            </a:xfrm>
            <a:prstGeom prst="triangle">
              <a:avLst/>
            </a:prstGeom>
            <a:solidFill>
              <a:srgbClr val="00AA00"/>
            </a:solidFill>
            <a:ln w="5356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16069" tIns="16069" rIns="16069" bIns="16069" numCol="1" rtlCol="0" anchor="ctr" anchorCtr="0" compatLnSpc="1">
              <a:spAutoFit/>
            </a:bodyPr>
            <a:lstStyle/>
            <a:p>
              <a:pPr marL="0" marR="0" indent="0" algn="l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ru-RU" sz="843" b="0" i="0" u="none" strike="noStrike" cap="none" normalizeH="0" baseline="0">
                <a:ln>
                  <a:noFill/>
                </a:ln>
                <a:solidFill>
                  <a:srgbClr val="00AA00"/>
                </a:solidFill>
                <a:effectLst/>
                <a:latin typeface="Poppins" charset="0"/>
                <a:ea typeface="Poppins" charset="0"/>
                <a:cs typeface="Poppins" charset="0"/>
                <a:sym typeface="Poppins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timeline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1459346" y="1097280"/>
            <a:ext cx="9242827" cy="5029200"/>
            <a:chOff x="-17833153" y="-7928885"/>
            <a:chExt cx="18485651" cy="10058389"/>
          </a:xfrm>
        </p:grpSpPr>
        <p:sp>
          <p:nvSpPr>
            <p:cNvPr id="4" name="Component 4"/>
            <p:cNvSpPr/>
            <p:nvPr/>
          </p:nvSpPr>
          <p:spPr>
            <a:xfrm>
              <a:off x="-17833153" y="-7928885"/>
              <a:ext cx="10810446" cy="7749321"/>
            </a:xfrm>
            <a:prstGeom prst="rect">
              <a:avLst/>
            </a:prstGeom>
            <a:noFill/>
            <a:ln w="33201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l" defTabSz="342900">
                <a:lnSpc>
                  <a:spcPts val="2890"/>
                </a:lnSpc>
                <a:defRPr sz="1800"/>
              </a:pPr>
              <a:r>
                <a:rPr sz="3137" dirty="0">
                  <a:solidFill>
                    <a:srgbClr val="66CC00"/>
                  </a:solidFill>
                  <a:latin typeface="Roboto Regular"/>
                  <a:ea typeface="Roboto Regular"/>
                  <a:cs typeface="Roboto Regular"/>
                  <a:sym typeface="Roboto Regular"/>
                </a:rPr>
                <a:t>Q1</a:t>
              </a:r>
            </a:p>
            <a:p>
              <a:pPr algn="l" defTabSz="342900">
                <a:lnSpc>
                  <a:spcPts val="2890"/>
                </a:lnSpc>
                <a:defRPr sz="1800"/>
              </a:pPr>
              <a:r>
                <a:rPr sz="3137" dirty="0">
                  <a:solidFill>
                    <a:srgbClr val="66CC00"/>
                  </a:solidFill>
                  <a:latin typeface="Roboto Regular"/>
                  <a:ea typeface="Roboto Regular"/>
                  <a:cs typeface="Roboto Regular"/>
                  <a:sym typeface="Roboto Regular"/>
                </a:rPr>
                <a:t/>
              </a:r>
            </a:p>
            <a:p>
              <a:pPr algn="l" defTabSz="342900">
                <a:lnSpc>
                  <a:spcPts val="2890"/>
                </a:lnSpc>
                <a:defRPr sz="1800"/>
              </a:pPr>
              <a:r>
                <a:rPr sz="3137" dirty="0">
                  <a:solidFill>
                    <a:srgbClr val="66CC00"/>
                  </a:solidFill>
                  <a:latin typeface="Roboto Regular"/>
                  <a:ea typeface="Roboto Regular"/>
                  <a:cs typeface="Roboto Regular"/>
                  <a:sym typeface="Roboto Regular"/>
                </a:rPr>
                <a:t/>
              </a:r>
            </a:p>
          </p:txBody>
        </p:sp>
        <p:grpSp>
          <p:nvGrpSpPr>
            <p:cNvPr id="5" name="Component 5"/>
            <p:cNvGrpSpPr/>
            <p:nvPr/>
          </p:nvGrpSpPr>
          <p:grpSpPr>
            <a:xfrm>
              <a:off x="-17833146" y="-6709253"/>
              <a:ext cx="14717609" cy="8838757"/>
              <a:chOff x="-17833153" y="-9024140"/>
              <a:chExt cx="14717607" cy="8838752"/>
            </a:xfrm>
          </p:grpSpPr>
          <p:grpSp>
            <p:nvGrpSpPr>
              <p:cNvPr id="6" name="Component 6"/>
              <p:cNvGrpSpPr/>
              <p:nvPr/>
            </p:nvGrpSpPr>
            <p:grpSpPr>
              <a:xfrm>
                <a:off x="-17833153" y="-8767869"/>
                <a:ext cx="14717609" cy="8337489"/>
                <a:chOff x="-17833153" y="-9024140"/>
                <a:chExt cx="14717607" cy="8337484"/>
              </a:xfrm>
            </p:grpSpPr>
            <p:grpSp>
              <p:nvGrpSpPr>
                <p:cNvPr id="7" name="Component 7"/>
                <p:cNvGrpSpPr/>
                <p:nvPr/>
              </p:nvGrpSpPr>
              <p:grpSpPr>
                <a:xfrm>
                  <a:off x="-17833153" y="-9024143"/>
                  <a:ext cx="14717609" cy="759754"/>
                  <a:chOff x="-17833153" y="-9024140"/>
                  <a:chExt cx="14717607" cy="759748"/>
                </a:xfrm>
              </p:grpSpPr>
              <p:sp>
                <p:nvSpPr>
                  <p:cNvPr id="8" name="Component 8"/>
                  <p:cNvSpPr/>
                  <p:nvPr/>
                </p:nvSpPr>
                <p:spPr>
                  <a:xfrm>
                    <a:off x="-17833153" y="-9024140"/>
                    <a:ext cx="14717609" cy="759751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  <p:sp>
                <p:nvSpPr>
                  <p:cNvPr id="9" name="Component 9"/>
                  <p:cNvSpPr/>
                  <p:nvPr/>
                </p:nvSpPr>
                <p:spPr>
                  <a:xfrm>
                    <a:off x="-17747621" y="-8929672"/>
                    <a:ext cx="12907558" cy="570814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E6F5E6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</p:grpSp>
            <p:grpSp>
              <p:nvGrpSpPr>
                <p:cNvPr id="10" name="Component 10"/>
                <p:cNvGrpSpPr/>
                <p:nvPr/>
              </p:nvGrpSpPr>
              <p:grpSpPr>
                <a:xfrm>
                  <a:off x="-17833153" y="-6492700"/>
                  <a:ext cx="14717609" cy="759751"/>
                  <a:chOff x="-17833153" y="-9024140"/>
                  <a:chExt cx="14717607" cy="759748"/>
                </a:xfrm>
              </p:grpSpPr>
              <p:sp>
                <p:nvSpPr>
                  <p:cNvPr id="11" name="Component 11"/>
                  <p:cNvSpPr/>
                  <p:nvPr/>
                </p:nvSpPr>
                <p:spPr>
                  <a:xfrm>
                    <a:off x="-17833153" y="-9024140"/>
                    <a:ext cx="14717609" cy="759751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  <p:sp>
                <p:nvSpPr>
                  <p:cNvPr id="12" name="Component 12"/>
                  <p:cNvSpPr/>
                  <p:nvPr/>
                </p:nvSpPr>
                <p:spPr>
                  <a:xfrm>
                    <a:off x="-17747621" y="-8929672"/>
                    <a:ext cx="8596262" cy="570814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</p:grpSp>
            <p:grpSp>
              <p:nvGrpSpPr>
                <p:cNvPr id="13" name="Component 13"/>
                <p:cNvGrpSpPr/>
                <p:nvPr/>
              </p:nvGrpSpPr>
              <p:grpSpPr>
                <a:xfrm>
                  <a:off x="-17833153" y="-3928042"/>
                  <a:ext cx="14717609" cy="759754"/>
                  <a:chOff x="-17833153" y="-9024140"/>
                  <a:chExt cx="14717607" cy="759748"/>
                </a:xfrm>
              </p:grpSpPr>
              <p:sp>
                <p:nvSpPr>
                  <p:cNvPr id="14" name="Component 14"/>
                  <p:cNvSpPr/>
                  <p:nvPr/>
                </p:nvSpPr>
                <p:spPr>
                  <a:xfrm>
                    <a:off x="-17833153" y="-9024140"/>
                    <a:ext cx="14717609" cy="759751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  <p:sp>
                <p:nvSpPr>
                  <p:cNvPr id="15" name="Component 15"/>
                  <p:cNvSpPr/>
                  <p:nvPr/>
                </p:nvSpPr>
                <p:spPr>
                  <a:xfrm>
                    <a:off x="-17747621" y="-8929672"/>
                    <a:ext cx="11824323" cy="570814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</p:grpSp>
            <p:grpSp>
              <p:nvGrpSpPr>
                <p:cNvPr id="16" name="Component 16"/>
                <p:cNvGrpSpPr/>
                <p:nvPr/>
              </p:nvGrpSpPr>
              <p:grpSpPr>
                <a:xfrm>
                  <a:off x="-17833153" y="-1446405"/>
                  <a:ext cx="14717609" cy="759751"/>
                  <a:chOff x="-17833153" y="-9024140"/>
                  <a:chExt cx="14717607" cy="759748"/>
                </a:xfrm>
              </p:grpSpPr>
              <p:sp>
                <p:nvSpPr>
                  <p:cNvPr id="17" name="Component 17"/>
                  <p:cNvSpPr/>
                  <p:nvPr/>
                </p:nvSpPr>
                <p:spPr>
                  <a:xfrm>
                    <a:off x="-17833153" y="-9024140"/>
                    <a:ext cx="14717609" cy="759751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  <p:sp>
                <p:nvSpPr>
                  <p:cNvPr id="18" name="Component 18"/>
                  <p:cNvSpPr/>
                  <p:nvPr/>
                </p:nvSpPr>
                <p:spPr>
                  <a:xfrm>
                    <a:off x="-17747621" y="-8929672"/>
                    <a:ext cx="13769817" cy="570814"/>
                  </a:xfrm>
                  <a:prstGeom prst="roundRect">
                    <a:avLst>
                      <a:gd name="adj" fmla="val 18750"/>
                    </a:avLst>
                  </a:prstGeom>
                  <a:solidFill>
                    <a:srgbClr val="00AA00"/>
                  </a:solidFill>
                  <a:ln w="33201" cap="flat">
                    <a:noFill/>
                    <a:miter lim="400000"/>
                  </a:ln>
                  <a:effectLst/>
                </p:spPr>
                <p:txBody>
                  <a:bodyPr wrap="square" lIns="424979" tIns="424979" rIns="424979" bIns="424979" numCol="1" anchor="t">
                    <a:noAutofit/>
                  </a:bodyPr>
                  <a:lstStyle/>
                  <a:p>
                    <a:pPr defTabSz="342265">
                      <a:defRPr sz="14800"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6627"/>
                  </a:p>
                </p:txBody>
              </p:sp>
            </p:grpSp>
          </p:grpSp>
          <p:sp>
            <p:nvSpPr>
              <p:cNvPr id="19" name="Component 19"/>
              <p:cNvSpPr/>
              <p:nvPr/>
            </p:nvSpPr>
            <p:spPr>
              <a:xfrm>
                <a:off x="-5743282" y="-9024140"/>
                <a:ext cx="1249746" cy="1249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E6F5E6"/>
              </a:solidFill>
              <a:ln w="33201" cap="flat">
                <a:noFill/>
                <a:miter lim="400000"/>
              </a:ln>
              <a:effectLst/>
            </p:spPr>
            <p:txBody>
              <a:bodyPr wrap="square" lIns="424979" tIns="424979" rIns="424979" bIns="424979" numCol="1" anchor="t">
                <a:noAutofit/>
              </a:bodyPr>
              <a:lstStyle/>
              <a:p>
                <a:pPr defTabSz="342900">
                  <a:defRPr sz="14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6627"/>
              </a:p>
            </p:txBody>
          </p:sp>
          <p:sp>
            <p:nvSpPr>
              <p:cNvPr id="20" name="Component 20"/>
              <p:cNvSpPr/>
              <p:nvPr/>
            </p:nvSpPr>
            <p:spPr>
              <a:xfrm>
                <a:off x="-10169564" y="-6501150"/>
                <a:ext cx="1249746" cy="1249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AA00"/>
              </a:solidFill>
              <a:ln w="33201" cap="flat">
                <a:noFill/>
                <a:miter lim="400000"/>
              </a:ln>
              <a:effectLst/>
            </p:spPr>
            <p:txBody>
              <a:bodyPr wrap="square" lIns="424979" tIns="424979" rIns="424979" bIns="424979" numCol="1" anchor="t">
                <a:noAutofit/>
              </a:bodyPr>
              <a:lstStyle/>
              <a:p>
                <a:pPr defTabSz="342900">
                  <a:defRPr sz="14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6627"/>
              </a:p>
            </p:txBody>
          </p:sp>
          <p:sp>
            <p:nvSpPr>
              <p:cNvPr id="21" name="Component 21"/>
              <p:cNvSpPr/>
              <p:nvPr/>
            </p:nvSpPr>
            <p:spPr>
              <a:xfrm>
                <a:off x="-6857474" y="-3978159"/>
                <a:ext cx="1249746" cy="1249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AA00"/>
              </a:solidFill>
              <a:ln w="33201" cap="flat">
                <a:noFill/>
                <a:miter lim="400000"/>
              </a:ln>
              <a:effectLst/>
            </p:spPr>
            <p:txBody>
              <a:bodyPr wrap="square" lIns="424979" tIns="424979" rIns="424979" bIns="424979" numCol="1" anchor="t">
                <a:noAutofit/>
              </a:bodyPr>
              <a:lstStyle/>
              <a:p>
                <a:pPr defTabSz="342900">
                  <a:defRPr sz="14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6627"/>
              </a:p>
            </p:txBody>
          </p:sp>
          <p:sp>
            <p:nvSpPr>
              <p:cNvPr id="22" name="Component 22"/>
              <p:cNvSpPr/>
              <p:nvPr/>
            </p:nvSpPr>
            <p:spPr>
              <a:xfrm>
                <a:off x="-4858030" y="-1435132"/>
                <a:ext cx="1249746" cy="1249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AA00"/>
              </a:solidFill>
              <a:ln w="33201" cap="flat">
                <a:noFill/>
                <a:miter lim="400000"/>
              </a:ln>
              <a:effectLst/>
            </p:spPr>
            <p:txBody>
              <a:bodyPr wrap="square" lIns="424979" tIns="424979" rIns="424979" bIns="424979" numCol="1" anchor="t">
                <a:noAutofit/>
              </a:bodyPr>
              <a:lstStyle/>
              <a:p>
                <a:pPr defTabSz="342900">
                  <a:defRPr sz="14800"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6627"/>
              </a:p>
            </p:txBody>
          </p:sp>
        </p:grpSp>
        <p:sp>
          <p:nvSpPr>
            <p:cNvPr id="23" name="Component 23"/>
            <p:cNvSpPr/>
            <p:nvPr/>
          </p:nvSpPr>
          <p:spPr>
            <a:xfrm>
              <a:off x="-1818198" y="-6626731"/>
              <a:ext cx="2470696" cy="7550109"/>
            </a:xfrm>
            <a:prstGeom prst="rect">
              <a:avLst/>
            </a:prstGeom>
            <a:noFill/>
            <a:ln w="33201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 algn="l" defTabSz="342900">
                <a:lnSpc>
                  <a:spcPts val="2815"/>
                </a:lnSpc>
                <a:defRPr sz="1800"/>
              </a:pPr>
              <a:r>
                <a:rPr sz="3137">
                  <a:solidFill>
                    <a:srgbClr val="00AA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Q4</a:t>
              </a:r>
              <a:endParaRPr sz="3137">
                <a:latin typeface="Roboto Regular"/>
                <a:ea typeface="Roboto Regular"/>
                <a:cs typeface="Roboto Regular"/>
                <a:sym typeface="Roboto Regular"/>
              </a:endParaRPr>
            </a:p>
            <a:p>
              <a:pPr algn="l" defTabSz="342900">
                <a:lnSpc>
                  <a:spcPts val="2815"/>
                </a:lnSpc>
                <a:defRPr sz="1800"/>
              </a:pPr>
              <a:r>
                <a:rPr sz="3137">
                  <a:solidFill>
                    <a:srgbClr val="00AA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/>
              </a:r>
              <a:endParaRPr sz="3137">
                <a:latin typeface="Roboto Regular"/>
                <a:ea typeface="Roboto Regular"/>
                <a:cs typeface="Roboto Regular"/>
                <a:sym typeface="Roboto Regular"/>
              </a:endParaRPr>
            </a:p>
            <a:p>
              <a:pPr algn="l" defTabSz="342900">
                <a:lnSpc>
                  <a:spcPts val="2815"/>
                </a:lnSpc>
                <a:defRPr sz="1800"/>
              </a:pPr>
              <a:r>
                <a:rPr sz="3137">
                  <a:solidFill>
                    <a:srgbClr val="00AA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/>
              </a:r>
              <a:endParaRPr sz="3137">
                <a:latin typeface="Roboto Regular"/>
                <a:ea typeface="Roboto Regular"/>
                <a:cs typeface="Roboto Regular"/>
                <a:sym typeface="Roboto Regular"/>
              </a:endParaRPr>
            </a:p>
            <a:p>
              <a:pPr algn="l" defTabSz="342900">
                <a:lnSpc>
                  <a:spcPts val="2815"/>
                </a:lnSpc>
                <a:defRPr sz="1800"/>
              </a:pPr>
              <a:r>
                <a:rPr sz="3137">
                  <a:solidFill>
                    <a:srgbClr val="00AA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/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A00"/>
                </a:solidFill>
              </a:defRPr>
            </a:pPr>
            <a:r>
              <a:t>chart (3d=True, pic=True)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3289742" y="1097280"/>
            <a:ext cx="5582035" cy="5029200"/>
            <a:chOff x="3289742" y="1097280"/>
            <a:chExt cx="5582035" cy="5029200"/>
          </a:xfrm>
        </p:grpSpPr>
        <p:sp>
          <p:nvSpPr>
            <p:cNvPr id="4" name="Component 4"/>
            <p:cNvSpPr/>
            <p:nvPr/>
          </p:nvSpPr>
          <p:spPr>
            <a:xfrm>
              <a:off x="6283369" y="2756813"/>
              <a:ext cx="2588407" cy="819862"/>
            </a:xfrm>
            <a:custGeom>
              <a:avLst/>
              <a:gdLst>
                <a:gd name="connsiteX0" fmla="*/ 1007049 w 3789039"/>
                <a:gd name="connsiteY0" fmla="*/ 0 h 1200155"/>
                <a:gd name="connsiteX1" fmla="*/ 3188962 w 3789039"/>
                <a:gd name="connsiteY1" fmla="*/ 0 h 1200155"/>
                <a:gd name="connsiteX2" fmla="*/ 3789039 w 3789039"/>
                <a:gd name="connsiteY2" fmla="*/ 600078 h 1200155"/>
                <a:gd name="connsiteX3" fmla="*/ 3188962 w 3789039"/>
                <a:gd name="connsiteY3" fmla="*/ 1200155 h 1200155"/>
                <a:gd name="connsiteX4" fmla="*/ 0 w 3789039"/>
                <a:gd name="connsiteY4" fmla="*/ 1200155 h 120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039" h="1200155">
                  <a:moveTo>
                    <a:pt x="1007049" y="0"/>
                  </a:moveTo>
                  <a:lnTo>
                    <a:pt x="3188962" y="0"/>
                  </a:lnTo>
                  <a:lnTo>
                    <a:pt x="3789039" y="600078"/>
                  </a:lnTo>
                  <a:lnTo>
                    <a:pt x="3188962" y="1200155"/>
                  </a:lnTo>
                  <a:lnTo>
                    <a:pt x="0" y="1200155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/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Component 5"/>
            <p:cNvSpPr/>
            <p:nvPr/>
          </p:nvSpPr>
          <p:spPr>
            <a:xfrm>
              <a:off x="4904199" y="4387690"/>
              <a:ext cx="2588407" cy="819862"/>
            </a:xfrm>
            <a:custGeom>
              <a:avLst/>
              <a:gdLst>
                <a:gd name="connsiteX0" fmla="*/ 1007049 w 3789039"/>
                <a:gd name="connsiteY0" fmla="*/ 0 h 1200155"/>
                <a:gd name="connsiteX1" fmla="*/ 3188962 w 3789039"/>
                <a:gd name="connsiteY1" fmla="*/ 0 h 1200155"/>
                <a:gd name="connsiteX2" fmla="*/ 3789039 w 3789039"/>
                <a:gd name="connsiteY2" fmla="*/ 600078 h 1200155"/>
                <a:gd name="connsiteX3" fmla="*/ 3188962 w 3789039"/>
                <a:gd name="connsiteY3" fmla="*/ 1200155 h 1200155"/>
                <a:gd name="connsiteX4" fmla="*/ 0 w 3789039"/>
                <a:gd name="connsiteY4" fmla="*/ 1200155 h 120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039" h="1200155">
                  <a:moveTo>
                    <a:pt x="1007049" y="0"/>
                  </a:moveTo>
                  <a:lnTo>
                    <a:pt x="3188962" y="0"/>
                  </a:lnTo>
                  <a:lnTo>
                    <a:pt x="3789039" y="600078"/>
                  </a:lnTo>
                  <a:lnTo>
                    <a:pt x="3188962" y="1200155"/>
                  </a:lnTo>
                  <a:lnTo>
                    <a:pt x="0" y="1200155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/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Component 6"/>
            <p:cNvSpPr/>
            <p:nvPr/>
          </p:nvSpPr>
          <p:spPr>
            <a:xfrm flipH="1" flipV="1">
              <a:off x="4649691" y="1572031"/>
              <a:ext cx="2588407" cy="819862"/>
            </a:xfrm>
            <a:custGeom>
              <a:avLst/>
              <a:gdLst>
                <a:gd name="connsiteX0" fmla="*/ 1007049 w 3789039"/>
                <a:gd name="connsiteY0" fmla="*/ 0 h 1200155"/>
                <a:gd name="connsiteX1" fmla="*/ 3188962 w 3789039"/>
                <a:gd name="connsiteY1" fmla="*/ 0 h 1200155"/>
                <a:gd name="connsiteX2" fmla="*/ 3789039 w 3789039"/>
                <a:gd name="connsiteY2" fmla="*/ 600078 h 1200155"/>
                <a:gd name="connsiteX3" fmla="*/ 3188962 w 3789039"/>
                <a:gd name="connsiteY3" fmla="*/ 1200155 h 1200155"/>
                <a:gd name="connsiteX4" fmla="*/ 0 w 3789039"/>
                <a:gd name="connsiteY4" fmla="*/ 1200155 h 120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039" h="1200155">
                  <a:moveTo>
                    <a:pt x="1007049" y="0"/>
                  </a:moveTo>
                  <a:lnTo>
                    <a:pt x="3188962" y="0"/>
                  </a:lnTo>
                  <a:lnTo>
                    <a:pt x="3789039" y="600078"/>
                  </a:lnTo>
                  <a:lnTo>
                    <a:pt x="3188962" y="1200155"/>
                  </a:lnTo>
                  <a:lnTo>
                    <a:pt x="0" y="1200155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/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Component 7"/>
            <p:cNvSpPr/>
            <p:nvPr/>
          </p:nvSpPr>
          <p:spPr>
            <a:xfrm flipH="1" flipV="1">
              <a:off x="3289742" y="3202909"/>
              <a:ext cx="2588407" cy="819862"/>
            </a:xfrm>
            <a:custGeom>
              <a:avLst/>
              <a:gdLst>
                <a:gd name="connsiteX0" fmla="*/ 1007049 w 3789039"/>
                <a:gd name="connsiteY0" fmla="*/ 0 h 1200155"/>
                <a:gd name="connsiteX1" fmla="*/ 3188962 w 3789039"/>
                <a:gd name="connsiteY1" fmla="*/ 0 h 1200155"/>
                <a:gd name="connsiteX2" fmla="*/ 3789039 w 3789039"/>
                <a:gd name="connsiteY2" fmla="*/ 600078 h 1200155"/>
                <a:gd name="connsiteX3" fmla="*/ 3188962 w 3789039"/>
                <a:gd name="connsiteY3" fmla="*/ 1200155 h 1200155"/>
                <a:gd name="connsiteX4" fmla="*/ 0 w 3789039"/>
                <a:gd name="connsiteY4" fmla="*/ 1200155 h 1200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039" h="1200155">
                  <a:moveTo>
                    <a:pt x="1007049" y="0"/>
                  </a:moveTo>
                  <a:lnTo>
                    <a:pt x="3188962" y="0"/>
                  </a:lnTo>
                  <a:lnTo>
                    <a:pt x="3789039" y="600078"/>
                  </a:lnTo>
                  <a:lnTo>
                    <a:pt x="3188962" y="1200155"/>
                  </a:lnTo>
                  <a:lnTo>
                    <a:pt x="0" y="1200155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/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" name="Component 8"/>
            <p:cNvGrpSpPr/>
            <p:nvPr/>
          </p:nvGrpSpPr>
          <p:grpSpPr>
            <a:xfrm>
              <a:off x="5051552" y="1670329"/>
              <a:ext cx="2068698" cy="622369"/>
              <a:chOff x="4813920" y="588734"/>
              <a:chExt cx="2715373" cy="816922"/>
            </a:xfrm>
          </p:grpSpPr>
          <p:cxnSp>
            <p:nvCxnSpPr>
              <p:cNvPr id="9" name="Component 9"/>
              <p:cNvCxnSpPr/>
              <p:nvPr/>
            </p:nvCxnSpPr>
            <p:spPr>
              <a:xfrm>
                <a:off x="4813920" y="588734"/>
                <a:ext cx="271537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  <p:cxnSp>
            <p:nvCxnSpPr>
              <p:cNvPr id="10" name="Component 10"/>
              <p:cNvCxnSpPr/>
              <p:nvPr/>
            </p:nvCxnSpPr>
            <p:spPr>
              <a:xfrm>
                <a:off x="4813920" y="1405655"/>
                <a:ext cx="203366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</p:grpSp>
        <p:grpSp>
          <p:nvGrpSpPr>
            <p:cNvPr id="11" name="Component 11"/>
            <p:cNvGrpSpPr/>
            <p:nvPr/>
          </p:nvGrpSpPr>
          <p:grpSpPr>
            <a:xfrm>
              <a:off x="3695852" y="3295692"/>
              <a:ext cx="2068698" cy="622369"/>
              <a:chOff x="4813920" y="588734"/>
              <a:chExt cx="2715373" cy="816922"/>
            </a:xfrm>
          </p:grpSpPr>
          <p:cxnSp>
            <p:nvCxnSpPr>
              <p:cNvPr id="12" name="Component 12"/>
              <p:cNvCxnSpPr/>
              <p:nvPr/>
            </p:nvCxnSpPr>
            <p:spPr>
              <a:xfrm>
                <a:off x="4813920" y="588734"/>
                <a:ext cx="271537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  <p:cxnSp>
            <p:nvCxnSpPr>
              <p:cNvPr id="13" name="Component 13"/>
              <p:cNvCxnSpPr/>
              <p:nvPr/>
            </p:nvCxnSpPr>
            <p:spPr>
              <a:xfrm>
                <a:off x="4813920" y="1405655"/>
                <a:ext cx="203366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</p:grpSp>
        <p:grpSp>
          <p:nvGrpSpPr>
            <p:cNvPr id="14" name="Component 14"/>
            <p:cNvGrpSpPr/>
            <p:nvPr/>
          </p:nvGrpSpPr>
          <p:grpSpPr>
            <a:xfrm flipH="1" flipV="1">
              <a:off x="6357253" y="2853810"/>
              <a:ext cx="2068698" cy="622369"/>
              <a:chOff x="4813920" y="588734"/>
              <a:chExt cx="2715373" cy="816922"/>
            </a:xfrm>
          </p:grpSpPr>
          <p:cxnSp>
            <p:nvCxnSpPr>
              <p:cNvPr id="15" name="Component 15"/>
              <p:cNvCxnSpPr/>
              <p:nvPr/>
            </p:nvCxnSpPr>
            <p:spPr>
              <a:xfrm>
                <a:off x="4813920" y="588734"/>
                <a:ext cx="271537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  <p:cxnSp>
            <p:nvCxnSpPr>
              <p:cNvPr id="16" name="Component 16"/>
              <p:cNvCxnSpPr/>
              <p:nvPr/>
            </p:nvCxnSpPr>
            <p:spPr>
              <a:xfrm>
                <a:off x="4813920" y="1405655"/>
                <a:ext cx="203366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</p:grpSp>
        <p:grpSp>
          <p:nvGrpSpPr>
            <p:cNvPr id="17" name="Component 17"/>
            <p:cNvGrpSpPr/>
            <p:nvPr/>
          </p:nvGrpSpPr>
          <p:grpSpPr>
            <a:xfrm flipH="1" flipV="1">
              <a:off x="4997950" y="4489505"/>
              <a:ext cx="2068698" cy="622369"/>
              <a:chOff x="4813920" y="588734"/>
              <a:chExt cx="2715373" cy="816922"/>
            </a:xfrm>
          </p:grpSpPr>
          <p:cxnSp>
            <p:nvCxnSpPr>
              <p:cNvPr id="18" name="Component 18"/>
              <p:cNvCxnSpPr/>
              <p:nvPr/>
            </p:nvCxnSpPr>
            <p:spPr>
              <a:xfrm>
                <a:off x="4813920" y="588734"/>
                <a:ext cx="271537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  <p:cxnSp>
            <p:nvCxnSpPr>
              <p:cNvPr id="19" name="Component 19"/>
              <p:cNvCxnSpPr/>
              <p:nvPr/>
            </p:nvCxnSpPr>
            <p:spPr>
              <a:xfrm>
                <a:off x="4813920" y="1405655"/>
                <a:ext cx="2033663" cy="0"/>
              </a:xfrm>
              <a:prstGeom prst="line">
                <a:avLst/>
              </a:prstGeom>
              <a:ln>
                <a:solidFill>
                  <a:srgbClr val="FFFFFF"/>
                </a:solidFill>
                <a:prstDash val="dash"/>
              </a:ln>
            </p:spPr>
            <p:style>
              <a:lnRef idx="1">
                <a:srgbClr val="00AA00"/>
              </a:lnRef>
              <a:fillRef idx="0">
                <a:srgbClr val="00AA00"/>
              </a:fillRef>
              <a:effectRef idx="0">
                <a:srgbClr val="00AA00"/>
              </a:effectRef>
              <a:fontRef idx="minor">
                <a:srgbClr val="1A3A1A"/>
              </a:fontRef>
            </p:style>
          </p:cxnSp>
        </p:grpSp>
        <p:sp>
          <p:nvSpPr>
            <p:cNvPr id="20" name="Component 20"/>
            <p:cNvSpPr/>
            <p:nvPr/>
          </p:nvSpPr>
          <p:spPr>
            <a:xfrm rot="18586845">
              <a:off x="6123123" y="3035367"/>
              <a:ext cx="1258210" cy="282174"/>
            </a:xfrm>
            <a:custGeom>
              <a:avLst/>
              <a:gdLst>
                <a:gd name="connsiteX0" fmla="*/ 0 w 1556201"/>
                <a:gd name="connsiteY0" fmla="*/ 0 h 245909"/>
                <a:gd name="connsiteX1" fmla="*/ 1556201 w 1556201"/>
                <a:gd name="connsiteY1" fmla="*/ 0 h 245909"/>
                <a:gd name="connsiteX2" fmla="*/ 1556201 w 1556201"/>
                <a:gd name="connsiteY2" fmla="*/ 245909 h 245909"/>
                <a:gd name="connsiteX3" fmla="*/ 0 w 1556201"/>
                <a:gd name="connsiteY3" fmla="*/ 245909 h 245909"/>
                <a:gd name="connsiteX4" fmla="*/ 0 w 1556201"/>
                <a:gd name="connsiteY4" fmla="*/ 0 h 245909"/>
                <a:gd name="connsiteX0-1" fmla="*/ 0 w 1915878"/>
                <a:gd name="connsiteY0-2" fmla="*/ 0 h 454608"/>
                <a:gd name="connsiteX1-3" fmla="*/ 1556201 w 1915878"/>
                <a:gd name="connsiteY1-4" fmla="*/ 0 h 454608"/>
                <a:gd name="connsiteX2-5" fmla="*/ 1915878 w 1915878"/>
                <a:gd name="connsiteY2-6" fmla="*/ 454608 h 454608"/>
                <a:gd name="connsiteX3-7" fmla="*/ 0 w 1915878"/>
                <a:gd name="connsiteY3-8" fmla="*/ 245909 h 454608"/>
                <a:gd name="connsiteX4-9" fmla="*/ 0 w 1915878"/>
                <a:gd name="connsiteY4-10" fmla="*/ 0 h 454608"/>
                <a:gd name="connsiteX0-11" fmla="*/ 0 w 1915878"/>
                <a:gd name="connsiteY0-12" fmla="*/ 0 h 454608"/>
                <a:gd name="connsiteX1-13" fmla="*/ 1535467 w 1915878"/>
                <a:gd name="connsiteY1-14" fmla="*/ 4869 h 454608"/>
                <a:gd name="connsiteX2-15" fmla="*/ 1915878 w 1915878"/>
                <a:gd name="connsiteY2-16" fmla="*/ 454608 h 454608"/>
                <a:gd name="connsiteX3-17" fmla="*/ 0 w 1915878"/>
                <a:gd name="connsiteY3-18" fmla="*/ 245909 h 454608"/>
                <a:gd name="connsiteX4-19" fmla="*/ 0 w 1915878"/>
                <a:gd name="connsiteY4-20" fmla="*/ 0 h 454608"/>
                <a:gd name="connsiteX0-21" fmla="*/ 0 w 1915878"/>
                <a:gd name="connsiteY0-22" fmla="*/ 0 h 605876"/>
                <a:gd name="connsiteX1-23" fmla="*/ 1535467 w 1915878"/>
                <a:gd name="connsiteY1-24" fmla="*/ 4869 h 605876"/>
                <a:gd name="connsiteX2-25" fmla="*/ 1915878 w 1915878"/>
                <a:gd name="connsiteY2-26" fmla="*/ 454608 h 605876"/>
                <a:gd name="connsiteX3-27" fmla="*/ 460835 w 1915878"/>
                <a:gd name="connsiteY3-28" fmla="*/ 605876 h 605876"/>
                <a:gd name="connsiteX4-29" fmla="*/ 0 w 1915878"/>
                <a:gd name="connsiteY4-30" fmla="*/ 0 h 605876"/>
                <a:gd name="connsiteX0-31" fmla="*/ 0 w 1930518"/>
                <a:gd name="connsiteY0-32" fmla="*/ 7320 h 601007"/>
                <a:gd name="connsiteX1-33" fmla="*/ 1550107 w 1930518"/>
                <a:gd name="connsiteY1-34" fmla="*/ 0 h 601007"/>
                <a:gd name="connsiteX2-35" fmla="*/ 1930518 w 1930518"/>
                <a:gd name="connsiteY2-36" fmla="*/ 449739 h 601007"/>
                <a:gd name="connsiteX3-37" fmla="*/ 475475 w 1930518"/>
                <a:gd name="connsiteY3-38" fmla="*/ 601007 h 601007"/>
                <a:gd name="connsiteX4-39" fmla="*/ 0 w 1930518"/>
                <a:gd name="connsiteY4-40" fmla="*/ 7320 h 601007"/>
                <a:gd name="connsiteX0-41" fmla="*/ 0 w 1930518"/>
                <a:gd name="connsiteY0-42" fmla="*/ 7320 h 637608"/>
                <a:gd name="connsiteX1-43" fmla="*/ 1550107 w 1930518"/>
                <a:gd name="connsiteY1-44" fmla="*/ 0 h 637608"/>
                <a:gd name="connsiteX2-45" fmla="*/ 1930518 w 1930518"/>
                <a:gd name="connsiteY2-46" fmla="*/ 449739 h 637608"/>
                <a:gd name="connsiteX3-47" fmla="*/ 505948 w 1930518"/>
                <a:gd name="connsiteY3-48" fmla="*/ 637608 h 637608"/>
                <a:gd name="connsiteX4-49" fmla="*/ 0 w 1930518"/>
                <a:gd name="connsiteY4-50" fmla="*/ 7320 h 637608"/>
                <a:gd name="connsiteX0-51" fmla="*/ 0 w 1930518"/>
                <a:gd name="connsiteY0-52" fmla="*/ 7320 h 637608"/>
                <a:gd name="connsiteX1-53" fmla="*/ 1550107 w 1930518"/>
                <a:gd name="connsiteY1-54" fmla="*/ 0 h 637608"/>
                <a:gd name="connsiteX2-55" fmla="*/ 1930518 w 1930518"/>
                <a:gd name="connsiteY2-56" fmla="*/ 449739 h 637608"/>
                <a:gd name="connsiteX3-57" fmla="*/ 505948 w 1930518"/>
                <a:gd name="connsiteY3-58" fmla="*/ 637608 h 637608"/>
                <a:gd name="connsiteX4-59" fmla="*/ 0 w 1930518"/>
                <a:gd name="connsiteY4-60" fmla="*/ 7320 h 637608"/>
                <a:gd name="connsiteX0-61" fmla="*/ 0 w 2038995"/>
                <a:gd name="connsiteY0-62" fmla="*/ 7320 h 637608"/>
                <a:gd name="connsiteX1-63" fmla="*/ 1550107 w 2038995"/>
                <a:gd name="connsiteY1-64" fmla="*/ 0 h 637608"/>
                <a:gd name="connsiteX2-65" fmla="*/ 2038995 w 2038995"/>
                <a:gd name="connsiteY2-66" fmla="*/ 594912 h 637608"/>
                <a:gd name="connsiteX3-67" fmla="*/ 505948 w 2038995"/>
                <a:gd name="connsiteY3-68" fmla="*/ 637608 h 637608"/>
                <a:gd name="connsiteX4-69" fmla="*/ 0 w 2038995"/>
                <a:gd name="connsiteY4-70" fmla="*/ 7320 h 637608"/>
                <a:gd name="connsiteX0-71" fmla="*/ 0 w 1841830"/>
                <a:gd name="connsiteY0-72" fmla="*/ 7320 h 637608"/>
                <a:gd name="connsiteX1-73" fmla="*/ 1550107 w 1841830"/>
                <a:gd name="connsiteY1-74" fmla="*/ 0 h 637608"/>
                <a:gd name="connsiteX2-75" fmla="*/ 1841830 w 1841830"/>
                <a:gd name="connsiteY2-76" fmla="*/ 378862 h 637608"/>
                <a:gd name="connsiteX3-77" fmla="*/ 505948 w 1841830"/>
                <a:gd name="connsiteY3-78" fmla="*/ 637608 h 637608"/>
                <a:gd name="connsiteX4-79" fmla="*/ 0 w 1841830"/>
                <a:gd name="connsiteY4-80" fmla="*/ 7320 h 637608"/>
                <a:gd name="connsiteX0-81" fmla="*/ 0 w 1841830"/>
                <a:gd name="connsiteY0-82" fmla="*/ 7320 h 413061"/>
                <a:gd name="connsiteX1-83" fmla="*/ 1550107 w 1841830"/>
                <a:gd name="connsiteY1-84" fmla="*/ 0 h 413061"/>
                <a:gd name="connsiteX2-85" fmla="*/ 1841830 w 1841830"/>
                <a:gd name="connsiteY2-86" fmla="*/ 378862 h 413061"/>
                <a:gd name="connsiteX3-87" fmla="*/ 318989 w 1841830"/>
                <a:gd name="connsiteY3-88" fmla="*/ 413061 h 413061"/>
                <a:gd name="connsiteX4-89" fmla="*/ 0 w 1841830"/>
                <a:gd name="connsiteY4-90" fmla="*/ 7320 h 4130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41830" h="413061">
                  <a:moveTo>
                    <a:pt x="0" y="7320"/>
                  </a:moveTo>
                  <a:lnTo>
                    <a:pt x="1550107" y="0"/>
                  </a:lnTo>
                  <a:lnTo>
                    <a:pt x="1841830" y="378862"/>
                  </a:lnTo>
                  <a:lnTo>
                    <a:pt x="318989" y="413061"/>
                  </a:lnTo>
                  <a:lnTo>
                    <a:pt x="0" y="732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AA00">
                    <a:alpha val="0"/>
                    <a:lumMod val="100000"/>
                  </a:srgbClr>
                </a:gs>
                <a:gs pos="100000">
                  <a:srgbClr val="1A3A1A">
                    <a:lumMod val="65000"/>
                    <a:lumOff val="3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Component 21"/>
            <p:cNvSpPr/>
            <p:nvPr/>
          </p:nvSpPr>
          <p:spPr>
            <a:xfrm rot="18586845">
              <a:off x="4748358" y="4671734"/>
              <a:ext cx="1241961" cy="247311"/>
            </a:xfrm>
            <a:custGeom>
              <a:avLst/>
              <a:gdLst>
                <a:gd name="connsiteX0" fmla="*/ 0 w 1556201"/>
                <a:gd name="connsiteY0" fmla="*/ 0 h 245909"/>
                <a:gd name="connsiteX1" fmla="*/ 1556201 w 1556201"/>
                <a:gd name="connsiteY1" fmla="*/ 0 h 245909"/>
                <a:gd name="connsiteX2" fmla="*/ 1556201 w 1556201"/>
                <a:gd name="connsiteY2" fmla="*/ 245909 h 245909"/>
                <a:gd name="connsiteX3" fmla="*/ 0 w 1556201"/>
                <a:gd name="connsiteY3" fmla="*/ 245909 h 245909"/>
                <a:gd name="connsiteX4" fmla="*/ 0 w 1556201"/>
                <a:gd name="connsiteY4" fmla="*/ 0 h 245909"/>
                <a:gd name="connsiteX0-1" fmla="*/ 0 w 1915878"/>
                <a:gd name="connsiteY0-2" fmla="*/ 0 h 454608"/>
                <a:gd name="connsiteX1-3" fmla="*/ 1556201 w 1915878"/>
                <a:gd name="connsiteY1-4" fmla="*/ 0 h 454608"/>
                <a:gd name="connsiteX2-5" fmla="*/ 1915878 w 1915878"/>
                <a:gd name="connsiteY2-6" fmla="*/ 454608 h 454608"/>
                <a:gd name="connsiteX3-7" fmla="*/ 0 w 1915878"/>
                <a:gd name="connsiteY3-8" fmla="*/ 245909 h 454608"/>
                <a:gd name="connsiteX4-9" fmla="*/ 0 w 1915878"/>
                <a:gd name="connsiteY4-10" fmla="*/ 0 h 454608"/>
                <a:gd name="connsiteX0-11" fmla="*/ 0 w 1915878"/>
                <a:gd name="connsiteY0-12" fmla="*/ 0 h 454608"/>
                <a:gd name="connsiteX1-13" fmla="*/ 1535467 w 1915878"/>
                <a:gd name="connsiteY1-14" fmla="*/ 4869 h 454608"/>
                <a:gd name="connsiteX2-15" fmla="*/ 1915878 w 1915878"/>
                <a:gd name="connsiteY2-16" fmla="*/ 454608 h 454608"/>
                <a:gd name="connsiteX3-17" fmla="*/ 0 w 1915878"/>
                <a:gd name="connsiteY3-18" fmla="*/ 245909 h 454608"/>
                <a:gd name="connsiteX4-19" fmla="*/ 0 w 1915878"/>
                <a:gd name="connsiteY4-20" fmla="*/ 0 h 454608"/>
                <a:gd name="connsiteX0-21" fmla="*/ 0 w 1915878"/>
                <a:gd name="connsiteY0-22" fmla="*/ 0 h 605876"/>
                <a:gd name="connsiteX1-23" fmla="*/ 1535467 w 1915878"/>
                <a:gd name="connsiteY1-24" fmla="*/ 4869 h 605876"/>
                <a:gd name="connsiteX2-25" fmla="*/ 1915878 w 1915878"/>
                <a:gd name="connsiteY2-26" fmla="*/ 454608 h 605876"/>
                <a:gd name="connsiteX3-27" fmla="*/ 460835 w 1915878"/>
                <a:gd name="connsiteY3-28" fmla="*/ 605876 h 605876"/>
                <a:gd name="connsiteX4-29" fmla="*/ 0 w 1915878"/>
                <a:gd name="connsiteY4-30" fmla="*/ 0 h 605876"/>
                <a:gd name="connsiteX0-31" fmla="*/ 0 w 1930518"/>
                <a:gd name="connsiteY0-32" fmla="*/ 7320 h 601007"/>
                <a:gd name="connsiteX1-33" fmla="*/ 1550107 w 1930518"/>
                <a:gd name="connsiteY1-34" fmla="*/ 0 h 601007"/>
                <a:gd name="connsiteX2-35" fmla="*/ 1930518 w 1930518"/>
                <a:gd name="connsiteY2-36" fmla="*/ 449739 h 601007"/>
                <a:gd name="connsiteX3-37" fmla="*/ 475475 w 1930518"/>
                <a:gd name="connsiteY3-38" fmla="*/ 601007 h 601007"/>
                <a:gd name="connsiteX4-39" fmla="*/ 0 w 1930518"/>
                <a:gd name="connsiteY4-40" fmla="*/ 7320 h 601007"/>
                <a:gd name="connsiteX0-41" fmla="*/ 0 w 1930518"/>
                <a:gd name="connsiteY0-42" fmla="*/ 7320 h 637608"/>
                <a:gd name="connsiteX1-43" fmla="*/ 1550107 w 1930518"/>
                <a:gd name="connsiteY1-44" fmla="*/ 0 h 637608"/>
                <a:gd name="connsiteX2-45" fmla="*/ 1930518 w 1930518"/>
                <a:gd name="connsiteY2-46" fmla="*/ 449739 h 637608"/>
                <a:gd name="connsiteX3-47" fmla="*/ 505948 w 1930518"/>
                <a:gd name="connsiteY3-48" fmla="*/ 637608 h 637608"/>
                <a:gd name="connsiteX4-49" fmla="*/ 0 w 1930518"/>
                <a:gd name="connsiteY4-50" fmla="*/ 7320 h 637608"/>
                <a:gd name="connsiteX0-51" fmla="*/ 0 w 1930518"/>
                <a:gd name="connsiteY0-52" fmla="*/ 7320 h 637608"/>
                <a:gd name="connsiteX1-53" fmla="*/ 1550107 w 1930518"/>
                <a:gd name="connsiteY1-54" fmla="*/ 0 h 637608"/>
                <a:gd name="connsiteX2-55" fmla="*/ 1930518 w 1930518"/>
                <a:gd name="connsiteY2-56" fmla="*/ 449739 h 637608"/>
                <a:gd name="connsiteX3-57" fmla="*/ 505948 w 1930518"/>
                <a:gd name="connsiteY3-58" fmla="*/ 637608 h 637608"/>
                <a:gd name="connsiteX4-59" fmla="*/ 0 w 1930518"/>
                <a:gd name="connsiteY4-60" fmla="*/ 7320 h 637608"/>
                <a:gd name="connsiteX0-61" fmla="*/ 0 w 2038995"/>
                <a:gd name="connsiteY0-62" fmla="*/ 7320 h 637608"/>
                <a:gd name="connsiteX1-63" fmla="*/ 1550107 w 2038995"/>
                <a:gd name="connsiteY1-64" fmla="*/ 0 h 637608"/>
                <a:gd name="connsiteX2-65" fmla="*/ 2038995 w 2038995"/>
                <a:gd name="connsiteY2-66" fmla="*/ 594912 h 637608"/>
                <a:gd name="connsiteX3-67" fmla="*/ 505948 w 2038995"/>
                <a:gd name="connsiteY3-68" fmla="*/ 637608 h 637608"/>
                <a:gd name="connsiteX4-69" fmla="*/ 0 w 2038995"/>
                <a:gd name="connsiteY4-70" fmla="*/ 7320 h 637608"/>
                <a:gd name="connsiteX0-71" fmla="*/ 0 w 1828251"/>
                <a:gd name="connsiteY0-72" fmla="*/ 7320 h 637608"/>
                <a:gd name="connsiteX1-73" fmla="*/ 1550107 w 1828251"/>
                <a:gd name="connsiteY1-74" fmla="*/ 0 h 637608"/>
                <a:gd name="connsiteX2-75" fmla="*/ 1828251 w 1828251"/>
                <a:gd name="connsiteY2-76" fmla="*/ 321039 h 637608"/>
                <a:gd name="connsiteX3-77" fmla="*/ 505948 w 1828251"/>
                <a:gd name="connsiteY3-78" fmla="*/ 637608 h 637608"/>
                <a:gd name="connsiteX4-79" fmla="*/ 0 w 1828251"/>
                <a:gd name="connsiteY4-80" fmla="*/ 7320 h 637608"/>
                <a:gd name="connsiteX0-81" fmla="*/ 0 w 1828251"/>
                <a:gd name="connsiteY0-82" fmla="*/ 7320 h 404561"/>
                <a:gd name="connsiteX1-83" fmla="*/ 1550107 w 1828251"/>
                <a:gd name="connsiteY1-84" fmla="*/ 0 h 404561"/>
                <a:gd name="connsiteX2-85" fmla="*/ 1828251 w 1828251"/>
                <a:gd name="connsiteY2-86" fmla="*/ 321039 h 404561"/>
                <a:gd name="connsiteX3-87" fmla="*/ 329196 w 1828251"/>
                <a:gd name="connsiteY3-88" fmla="*/ 404561 h 404561"/>
                <a:gd name="connsiteX4-89" fmla="*/ 0 w 1828251"/>
                <a:gd name="connsiteY4-90" fmla="*/ 7320 h 404561"/>
                <a:gd name="connsiteX0-91" fmla="*/ 0 w 1828251"/>
                <a:gd name="connsiteY0-92" fmla="*/ 7320 h 362026"/>
                <a:gd name="connsiteX1-93" fmla="*/ 1550107 w 1828251"/>
                <a:gd name="connsiteY1-94" fmla="*/ 0 h 362026"/>
                <a:gd name="connsiteX2-95" fmla="*/ 1828251 w 1828251"/>
                <a:gd name="connsiteY2-96" fmla="*/ 321039 h 362026"/>
                <a:gd name="connsiteX3-97" fmla="*/ 276499 w 1828251"/>
                <a:gd name="connsiteY3-98" fmla="*/ 362026 h 362026"/>
                <a:gd name="connsiteX4-99" fmla="*/ 0 w 1828251"/>
                <a:gd name="connsiteY4-100" fmla="*/ 7320 h 362026"/>
                <a:gd name="connsiteX0-101" fmla="*/ 0 w 1818044"/>
                <a:gd name="connsiteY0-102" fmla="*/ 7320 h 362026"/>
                <a:gd name="connsiteX1-103" fmla="*/ 1550107 w 1818044"/>
                <a:gd name="connsiteY1-104" fmla="*/ 0 h 362026"/>
                <a:gd name="connsiteX2-105" fmla="*/ 1818044 w 1818044"/>
                <a:gd name="connsiteY2-106" fmla="*/ 329537 h 362026"/>
                <a:gd name="connsiteX3-107" fmla="*/ 276499 w 1818044"/>
                <a:gd name="connsiteY3-108" fmla="*/ 362026 h 362026"/>
                <a:gd name="connsiteX4-109" fmla="*/ 0 w 1818044"/>
                <a:gd name="connsiteY4-110" fmla="*/ 7320 h 36202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18044" h="362026">
                  <a:moveTo>
                    <a:pt x="0" y="7320"/>
                  </a:moveTo>
                  <a:lnTo>
                    <a:pt x="1550107" y="0"/>
                  </a:lnTo>
                  <a:lnTo>
                    <a:pt x="1818044" y="329537"/>
                  </a:lnTo>
                  <a:lnTo>
                    <a:pt x="276499" y="362026"/>
                  </a:lnTo>
                  <a:lnTo>
                    <a:pt x="0" y="732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AA00">
                    <a:alpha val="0"/>
                    <a:lumMod val="100000"/>
                  </a:srgbClr>
                </a:gs>
                <a:gs pos="94000">
                  <a:srgbClr val="1A3A1A">
                    <a:lumMod val="65000"/>
                    <a:lumOff val="3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Component 22"/>
            <p:cNvSpPr/>
            <p:nvPr/>
          </p:nvSpPr>
          <p:spPr>
            <a:xfrm rot="18586845">
              <a:off x="6118291" y="1805602"/>
              <a:ext cx="1311625" cy="358871"/>
            </a:xfrm>
            <a:custGeom>
              <a:avLst/>
              <a:gdLst>
                <a:gd name="connsiteX0" fmla="*/ 0 w 1556201"/>
                <a:gd name="connsiteY0" fmla="*/ 0 h 245909"/>
                <a:gd name="connsiteX1" fmla="*/ 1556201 w 1556201"/>
                <a:gd name="connsiteY1" fmla="*/ 0 h 245909"/>
                <a:gd name="connsiteX2" fmla="*/ 1556201 w 1556201"/>
                <a:gd name="connsiteY2" fmla="*/ 245909 h 245909"/>
                <a:gd name="connsiteX3" fmla="*/ 0 w 1556201"/>
                <a:gd name="connsiteY3" fmla="*/ 245909 h 245909"/>
                <a:gd name="connsiteX4" fmla="*/ 0 w 1556201"/>
                <a:gd name="connsiteY4" fmla="*/ 0 h 245909"/>
                <a:gd name="connsiteX0-1" fmla="*/ 0 w 1915878"/>
                <a:gd name="connsiteY0-2" fmla="*/ 0 h 454608"/>
                <a:gd name="connsiteX1-3" fmla="*/ 1556201 w 1915878"/>
                <a:gd name="connsiteY1-4" fmla="*/ 0 h 454608"/>
                <a:gd name="connsiteX2-5" fmla="*/ 1915878 w 1915878"/>
                <a:gd name="connsiteY2-6" fmla="*/ 454608 h 454608"/>
                <a:gd name="connsiteX3-7" fmla="*/ 0 w 1915878"/>
                <a:gd name="connsiteY3-8" fmla="*/ 245909 h 454608"/>
                <a:gd name="connsiteX4-9" fmla="*/ 0 w 1915878"/>
                <a:gd name="connsiteY4-10" fmla="*/ 0 h 454608"/>
                <a:gd name="connsiteX0-11" fmla="*/ 0 w 1915878"/>
                <a:gd name="connsiteY0-12" fmla="*/ 0 h 454608"/>
                <a:gd name="connsiteX1-13" fmla="*/ 1535467 w 1915878"/>
                <a:gd name="connsiteY1-14" fmla="*/ 4869 h 454608"/>
                <a:gd name="connsiteX2-15" fmla="*/ 1915878 w 1915878"/>
                <a:gd name="connsiteY2-16" fmla="*/ 454608 h 454608"/>
                <a:gd name="connsiteX3-17" fmla="*/ 0 w 1915878"/>
                <a:gd name="connsiteY3-18" fmla="*/ 245909 h 454608"/>
                <a:gd name="connsiteX4-19" fmla="*/ 0 w 1915878"/>
                <a:gd name="connsiteY4-20" fmla="*/ 0 h 454608"/>
                <a:gd name="connsiteX0-21" fmla="*/ 0 w 1915878"/>
                <a:gd name="connsiteY0-22" fmla="*/ 0 h 605876"/>
                <a:gd name="connsiteX1-23" fmla="*/ 1535467 w 1915878"/>
                <a:gd name="connsiteY1-24" fmla="*/ 4869 h 605876"/>
                <a:gd name="connsiteX2-25" fmla="*/ 1915878 w 1915878"/>
                <a:gd name="connsiteY2-26" fmla="*/ 454608 h 605876"/>
                <a:gd name="connsiteX3-27" fmla="*/ 460835 w 1915878"/>
                <a:gd name="connsiteY3-28" fmla="*/ 605876 h 605876"/>
                <a:gd name="connsiteX4-29" fmla="*/ 0 w 1915878"/>
                <a:gd name="connsiteY4-30" fmla="*/ 0 h 605876"/>
                <a:gd name="connsiteX0-31" fmla="*/ 0 w 1930518"/>
                <a:gd name="connsiteY0-32" fmla="*/ 7320 h 601007"/>
                <a:gd name="connsiteX1-33" fmla="*/ 1550107 w 1930518"/>
                <a:gd name="connsiteY1-34" fmla="*/ 0 h 601007"/>
                <a:gd name="connsiteX2-35" fmla="*/ 1930518 w 1930518"/>
                <a:gd name="connsiteY2-36" fmla="*/ 449739 h 601007"/>
                <a:gd name="connsiteX3-37" fmla="*/ 475475 w 1930518"/>
                <a:gd name="connsiteY3-38" fmla="*/ 601007 h 601007"/>
                <a:gd name="connsiteX4-39" fmla="*/ 0 w 1930518"/>
                <a:gd name="connsiteY4-40" fmla="*/ 7320 h 601007"/>
                <a:gd name="connsiteX0-41" fmla="*/ 0 w 1930518"/>
                <a:gd name="connsiteY0-42" fmla="*/ 7320 h 637608"/>
                <a:gd name="connsiteX1-43" fmla="*/ 1550107 w 1930518"/>
                <a:gd name="connsiteY1-44" fmla="*/ 0 h 637608"/>
                <a:gd name="connsiteX2-45" fmla="*/ 1930518 w 1930518"/>
                <a:gd name="connsiteY2-46" fmla="*/ 449739 h 637608"/>
                <a:gd name="connsiteX3-47" fmla="*/ 505948 w 1930518"/>
                <a:gd name="connsiteY3-48" fmla="*/ 637608 h 637608"/>
                <a:gd name="connsiteX4-49" fmla="*/ 0 w 1930518"/>
                <a:gd name="connsiteY4-50" fmla="*/ 7320 h 637608"/>
                <a:gd name="connsiteX0-51" fmla="*/ 0 w 1930518"/>
                <a:gd name="connsiteY0-52" fmla="*/ 7320 h 637608"/>
                <a:gd name="connsiteX1-53" fmla="*/ 1550107 w 1930518"/>
                <a:gd name="connsiteY1-54" fmla="*/ 0 h 637608"/>
                <a:gd name="connsiteX2-55" fmla="*/ 1930518 w 1930518"/>
                <a:gd name="connsiteY2-56" fmla="*/ 449739 h 637608"/>
                <a:gd name="connsiteX3-57" fmla="*/ 505948 w 1930518"/>
                <a:gd name="connsiteY3-58" fmla="*/ 637608 h 637608"/>
                <a:gd name="connsiteX4-59" fmla="*/ 0 w 1930518"/>
                <a:gd name="connsiteY4-60" fmla="*/ 7320 h 637608"/>
                <a:gd name="connsiteX0-61" fmla="*/ 0 w 2038995"/>
                <a:gd name="connsiteY0-62" fmla="*/ 7320 h 637608"/>
                <a:gd name="connsiteX1-63" fmla="*/ 1550107 w 2038995"/>
                <a:gd name="connsiteY1-64" fmla="*/ 0 h 637608"/>
                <a:gd name="connsiteX2-65" fmla="*/ 2038995 w 2038995"/>
                <a:gd name="connsiteY2-66" fmla="*/ 594912 h 637608"/>
                <a:gd name="connsiteX3-67" fmla="*/ 505948 w 2038995"/>
                <a:gd name="connsiteY3-68" fmla="*/ 637608 h 637608"/>
                <a:gd name="connsiteX4-69" fmla="*/ 0 w 2038995"/>
                <a:gd name="connsiteY4-70" fmla="*/ 7320 h 637608"/>
                <a:gd name="connsiteX0-71" fmla="*/ 0 w 1920021"/>
                <a:gd name="connsiteY0-72" fmla="*/ 150215 h 637608"/>
                <a:gd name="connsiteX1-73" fmla="*/ 1431133 w 1920021"/>
                <a:gd name="connsiteY1-74" fmla="*/ 0 h 637608"/>
                <a:gd name="connsiteX2-75" fmla="*/ 1920021 w 1920021"/>
                <a:gd name="connsiteY2-76" fmla="*/ 594912 h 637608"/>
                <a:gd name="connsiteX3-77" fmla="*/ 386974 w 1920021"/>
                <a:gd name="connsiteY3-78" fmla="*/ 637608 h 637608"/>
                <a:gd name="connsiteX4-79" fmla="*/ 0 w 1920021"/>
                <a:gd name="connsiteY4-80" fmla="*/ 150215 h 637608"/>
                <a:gd name="connsiteX0-81" fmla="*/ 0 w 1920021"/>
                <a:gd name="connsiteY0-82" fmla="*/ 37941 h 525334"/>
                <a:gd name="connsiteX1-83" fmla="*/ 1524612 w 1920021"/>
                <a:gd name="connsiteY1-84" fmla="*/ 0 h 525334"/>
                <a:gd name="connsiteX2-85" fmla="*/ 1920021 w 1920021"/>
                <a:gd name="connsiteY2-86" fmla="*/ 482638 h 525334"/>
                <a:gd name="connsiteX3-87" fmla="*/ 386974 w 1920021"/>
                <a:gd name="connsiteY3-88" fmla="*/ 525334 h 525334"/>
                <a:gd name="connsiteX4-89" fmla="*/ 0 w 1920021"/>
                <a:gd name="connsiteY4-90" fmla="*/ 37941 h 5253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20021" h="525334">
                  <a:moveTo>
                    <a:pt x="0" y="37941"/>
                  </a:moveTo>
                  <a:lnTo>
                    <a:pt x="1524612" y="0"/>
                  </a:lnTo>
                  <a:lnTo>
                    <a:pt x="1920021" y="482638"/>
                  </a:lnTo>
                  <a:lnTo>
                    <a:pt x="386974" y="525334"/>
                  </a:lnTo>
                  <a:lnTo>
                    <a:pt x="0" y="3794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AA00">
                    <a:alpha val="0"/>
                    <a:lumMod val="100000"/>
                  </a:srgbClr>
                </a:gs>
                <a:gs pos="94000">
                  <a:srgbClr val="1A3A1A">
                    <a:lumMod val="65000"/>
                    <a:lumOff val="3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Component 23"/>
            <p:cNvSpPr/>
            <p:nvPr/>
          </p:nvSpPr>
          <p:spPr>
            <a:xfrm rot="18586845">
              <a:off x="4791929" y="3446898"/>
              <a:ext cx="1300014" cy="332148"/>
            </a:xfrm>
            <a:custGeom>
              <a:avLst/>
              <a:gdLst>
                <a:gd name="connsiteX0" fmla="*/ 0 w 1556201"/>
                <a:gd name="connsiteY0" fmla="*/ 0 h 245909"/>
                <a:gd name="connsiteX1" fmla="*/ 1556201 w 1556201"/>
                <a:gd name="connsiteY1" fmla="*/ 0 h 245909"/>
                <a:gd name="connsiteX2" fmla="*/ 1556201 w 1556201"/>
                <a:gd name="connsiteY2" fmla="*/ 245909 h 245909"/>
                <a:gd name="connsiteX3" fmla="*/ 0 w 1556201"/>
                <a:gd name="connsiteY3" fmla="*/ 245909 h 245909"/>
                <a:gd name="connsiteX4" fmla="*/ 0 w 1556201"/>
                <a:gd name="connsiteY4" fmla="*/ 0 h 245909"/>
                <a:gd name="connsiteX0-1" fmla="*/ 0 w 1915878"/>
                <a:gd name="connsiteY0-2" fmla="*/ 0 h 454608"/>
                <a:gd name="connsiteX1-3" fmla="*/ 1556201 w 1915878"/>
                <a:gd name="connsiteY1-4" fmla="*/ 0 h 454608"/>
                <a:gd name="connsiteX2-5" fmla="*/ 1915878 w 1915878"/>
                <a:gd name="connsiteY2-6" fmla="*/ 454608 h 454608"/>
                <a:gd name="connsiteX3-7" fmla="*/ 0 w 1915878"/>
                <a:gd name="connsiteY3-8" fmla="*/ 245909 h 454608"/>
                <a:gd name="connsiteX4-9" fmla="*/ 0 w 1915878"/>
                <a:gd name="connsiteY4-10" fmla="*/ 0 h 454608"/>
                <a:gd name="connsiteX0-11" fmla="*/ 0 w 1915878"/>
                <a:gd name="connsiteY0-12" fmla="*/ 0 h 454608"/>
                <a:gd name="connsiteX1-13" fmla="*/ 1535467 w 1915878"/>
                <a:gd name="connsiteY1-14" fmla="*/ 4869 h 454608"/>
                <a:gd name="connsiteX2-15" fmla="*/ 1915878 w 1915878"/>
                <a:gd name="connsiteY2-16" fmla="*/ 454608 h 454608"/>
                <a:gd name="connsiteX3-17" fmla="*/ 0 w 1915878"/>
                <a:gd name="connsiteY3-18" fmla="*/ 245909 h 454608"/>
                <a:gd name="connsiteX4-19" fmla="*/ 0 w 1915878"/>
                <a:gd name="connsiteY4-20" fmla="*/ 0 h 454608"/>
                <a:gd name="connsiteX0-21" fmla="*/ 0 w 1915878"/>
                <a:gd name="connsiteY0-22" fmla="*/ 0 h 605876"/>
                <a:gd name="connsiteX1-23" fmla="*/ 1535467 w 1915878"/>
                <a:gd name="connsiteY1-24" fmla="*/ 4869 h 605876"/>
                <a:gd name="connsiteX2-25" fmla="*/ 1915878 w 1915878"/>
                <a:gd name="connsiteY2-26" fmla="*/ 454608 h 605876"/>
                <a:gd name="connsiteX3-27" fmla="*/ 460835 w 1915878"/>
                <a:gd name="connsiteY3-28" fmla="*/ 605876 h 605876"/>
                <a:gd name="connsiteX4-29" fmla="*/ 0 w 1915878"/>
                <a:gd name="connsiteY4-30" fmla="*/ 0 h 605876"/>
                <a:gd name="connsiteX0-31" fmla="*/ 0 w 1930518"/>
                <a:gd name="connsiteY0-32" fmla="*/ 7320 h 601007"/>
                <a:gd name="connsiteX1-33" fmla="*/ 1550107 w 1930518"/>
                <a:gd name="connsiteY1-34" fmla="*/ 0 h 601007"/>
                <a:gd name="connsiteX2-35" fmla="*/ 1930518 w 1930518"/>
                <a:gd name="connsiteY2-36" fmla="*/ 449739 h 601007"/>
                <a:gd name="connsiteX3-37" fmla="*/ 475475 w 1930518"/>
                <a:gd name="connsiteY3-38" fmla="*/ 601007 h 601007"/>
                <a:gd name="connsiteX4-39" fmla="*/ 0 w 1930518"/>
                <a:gd name="connsiteY4-40" fmla="*/ 7320 h 601007"/>
                <a:gd name="connsiteX0-41" fmla="*/ 0 w 1930518"/>
                <a:gd name="connsiteY0-42" fmla="*/ 7320 h 637608"/>
                <a:gd name="connsiteX1-43" fmla="*/ 1550107 w 1930518"/>
                <a:gd name="connsiteY1-44" fmla="*/ 0 h 637608"/>
                <a:gd name="connsiteX2-45" fmla="*/ 1930518 w 1930518"/>
                <a:gd name="connsiteY2-46" fmla="*/ 449739 h 637608"/>
                <a:gd name="connsiteX3-47" fmla="*/ 505948 w 1930518"/>
                <a:gd name="connsiteY3-48" fmla="*/ 637608 h 637608"/>
                <a:gd name="connsiteX4-49" fmla="*/ 0 w 1930518"/>
                <a:gd name="connsiteY4-50" fmla="*/ 7320 h 637608"/>
                <a:gd name="connsiteX0-51" fmla="*/ 0 w 1930518"/>
                <a:gd name="connsiteY0-52" fmla="*/ 7320 h 637608"/>
                <a:gd name="connsiteX1-53" fmla="*/ 1550107 w 1930518"/>
                <a:gd name="connsiteY1-54" fmla="*/ 0 h 637608"/>
                <a:gd name="connsiteX2-55" fmla="*/ 1930518 w 1930518"/>
                <a:gd name="connsiteY2-56" fmla="*/ 449739 h 637608"/>
                <a:gd name="connsiteX3-57" fmla="*/ 505948 w 1930518"/>
                <a:gd name="connsiteY3-58" fmla="*/ 637608 h 637608"/>
                <a:gd name="connsiteX4-59" fmla="*/ 0 w 1930518"/>
                <a:gd name="connsiteY4-60" fmla="*/ 7320 h 637608"/>
                <a:gd name="connsiteX0-61" fmla="*/ 0 w 2038995"/>
                <a:gd name="connsiteY0-62" fmla="*/ 7320 h 637608"/>
                <a:gd name="connsiteX1-63" fmla="*/ 1550107 w 2038995"/>
                <a:gd name="connsiteY1-64" fmla="*/ 0 h 637608"/>
                <a:gd name="connsiteX2-65" fmla="*/ 2038995 w 2038995"/>
                <a:gd name="connsiteY2-66" fmla="*/ 594912 h 637608"/>
                <a:gd name="connsiteX3-67" fmla="*/ 505948 w 2038995"/>
                <a:gd name="connsiteY3-68" fmla="*/ 637608 h 637608"/>
                <a:gd name="connsiteX4-69" fmla="*/ 0 w 2038995"/>
                <a:gd name="connsiteY4-70" fmla="*/ 7320 h 637608"/>
                <a:gd name="connsiteX0-71" fmla="*/ 0 w 2038995"/>
                <a:gd name="connsiteY0-72" fmla="*/ 0 h 630288"/>
                <a:gd name="connsiteX1-73" fmla="*/ 1601095 w 2038995"/>
                <a:gd name="connsiteY1-74" fmla="*/ 53921 h 630288"/>
                <a:gd name="connsiteX2-75" fmla="*/ 2038995 w 2038995"/>
                <a:gd name="connsiteY2-76" fmla="*/ 587592 h 630288"/>
                <a:gd name="connsiteX3-77" fmla="*/ 505948 w 2038995"/>
                <a:gd name="connsiteY3-78" fmla="*/ 630288 h 630288"/>
                <a:gd name="connsiteX4-79" fmla="*/ 0 w 2038995"/>
                <a:gd name="connsiteY4-80" fmla="*/ 0 h 630288"/>
                <a:gd name="connsiteX0-81" fmla="*/ 0 w 1869033"/>
                <a:gd name="connsiteY0-82" fmla="*/ 150213 h 576367"/>
                <a:gd name="connsiteX1-83" fmla="*/ 1431133 w 1869033"/>
                <a:gd name="connsiteY1-84" fmla="*/ 0 h 576367"/>
                <a:gd name="connsiteX2-85" fmla="*/ 1869033 w 1869033"/>
                <a:gd name="connsiteY2-86" fmla="*/ 533671 h 576367"/>
                <a:gd name="connsiteX3-87" fmla="*/ 335986 w 1869033"/>
                <a:gd name="connsiteY3-88" fmla="*/ 576367 h 576367"/>
                <a:gd name="connsiteX4-89" fmla="*/ 0 w 1869033"/>
                <a:gd name="connsiteY4-90" fmla="*/ 150213 h 576367"/>
                <a:gd name="connsiteX0-91" fmla="*/ 0 w 1903026"/>
                <a:gd name="connsiteY0-92" fmla="*/ 109385 h 576367"/>
                <a:gd name="connsiteX1-93" fmla="*/ 1465126 w 1903026"/>
                <a:gd name="connsiteY1-94" fmla="*/ 0 h 576367"/>
                <a:gd name="connsiteX2-95" fmla="*/ 1903026 w 1903026"/>
                <a:gd name="connsiteY2-96" fmla="*/ 533671 h 576367"/>
                <a:gd name="connsiteX3-97" fmla="*/ 369979 w 1903026"/>
                <a:gd name="connsiteY3-98" fmla="*/ 576367 h 576367"/>
                <a:gd name="connsiteX4-99" fmla="*/ 0 w 1903026"/>
                <a:gd name="connsiteY4-100" fmla="*/ 109385 h 576367"/>
                <a:gd name="connsiteX0-101" fmla="*/ 0 w 1903026"/>
                <a:gd name="connsiteY0-102" fmla="*/ 48146 h 515128"/>
                <a:gd name="connsiteX1-103" fmla="*/ 1516115 w 1903026"/>
                <a:gd name="connsiteY1-104" fmla="*/ 0 h 515128"/>
                <a:gd name="connsiteX2-105" fmla="*/ 1903026 w 1903026"/>
                <a:gd name="connsiteY2-106" fmla="*/ 472432 h 515128"/>
                <a:gd name="connsiteX3-107" fmla="*/ 369979 w 1903026"/>
                <a:gd name="connsiteY3-108" fmla="*/ 515128 h 515128"/>
                <a:gd name="connsiteX4-109" fmla="*/ 0 w 1903026"/>
                <a:gd name="connsiteY4-110" fmla="*/ 48146 h 515128"/>
                <a:gd name="connsiteX0-111" fmla="*/ 0 w 1903026"/>
                <a:gd name="connsiteY0-112" fmla="*/ 19234 h 486216"/>
                <a:gd name="connsiteX1-113" fmla="*/ 1522905 w 1903026"/>
                <a:gd name="connsiteY1-114" fmla="*/ 0 h 486216"/>
                <a:gd name="connsiteX2-115" fmla="*/ 1903026 w 1903026"/>
                <a:gd name="connsiteY2-116" fmla="*/ 443520 h 486216"/>
                <a:gd name="connsiteX3-117" fmla="*/ 369979 w 1903026"/>
                <a:gd name="connsiteY3-118" fmla="*/ 486216 h 486216"/>
                <a:gd name="connsiteX4-119" fmla="*/ 0 w 1903026"/>
                <a:gd name="connsiteY4-120" fmla="*/ 19234 h 4862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3026" h="486216">
                  <a:moveTo>
                    <a:pt x="0" y="19234"/>
                  </a:moveTo>
                  <a:lnTo>
                    <a:pt x="1522905" y="0"/>
                  </a:lnTo>
                  <a:lnTo>
                    <a:pt x="1903026" y="443520"/>
                  </a:lnTo>
                  <a:lnTo>
                    <a:pt x="369979" y="486216"/>
                  </a:lnTo>
                  <a:lnTo>
                    <a:pt x="0" y="1923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AA00">
                    <a:alpha val="0"/>
                    <a:lumMod val="100000"/>
                  </a:srgbClr>
                </a:gs>
                <a:gs pos="94000">
                  <a:srgbClr val="1A3A1A">
                    <a:lumMod val="65000"/>
                    <a:lumOff val="3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24" name="Component 24"/>
            <p:cNvGrpSpPr/>
            <p:nvPr/>
          </p:nvGrpSpPr>
          <p:grpSpPr>
            <a:xfrm rot="2400000">
              <a:off x="5610923" y="1097280"/>
              <a:ext cx="566459" cy="5029200"/>
              <a:chOff x="5548149" y="-163451"/>
              <a:chExt cx="743534" cy="6601328"/>
            </a:xfrm>
          </p:grpSpPr>
          <p:grpSp>
            <p:nvGrpSpPr>
              <p:cNvPr id="25" name="Component 25"/>
              <p:cNvGrpSpPr/>
              <p:nvPr/>
            </p:nvGrpSpPr>
            <p:grpSpPr>
              <a:xfrm>
                <a:off x="5548149" y="4022425"/>
                <a:ext cx="743534" cy="2415451"/>
                <a:chOff x="5333462" y="3855705"/>
                <a:chExt cx="526631" cy="1665593"/>
              </a:xfrm>
            </p:grpSpPr>
            <p:sp>
              <p:nvSpPr>
                <p:cNvPr id="26" name="Component 26"/>
                <p:cNvSpPr/>
                <p:nvPr/>
              </p:nvSpPr>
              <p:spPr>
                <a:xfrm flipV="1">
                  <a:off x="5338232" y="3903646"/>
                  <a:ext cx="157770" cy="1055165"/>
                </a:xfrm>
                <a:prstGeom prst="rect">
                  <a:avLst/>
                </a:prstGeom>
                <a:solidFill>
                  <a:srgbClr val="00AA00">
                    <a:lumMod val="60000"/>
                    <a:lumOff val="40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Component 27"/>
                <p:cNvSpPr/>
                <p:nvPr/>
              </p:nvSpPr>
              <p:spPr>
                <a:xfrm flipV="1">
                  <a:off x="5495866" y="3903644"/>
                  <a:ext cx="200887" cy="1055165"/>
                </a:xfrm>
                <a:prstGeom prst="rect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Component 28"/>
                <p:cNvSpPr/>
                <p:nvPr/>
              </p:nvSpPr>
              <p:spPr>
                <a:xfrm flipV="1">
                  <a:off x="5696619" y="3903645"/>
                  <a:ext cx="157770" cy="1055165"/>
                </a:xfrm>
                <a:prstGeom prst="rect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>
                  <a:noAutofit/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9" name="Component 29"/>
                <p:cNvGrpSpPr/>
                <p:nvPr/>
              </p:nvGrpSpPr>
              <p:grpSpPr>
                <a:xfrm>
                  <a:off x="5333462" y="4910225"/>
                  <a:ext cx="526631" cy="611073"/>
                  <a:chOff x="1059070" y="2149212"/>
                  <a:chExt cx="2619193" cy="2079698"/>
                </a:xfrm>
              </p:grpSpPr>
              <p:grpSp>
                <p:nvGrpSpPr>
                  <p:cNvPr id="30" name="Component 30"/>
                  <p:cNvGrpSpPr/>
                  <p:nvPr/>
                </p:nvGrpSpPr>
                <p:grpSpPr>
                  <a:xfrm>
                    <a:off x="1059070" y="2149212"/>
                    <a:ext cx="2619193" cy="2079698"/>
                    <a:chOff x="1059070" y="2149212"/>
                    <a:chExt cx="2619193" cy="2079698"/>
                  </a:xfrm>
                </p:grpSpPr>
                <p:sp>
                  <p:nvSpPr>
                    <p:cNvPr id="31" name="Component 31"/>
                    <p:cNvSpPr/>
                    <p:nvPr/>
                  </p:nvSpPr>
                  <p:spPr bwMode="auto">
                    <a:xfrm>
                      <a:off x="1059070" y="2153483"/>
                      <a:ext cx="2619193" cy="2069732"/>
                    </a:xfrm>
                    <a:custGeom>
                      <a:avLst/>
                      <a:gdLst>
                        <a:gd name="T0" fmla="*/ 664 w 776"/>
                        <a:gd name="T1" fmla="*/ 0 h 613"/>
                        <a:gd name="T2" fmla="*/ 776 w 776"/>
                        <a:gd name="T3" fmla="*/ 33 h 613"/>
                        <a:gd name="T4" fmla="*/ 388 w 776"/>
                        <a:gd name="T5" fmla="*/ 613 h 613"/>
                        <a:gd name="T6" fmla="*/ 0 w 776"/>
                        <a:gd name="T7" fmla="*/ 33 h 613"/>
                        <a:gd name="T8" fmla="*/ 112 w 776"/>
                        <a:gd name="T9" fmla="*/ 0 h 613"/>
                        <a:gd name="T10" fmla="*/ 230 w 776"/>
                        <a:gd name="T11" fmla="*/ 37 h 613"/>
                        <a:gd name="T12" fmla="*/ 388 w 776"/>
                        <a:gd name="T13" fmla="*/ 0 h 613"/>
                        <a:gd name="T14" fmla="*/ 546 w 776"/>
                        <a:gd name="T15" fmla="*/ 38 h 613"/>
                        <a:gd name="T16" fmla="*/ 664 w 776"/>
                        <a:gd name="T17" fmla="*/ 0 h 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76" h="613">
                          <a:moveTo>
                            <a:pt x="664" y="0"/>
                          </a:moveTo>
                          <a:cubicBezTo>
                            <a:pt x="704" y="0"/>
                            <a:pt x="742" y="12"/>
                            <a:pt x="776" y="33"/>
                          </a:cubicBezTo>
                          <a:cubicBezTo>
                            <a:pt x="388" y="613"/>
                            <a:pt x="388" y="613"/>
                            <a:pt x="388" y="613"/>
                          </a:cubicBezTo>
                          <a:cubicBezTo>
                            <a:pt x="0" y="33"/>
                            <a:pt x="0" y="33"/>
                            <a:pt x="0" y="33"/>
                          </a:cubicBezTo>
                          <a:cubicBezTo>
                            <a:pt x="34" y="12"/>
                            <a:pt x="72" y="0"/>
                            <a:pt x="112" y="0"/>
                          </a:cubicBezTo>
                          <a:cubicBezTo>
                            <a:pt x="154" y="0"/>
                            <a:pt x="194" y="14"/>
                            <a:pt x="230" y="37"/>
                          </a:cubicBezTo>
                          <a:cubicBezTo>
                            <a:pt x="277" y="14"/>
                            <a:pt x="331" y="0"/>
                            <a:pt x="388" y="0"/>
                          </a:cubicBezTo>
                          <a:cubicBezTo>
                            <a:pt x="445" y="0"/>
                            <a:pt x="498" y="14"/>
                            <a:pt x="546" y="38"/>
                          </a:cubicBezTo>
                          <a:cubicBezTo>
                            <a:pt x="582" y="14"/>
                            <a:pt x="622" y="0"/>
                            <a:pt x="66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AA00"/>
                        </a:gs>
                        <a:gs pos="100000">
                          <a:srgbClr val="00AA00"/>
                        </a:gs>
                      </a:gsLst>
                      <a:lin ang="162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2" name="Component 32"/>
                    <p:cNvSpPr/>
                    <p:nvPr/>
                  </p:nvSpPr>
                  <p:spPr bwMode="auto">
                    <a:xfrm>
                      <a:off x="1423151" y="2149212"/>
                      <a:ext cx="933799" cy="2074003"/>
                    </a:xfrm>
                    <a:custGeom>
                      <a:avLst/>
                      <a:gdLst>
                        <a:gd name="T0" fmla="*/ 0 w 277"/>
                        <a:gd name="T1" fmla="*/ 0 h 614"/>
                        <a:gd name="T2" fmla="*/ 1 w 277"/>
                        <a:gd name="T3" fmla="*/ 0 h 614"/>
                        <a:gd name="T4" fmla="*/ 119 w 277"/>
                        <a:gd name="T5" fmla="*/ 38 h 614"/>
                        <a:gd name="T6" fmla="*/ 188 w 277"/>
                        <a:gd name="T7" fmla="*/ 12 h 614"/>
                        <a:gd name="T8" fmla="*/ 277 w 277"/>
                        <a:gd name="T9" fmla="*/ 614 h 614"/>
                        <a:gd name="T10" fmla="*/ 0 w 277"/>
                        <a:gd name="T11" fmla="*/ 0 h 6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77" h="614">
                          <a:moveTo>
                            <a:pt x="0" y="0"/>
                          </a:moveTo>
                          <a:cubicBezTo>
                            <a:pt x="1" y="0"/>
                            <a:pt x="1" y="0"/>
                            <a:pt x="1" y="0"/>
                          </a:cubicBezTo>
                          <a:cubicBezTo>
                            <a:pt x="43" y="0"/>
                            <a:pt x="83" y="14"/>
                            <a:pt x="119" y="38"/>
                          </a:cubicBezTo>
                          <a:cubicBezTo>
                            <a:pt x="141" y="27"/>
                            <a:pt x="164" y="18"/>
                            <a:pt x="188" y="12"/>
                          </a:cubicBezTo>
                          <a:cubicBezTo>
                            <a:pt x="277" y="614"/>
                            <a:pt x="277" y="614"/>
                            <a:pt x="277" y="614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66CC00">
                            <a:lumMod val="68000"/>
                            <a:lumOff val="32000"/>
                          </a:srgbClr>
                        </a:gs>
                        <a:gs pos="86000">
                          <a:srgbClr val="00AA00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3" name="Component 33"/>
                    <p:cNvSpPr/>
                    <p:nvPr/>
                  </p:nvSpPr>
                  <p:spPr bwMode="auto">
                    <a:xfrm>
                      <a:off x="1669740" y="2199035"/>
                      <a:ext cx="698926" cy="2029875"/>
                    </a:xfrm>
                    <a:custGeom>
                      <a:avLst/>
                      <a:gdLst>
                        <a:gd name="T0" fmla="*/ 0 w 207"/>
                        <a:gd name="T1" fmla="*/ 0 h 601"/>
                        <a:gd name="T2" fmla="*/ 49 w 207"/>
                        <a:gd name="T3" fmla="*/ 25 h 601"/>
                        <a:gd name="T4" fmla="*/ 67 w 207"/>
                        <a:gd name="T5" fmla="*/ 16 h 601"/>
                        <a:gd name="T6" fmla="*/ 207 w 207"/>
                        <a:gd name="T7" fmla="*/ 601 h 601"/>
                        <a:gd name="T8" fmla="*/ 0 w 207"/>
                        <a:gd name="T9" fmla="*/ 0 h 6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7" h="601">
                          <a:moveTo>
                            <a:pt x="0" y="0"/>
                          </a:moveTo>
                          <a:cubicBezTo>
                            <a:pt x="17" y="6"/>
                            <a:pt x="33" y="14"/>
                            <a:pt x="49" y="25"/>
                          </a:cubicBezTo>
                          <a:cubicBezTo>
                            <a:pt x="55" y="22"/>
                            <a:pt x="61" y="19"/>
                            <a:pt x="67" y="16"/>
                          </a:cubicBezTo>
                          <a:cubicBezTo>
                            <a:pt x="207" y="601"/>
                            <a:pt x="207" y="601"/>
                            <a:pt x="207" y="601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AA00">
                            <a:lumMod val="56000"/>
                            <a:lumOff val="44000"/>
                          </a:srgbClr>
                        </a:gs>
                        <a:gs pos="86000">
                          <a:srgbClr val="00AA00"/>
                        </a:gs>
                      </a:gsLst>
                      <a:lin ang="54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4" name="Component 34"/>
                    <p:cNvSpPr/>
                    <p:nvPr/>
                  </p:nvSpPr>
                  <p:spPr bwMode="auto">
                    <a:xfrm>
                      <a:off x="2352681" y="2153483"/>
                      <a:ext cx="1153014" cy="2071156"/>
                    </a:xfrm>
                    <a:custGeom>
                      <a:avLst/>
                      <a:gdLst>
                        <a:gd name="T0" fmla="*/ 277 w 342"/>
                        <a:gd name="T1" fmla="*/ 0 h 613"/>
                        <a:gd name="T2" fmla="*/ 342 w 342"/>
                        <a:gd name="T3" fmla="*/ 10 h 613"/>
                        <a:gd name="T4" fmla="*/ 0 w 342"/>
                        <a:gd name="T5" fmla="*/ 613 h 613"/>
                        <a:gd name="T6" fmla="*/ 140 w 342"/>
                        <a:gd name="T7" fmla="*/ 28 h 613"/>
                        <a:gd name="T8" fmla="*/ 158 w 342"/>
                        <a:gd name="T9" fmla="*/ 37 h 613"/>
                        <a:gd name="T10" fmla="*/ 277 w 342"/>
                        <a:gd name="T11" fmla="*/ 0 h 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342" h="613">
                          <a:moveTo>
                            <a:pt x="277" y="0"/>
                          </a:moveTo>
                          <a:cubicBezTo>
                            <a:pt x="299" y="0"/>
                            <a:pt x="321" y="3"/>
                            <a:pt x="342" y="10"/>
                          </a:cubicBezTo>
                          <a:cubicBezTo>
                            <a:pt x="0" y="613"/>
                            <a:pt x="0" y="613"/>
                            <a:pt x="0" y="613"/>
                          </a:cubicBezTo>
                          <a:cubicBezTo>
                            <a:pt x="140" y="28"/>
                            <a:pt x="140" y="28"/>
                            <a:pt x="140" y="28"/>
                          </a:cubicBezTo>
                          <a:cubicBezTo>
                            <a:pt x="146" y="31"/>
                            <a:pt x="152" y="34"/>
                            <a:pt x="158" y="37"/>
                          </a:cubicBezTo>
                          <a:cubicBezTo>
                            <a:pt x="194" y="13"/>
                            <a:pt x="234" y="0"/>
                            <a:pt x="277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00AA00">
                            <a:lumMod val="67000"/>
                          </a:srgbClr>
                        </a:gs>
                        <a:gs pos="100000">
                          <a:srgbClr val="00AA00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35" name="Component 35"/>
                  <p:cNvGrpSpPr/>
                  <p:nvPr/>
                </p:nvGrpSpPr>
                <p:grpSpPr>
                  <a:xfrm>
                    <a:off x="2024898" y="3635321"/>
                    <a:ext cx="687538" cy="593588"/>
                    <a:chOff x="5969729" y="2916137"/>
                    <a:chExt cx="687538" cy="593588"/>
                  </a:xfrm>
                </p:grpSpPr>
                <p:sp>
                  <p:nvSpPr>
                    <p:cNvPr id="36" name="Component 36"/>
                    <p:cNvSpPr/>
                    <p:nvPr/>
                  </p:nvSpPr>
                  <p:spPr bwMode="auto">
                    <a:xfrm>
                      <a:off x="5969729" y="2916137"/>
                      <a:ext cx="687538" cy="585048"/>
                    </a:xfrm>
                    <a:custGeom>
                      <a:avLst/>
                      <a:gdLst>
                        <a:gd name="T0" fmla="*/ 204 w 204"/>
                        <a:gd name="T1" fmla="*/ 21 h 173"/>
                        <a:gd name="T2" fmla="*/ 102 w 204"/>
                        <a:gd name="T3" fmla="*/ 173 h 173"/>
                        <a:gd name="T4" fmla="*/ 0 w 204"/>
                        <a:gd name="T5" fmla="*/ 21 h 173"/>
                        <a:gd name="T6" fmla="*/ 102 w 204"/>
                        <a:gd name="T7" fmla="*/ 0 h 173"/>
                        <a:gd name="T8" fmla="*/ 204 w 204"/>
                        <a:gd name="T9" fmla="*/ 21 h 1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4" h="173">
                          <a:moveTo>
                            <a:pt x="204" y="21"/>
                          </a:moveTo>
                          <a:cubicBezTo>
                            <a:pt x="102" y="173"/>
                            <a:pt x="102" y="173"/>
                            <a:pt x="102" y="173"/>
                          </a:cubicBezTo>
                          <a:cubicBezTo>
                            <a:pt x="0" y="21"/>
                            <a:pt x="0" y="21"/>
                            <a:pt x="0" y="21"/>
                          </a:cubicBezTo>
                          <a:cubicBezTo>
                            <a:pt x="31" y="7"/>
                            <a:pt x="66" y="0"/>
                            <a:pt x="102" y="0"/>
                          </a:cubicBezTo>
                          <a:cubicBezTo>
                            <a:pt x="138" y="0"/>
                            <a:pt x="173" y="7"/>
                            <a:pt x="204" y="21"/>
                          </a:cubicBezTo>
                          <a:close/>
                        </a:path>
                      </a:pathLst>
                    </a:custGeom>
                    <a:solidFill>
                      <a:srgbClr val="E6F5E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7" name="Component 37"/>
                    <p:cNvSpPr/>
                    <p:nvPr/>
                  </p:nvSpPr>
                  <p:spPr bwMode="auto">
                    <a:xfrm>
                      <a:off x="6064389" y="2920408"/>
                      <a:ext cx="249108" cy="580777"/>
                    </a:xfrm>
                    <a:custGeom>
                      <a:avLst/>
                      <a:gdLst>
                        <a:gd name="T0" fmla="*/ 49 w 74"/>
                        <a:gd name="T1" fmla="*/ 0 h 172"/>
                        <a:gd name="T2" fmla="*/ 74 w 74"/>
                        <a:gd name="T3" fmla="*/ 172 h 172"/>
                        <a:gd name="T4" fmla="*/ 0 w 74"/>
                        <a:gd name="T5" fmla="*/ 9 h 172"/>
                        <a:gd name="T6" fmla="*/ 49 w 74"/>
                        <a:gd name="T7" fmla="*/ 0 h 1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74" h="172">
                          <a:moveTo>
                            <a:pt x="49" y="0"/>
                          </a:moveTo>
                          <a:cubicBezTo>
                            <a:pt x="74" y="172"/>
                            <a:pt x="74" y="172"/>
                            <a:pt x="74" y="172"/>
                          </a:cubicBezTo>
                          <a:cubicBezTo>
                            <a:pt x="0" y="9"/>
                            <a:pt x="0" y="9"/>
                            <a:pt x="0" y="9"/>
                          </a:cubicBezTo>
                          <a:cubicBezTo>
                            <a:pt x="16" y="5"/>
                            <a:pt x="32" y="2"/>
                            <a:pt x="4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AA00"/>
                        </a:gs>
                        <a:gs pos="86000">
                          <a:srgbClr val="00AA00">
                            <a:lumMod val="18000"/>
                          </a:srgbClr>
                        </a:gs>
                      </a:gsLst>
                      <a:lin ang="54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8" name="Component 38"/>
                    <p:cNvSpPr/>
                    <p:nvPr/>
                  </p:nvSpPr>
                  <p:spPr bwMode="auto">
                    <a:xfrm>
                      <a:off x="6118481" y="2920407"/>
                      <a:ext cx="195016" cy="576507"/>
                    </a:xfrm>
                    <a:custGeom>
                      <a:avLst/>
                      <a:gdLst>
                        <a:gd name="T0" fmla="*/ 17 w 58"/>
                        <a:gd name="T1" fmla="*/ 0 h 171"/>
                        <a:gd name="T2" fmla="*/ 58 w 58"/>
                        <a:gd name="T3" fmla="*/ 171 h 171"/>
                        <a:gd name="T4" fmla="*/ 0 w 58"/>
                        <a:gd name="T5" fmla="*/ 4 h 171"/>
                        <a:gd name="T6" fmla="*/ 17 w 58"/>
                        <a:gd name="T7" fmla="*/ 0 h 17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58" h="171">
                          <a:moveTo>
                            <a:pt x="17" y="0"/>
                          </a:moveTo>
                          <a:cubicBezTo>
                            <a:pt x="58" y="171"/>
                            <a:pt x="58" y="171"/>
                            <a:pt x="58" y="171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6" y="2"/>
                            <a:pt x="11" y="1"/>
                            <a:pt x="1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AA00"/>
                        </a:gs>
                        <a:gs pos="86000">
                          <a:srgbClr val="00AA00">
                            <a:lumMod val="53000"/>
                          </a:srgbClr>
                        </a:gs>
                      </a:gsLst>
                      <a:lin ang="54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9" name="Component 39"/>
                    <p:cNvSpPr/>
                    <p:nvPr/>
                  </p:nvSpPr>
                  <p:spPr bwMode="auto">
                    <a:xfrm>
                      <a:off x="6313498" y="2934642"/>
                      <a:ext cx="303200" cy="575083"/>
                    </a:xfrm>
                    <a:custGeom>
                      <a:avLst/>
                      <a:gdLst>
                        <a:gd name="T0" fmla="*/ 90 w 90"/>
                        <a:gd name="T1" fmla="*/ 12 h 170"/>
                        <a:gd name="T2" fmla="*/ 0 w 90"/>
                        <a:gd name="T3" fmla="*/ 170 h 170"/>
                        <a:gd name="T4" fmla="*/ 41 w 90"/>
                        <a:gd name="T5" fmla="*/ 0 h 170"/>
                        <a:gd name="T6" fmla="*/ 90 w 90"/>
                        <a:gd name="T7" fmla="*/ 12 h 1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90" h="170">
                          <a:moveTo>
                            <a:pt x="90" y="12"/>
                          </a:moveTo>
                          <a:cubicBezTo>
                            <a:pt x="0" y="170"/>
                            <a:pt x="0" y="170"/>
                            <a:pt x="0" y="170"/>
                          </a:cubicBezTo>
                          <a:cubicBezTo>
                            <a:pt x="41" y="0"/>
                            <a:pt x="41" y="0"/>
                            <a:pt x="41" y="0"/>
                          </a:cubicBezTo>
                          <a:cubicBezTo>
                            <a:pt x="58" y="3"/>
                            <a:pt x="74" y="7"/>
                            <a:pt x="90" y="12"/>
                          </a:cubicBezTo>
                          <a:close/>
                        </a:path>
                      </a:pathLst>
                    </a:custGeom>
                    <a:solidFill>
                      <a:srgbClr val="1A3A1A">
                        <a:alpha val="49000"/>
                      </a:srgb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1A3A1A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81992" tIns="40996" rIns="81992" bIns="40996" numCol="1" anchor="t" anchorCtr="0" compatLnSpc="1"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0" name="Component 40"/>
                <p:cNvGrpSpPr/>
                <p:nvPr/>
              </p:nvGrpSpPr>
              <p:grpSpPr>
                <a:xfrm>
                  <a:off x="5338232" y="3855705"/>
                  <a:ext cx="516155" cy="129121"/>
                  <a:chOff x="2959439" y="3308994"/>
                  <a:chExt cx="739251" cy="161401"/>
                </a:xfrm>
              </p:grpSpPr>
              <p:sp>
                <p:nvSpPr>
                  <p:cNvPr id="41" name="Component 41"/>
                  <p:cNvSpPr/>
                  <p:nvPr/>
                </p:nvSpPr>
                <p:spPr>
                  <a:xfrm>
                    <a:off x="2959439" y="3308994"/>
                    <a:ext cx="739251" cy="161401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2" name="Component 42"/>
                  <p:cNvSpPr/>
                  <p:nvPr/>
                </p:nvSpPr>
                <p:spPr>
                  <a:xfrm>
                    <a:off x="3157508" y="3338288"/>
                    <a:ext cx="343113" cy="74912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</p:grpSp>
          <p:grpSp>
            <p:nvGrpSpPr>
              <p:cNvPr id="43" name="Component 43"/>
              <p:cNvGrpSpPr/>
              <p:nvPr/>
            </p:nvGrpSpPr>
            <p:grpSpPr>
              <a:xfrm>
                <a:off x="5554812" y="2627215"/>
                <a:ext cx="730208" cy="1595665"/>
                <a:chOff x="5338001" y="2729570"/>
                <a:chExt cx="517193" cy="1100305"/>
              </a:xfrm>
            </p:grpSpPr>
            <p:sp>
              <p:nvSpPr>
                <p:cNvPr id="44" name="Component 44"/>
                <p:cNvSpPr/>
                <p:nvPr/>
              </p:nvSpPr>
              <p:spPr>
                <a:xfrm flipV="1">
                  <a:off x="5338001" y="2794131"/>
                  <a:ext cx="157770" cy="968411"/>
                </a:xfrm>
                <a:prstGeom prst="rect">
                  <a:avLst/>
                </a:prstGeom>
                <a:solidFill>
                  <a:srgbClr val="00AA00">
                    <a:lumMod val="60000"/>
                    <a:lumOff val="40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5" name="Component 45"/>
                <p:cNvSpPr/>
                <p:nvPr/>
              </p:nvSpPr>
              <p:spPr>
                <a:xfrm flipV="1">
                  <a:off x="5495635" y="2794131"/>
                  <a:ext cx="200887" cy="968411"/>
                </a:xfrm>
                <a:prstGeom prst="rect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" name="Component 46"/>
                <p:cNvSpPr/>
                <p:nvPr/>
              </p:nvSpPr>
              <p:spPr>
                <a:xfrm flipV="1">
                  <a:off x="5696387" y="2794131"/>
                  <a:ext cx="157770" cy="968411"/>
                </a:xfrm>
                <a:prstGeom prst="rect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>
                  <a:noAutofit/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47" name="Component 47"/>
                <p:cNvGrpSpPr/>
                <p:nvPr/>
              </p:nvGrpSpPr>
              <p:grpSpPr>
                <a:xfrm>
                  <a:off x="5339039" y="2729570"/>
                  <a:ext cx="516155" cy="129121"/>
                  <a:chOff x="2959439" y="3412927"/>
                  <a:chExt cx="739251" cy="161401"/>
                </a:xfrm>
              </p:grpSpPr>
              <p:sp>
                <p:nvSpPr>
                  <p:cNvPr id="48" name="Component 48"/>
                  <p:cNvSpPr/>
                  <p:nvPr/>
                </p:nvSpPr>
                <p:spPr>
                  <a:xfrm>
                    <a:off x="2959439" y="3412927"/>
                    <a:ext cx="739251" cy="161401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49" name="Component 49"/>
                  <p:cNvSpPr/>
                  <p:nvPr/>
                </p:nvSpPr>
                <p:spPr>
                  <a:xfrm>
                    <a:off x="3157508" y="3442220"/>
                    <a:ext cx="343113" cy="74912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50" name="Component 50"/>
                <p:cNvGrpSpPr/>
                <p:nvPr/>
              </p:nvGrpSpPr>
              <p:grpSpPr>
                <a:xfrm rot="16200000">
                  <a:off x="5530793" y="3508660"/>
                  <a:ext cx="129121" cy="513308"/>
                  <a:chOff x="5173678" y="3004973"/>
                  <a:chExt cx="129121" cy="735172"/>
                </a:xfrm>
              </p:grpSpPr>
              <p:sp>
                <p:nvSpPr>
                  <p:cNvPr id="51" name="Component 51"/>
                  <p:cNvSpPr/>
                  <p:nvPr/>
                </p:nvSpPr>
                <p:spPr>
                  <a:xfrm rot="5400000" flipV="1">
                    <a:off x="5125354" y="3058369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66342 h 132685"/>
                      <a:gd name="connsiteX1" fmla="*/ 0 w 251783"/>
                      <a:gd name="connsiteY1" fmla="*/ 66344 h 132685"/>
                      <a:gd name="connsiteX2" fmla="*/ 8374 w 251783"/>
                      <a:gd name="connsiteY2" fmla="*/ 80853 h 132685"/>
                      <a:gd name="connsiteX3" fmla="*/ 251763 w 251783"/>
                      <a:gd name="connsiteY3" fmla="*/ 132685 h 132685"/>
                      <a:gd name="connsiteX4" fmla="*/ 251783 w 251783"/>
                      <a:gd name="connsiteY4" fmla="*/ 132685 h 132685"/>
                      <a:gd name="connsiteX5" fmla="*/ 251783 w 251783"/>
                      <a:gd name="connsiteY5" fmla="*/ 0 h 132685"/>
                      <a:gd name="connsiteX6" fmla="*/ 251763 w 251783"/>
                      <a:gd name="connsiteY6" fmla="*/ 1 h 132685"/>
                      <a:gd name="connsiteX7" fmla="*/ 8374 w 251783"/>
                      <a:gd name="connsiteY7" fmla="*/ 51832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66342"/>
                        </a:moveTo>
                        <a:lnTo>
                          <a:pt x="0" y="66344"/>
                        </a:lnTo>
                        <a:lnTo>
                          <a:pt x="8374" y="80853"/>
                        </a:lnTo>
                        <a:cubicBezTo>
                          <a:pt x="35830" y="104289"/>
                          <a:pt x="128471" y="123576"/>
                          <a:pt x="251763" y="132685"/>
                        </a:cubicBezTo>
                        <a:lnTo>
                          <a:pt x="251783" y="132685"/>
                        </a:lnTo>
                        <a:lnTo>
                          <a:pt x="251783" y="0"/>
                        </a:lnTo>
                        <a:lnTo>
                          <a:pt x="251763" y="1"/>
                        </a:lnTo>
                        <a:cubicBezTo>
                          <a:pt x="128471" y="9109"/>
                          <a:pt x="35830" y="28397"/>
                          <a:pt x="8374" y="51832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60000"/>
                      <a:lumOff val="40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2" name="Component 52"/>
                  <p:cNvSpPr/>
                  <p:nvPr/>
                </p:nvSpPr>
                <p:spPr>
                  <a:xfrm rot="5400000" flipV="1">
                    <a:off x="5094380" y="3305963"/>
                    <a:ext cx="287715" cy="129121"/>
                  </a:xfrm>
                  <a:custGeom>
                    <a:avLst/>
                    <a:gdLst>
                      <a:gd name="connsiteX0" fmla="*/ 0 w 320868"/>
                      <a:gd name="connsiteY0" fmla="*/ 5658 h 144000"/>
                      <a:gd name="connsiteX1" fmla="*/ 0 w 320868"/>
                      <a:gd name="connsiteY1" fmla="*/ 138343 h 144000"/>
                      <a:gd name="connsiteX2" fmla="*/ 160434 w 320868"/>
                      <a:gd name="connsiteY2" fmla="*/ 144000 h 144000"/>
                      <a:gd name="connsiteX3" fmla="*/ 320868 w 320868"/>
                      <a:gd name="connsiteY3" fmla="*/ 138343 h 144000"/>
                      <a:gd name="connsiteX4" fmla="*/ 320868 w 320868"/>
                      <a:gd name="connsiteY4" fmla="*/ 5658 h 144000"/>
                      <a:gd name="connsiteX5" fmla="*/ 160434 w 320868"/>
                      <a:gd name="connsiteY5" fmla="*/ 0 h 144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0868" h="144000">
                        <a:moveTo>
                          <a:pt x="0" y="5658"/>
                        </a:moveTo>
                        <a:lnTo>
                          <a:pt x="0" y="138343"/>
                        </a:lnTo>
                        <a:lnTo>
                          <a:pt x="160434" y="144000"/>
                        </a:lnTo>
                        <a:lnTo>
                          <a:pt x="320868" y="138343"/>
                        </a:lnTo>
                        <a:lnTo>
                          <a:pt x="320868" y="5658"/>
                        </a:lnTo>
                        <a:lnTo>
                          <a:pt x="160434" y="0"/>
                        </a:lnTo>
                        <a:close/>
                      </a:path>
                    </a:pathLst>
                  </a:custGeom>
                  <a:solidFill>
                    <a:srgbClr val="00AA00"/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3" name="Component 53"/>
                  <p:cNvSpPr/>
                  <p:nvPr/>
                </p:nvSpPr>
                <p:spPr>
                  <a:xfrm rot="5400000" flipV="1">
                    <a:off x="5125355" y="3567773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0 h 132685"/>
                      <a:gd name="connsiteX1" fmla="*/ 0 w 251783"/>
                      <a:gd name="connsiteY1" fmla="*/ 132685 h 132685"/>
                      <a:gd name="connsiteX2" fmla="*/ 20 w 251783"/>
                      <a:gd name="connsiteY2" fmla="*/ 132685 h 132685"/>
                      <a:gd name="connsiteX3" fmla="*/ 243409 w 251783"/>
                      <a:gd name="connsiteY3" fmla="*/ 80853 h 132685"/>
                      <a:gd name="connsiteX4" fmla="*/ 251783 w 251783"/>
                      <a:gd name="connsiteY4" fmla="*/ 66344 h 132685"/>
                      <a:gd name="connsiteX5" fmla="*/ 251783 w 251783"/>
                      <a:gd name="connsiteY5" fmla="*/ 66342 h 132685"/>
                      <a:gd name="connsiteX6" fmla="*/ 243409 w 251783"/>
                      <a:gd name="connsiteY6" fmla="*/ 51832 h 132685"/>
                      <a:gd name="connsiteX7" fmla="*/ 20 w 251783"/>
                      <a:gd name="connsiteY7" fmla="*/ 1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0"/>
                        </a:moveTo>
                        <a:lnTo>
                          <a:pt x="0" y="132685"/>
                        </a:lnTo>
                        <a:lnTo>
                          <a:pt x="20" y="132685"/>
                        </a:lnTo>
                        <a:cubicBezTo>
                          <a:pt x="123312" y="123576"/>
                          <a:pt x="215953" y="104289"/>
                          <a:pt x="243409" y="80853"/>
                        </a:cubicBezTo>
                        <a:lnTo>
                          <a:pt x="251783" y="66344"/>
                        </a:lnTo>
                        <a:lnTo>
                          <a:pt x="251783" y="66342"/>
                        </a:lnTo>
                        <a:lnTo>
                          <a:pt x="243409" y="51832"/>
                        </a:lnTo>
                        <a:cubicBezTo>
                          <a:pt x="215953" y="28397"/>
                          <a:pt x="123312" y="9109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75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grpSp>
            <p:nvGrpSpPr>
              <p:cNvPr id="54" name="Component 54"/>
              <p:cNvGrpSpPr/>
              <p:nvPr/>
            </p:nvGrpSpPr>
            <p:grpSpPr>
              <a:xfrm flipH="1">
                <a:off x="5555417" y="1244933"/>
                <a:ext cx="729001" cy="1594796"/>
                <a:chOff x="5339583" y="1497037"/>
                <a:chExt cx="516338" cy="1099706"/>
              </a:xfrm>
            </p:grpSpPr>
            <p:sp>
              <p:nvSpPr>
                <p:cNvPr id="55" name="Component 55"/>
                <p:cNvSpPr/>
                <p:nvPr/>
              </p:nvSpPr>
              <p:spPr>
                <a:xfrm flipH="1" flipV="1">
                  <a:off x="5698151" y="1561598"/>
                  <a:ext cx="157770" cy="968411"/>
                </a:xfrm>
                <a:prstGeom prst="rect">
                  <a:avLst/>
                </a:prstGeom>
                <a:solidFill>
                  <a:srgbClr val="00AA00">
                    <a:lumMod val="60000"/>
                    <a:lumOff val="40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6" name="Component 56"/>
                <p:cNvSpPr/>
                <p:nvPr/>
              </p:nvSpPr>
              <p:spPr>
                <a:xfrm flipH="1" flipV="1">
                  <a:off x="5497400" y="1561599"/>
                  <a:ext cx="200887" cy="968411"/>
                </a:xfrm>
                <a:prstGeom prst="rect">
                  <a:avLst/>
                </a:prstGeom>
                <a:solidFill>
                  <a:srgbClr val="00AA00"/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7" name="Component 57"/>
                <p:cNvSpPr/>
                <p:nvPr/>
              </p:nvSpPr>
              <p:spPr>
                <a:xfrm flipH="1" flipV="1">
                  <a:off x="5339765" y="1561598"/>
                  <a:ext cx="157770" cy="968411"/>
                </a:xfrm>
                <a:prstGeom prst="rect">
                  <a:avLst/>
                </a:prstGeom>
                <a:solidFill>
                  <a:srgbClr val="00AA00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81992" tIns="40996" rIns="81992" bIns="40996" numCol="1" anchor="t" anchorCtr="0" compatLnSpc="1">
                  <a:noAutofit/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58" name="Component 58"/>
                <p:cNvGrpSpPr/>
                <p:nvPr/>
              </p:nvGrpSpPr>
              <p:grpSpPr>
                <a:xfrm flipH="1">
                  <a:off x="5339583" y="1497037"/>
                  <a:ext cx="516155" cy="129121"/>
                  <a:chOff x="2959439" y="3412927"/>
                  <a:chExt cx="739251" cy="161401"/>
                </a:xfrm>
              </p:grpSpPr>
              <p:sp>
                <p:nvSpPr>
                  <p:cNvPr id="59" name="Component 59"/>
                  <p:cNvSpPr/>
                  <p:nvPr/>
                </p:nvSpPr>
                <p:spPr>
                  <a:xfrm>
                    <a:off x="2959439" y="3412927"/>
                    <a:ext cx="739251" cy="161401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60" name="Component 60"/>
                  <p:cNvSpPr/>
                  <p:nvPr/>
                </p:nvSpPr>
                <p:spPr>
                  <a:xfrm>
                    <a:off x="3157508" y="3442220"/>
                    <a:ext cx="343113" cy="74912"/>
                  </a:xfrm>
                  <a:prstGeom prst="ellipse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style>
                  <a:lnRef idx="2">
                    <a:srgbClr val="00AA00">
                      <a:shade val="50000"/>
                    </a:srgbClr>
                  </a:lnRef>
                  <a:fillRef idx="1">
                    <a:srgbClr val="00AA00"/>
                  </a:fillRef>
                  <a:effectRef idx="0">
                    <a:srgbClr val="00AA00"/>
                  </a:effectRef>
                  <a:fontRef idx="minor">
                    <a:srgbClr val="FFFFFF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</p:grpSp>
            <p:grpSp>
              <p:nvGrpSpPr>
                <p:cNvPr id="61" name="Component 61"/>
                <p:cNvGrpSpPr/>
                <p:nvPr/>
              </p:nvGrpSpPr>
              <p:grpSpPr>
                <a:xfrm rot="5400000" flipH="1">
                  <a:off x="5533138" y="2276240"/>
                  <a:ext cx="129121" cy="511885"/>
                  <a:chOff x="5902626" y="106128"/>
                  <a:chExt cx="129121" cy="733133"/>
                </a:xfrm>
              </p:grpSpPr>
              <p:sp>
                <p:nvSpPr>
                  <p:cNvPr id="62" name="Component 62"/>
                  <p:cNvSpPr/>
                  <p:nvPr/>
                </p:nvSpPr>
                <p:spPr>
                  <a:xfrm rot="5400000" flipV="1">
                    <a:off x="5854302" y="159524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66342 h 132685"/>
                      <a:gd name="connsiteX1" fmla="*/ 0 w 251783"/>
                      <a:gd name="connsiteY1" fmla="*/ 66344 h 132685"/>
                      <a:gd name="connsiteX2" fmla="*/ 8374 w 251783"/>
                      <a:gd name="connsiteY2" fmla="*/ 80853 h 132685"/>
                      <a:gd name="connsiteX3" fmla="*/ 251763 w 251783"/>
                      <a:gd name="connsiteY3" fmla="*/ 132685 h 132685"/>
                      <a:gd name="connsiteX4" fmla="*/ 251783 w 251783"/>
                      <a:gd name="connsiteY4" fmla="*/ 132685 h 132685"/>
                      <a:gd name="connsiteX5" fmla="*/ 251783 w 251783"/>
                      <a:gd name="connsiteY5" fmla="*/ 0 h 132685"/>
                      <a:gd name="connsiteX6" fmla="*/ 251763 w 251783"/>
                      <a:gd name="connsiteY6" fmla="*/ 1 h 132685"/>
                      <a:gd name="connsiteX7" fmla="*/ 8374 w 251783"/>
                      <a:gd name="connsiteY7" fmla="*/ 51832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66342"/>
                        </a:moveTo>
                        <a:lnTo>
                          <a:pt x="0" y="66344"/>
                        </a:lnTo>
                        <a:lnTo>
                          <a:pt x="8374" y="80853"/>
                        </a:lnTo>
                        <a:cubicBezTo>
                          <a:pt x="35830" y="104289"/>
                          <a:pt x="128471" y="123576"/>
                          <a:pt x="251763" y="132685"/>
                        </a:cubicBezTo>
                        <a:lnTo>
                          <a:pt x="251783" y="132685"/>
                        </a:lnTo>
                        <a:lnTo>
                          <a:pt x="251783" y="0"/>
                        </a:lnTo>
                        <a:lnTo>
                          <a:pt x="251763" y="1"/>
                        </a:lnTo>
                        <a:cubicBezTo>
                          <a:pt x="128471" y="9109"/>
                          <a:pt x="35830" y="28397"/>
                          <a:pt x="8374" y="51832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60000"/>
                      <a:lumOff val="40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3" name="Component 63"/>
                  <p:cNvSpPr/>
                  <p:nvPr/>
                </p:nvSpPr>
                <p:spPr>
                  <a:xfrm rot="5400000" flipV="1">
                    <a:off x="5823329" y="405074"/>
                    <a:ext cx="287714" cy="129121"/>
                  </a:xfrm>
                  <a:custGeom>
                    <a:avLst/>
                    <a:gdLst>
                      <a:gd name="connsiteX0" fmla="*/ 0 w 320868"/>
                      <a:gd name="connsiteY0" fmla="*/ 5658 h 144000"/>
                      <a:gd name="connsiteX1" fmla="*/ 0 w 320868"/>
                      <a:gd name="connsiteY1" fmla="*/ 138343 h 144000"/>
                      <a:gd name="connsiteX2" fmla="*/ 160434 w 320868"/>
                      <a:gd name="connsiteY2" fmla="*/ 144000 h 144000"/>
                      <a:gd name="connsiteX3" fmla="*/ 320868 w 320868"/>
                      <a:gd name="connsiteY3" fmla="*/ 138343 h 144000"/>
                      <a:gd name="connsiteX4" fmla="*/ 320868 w 320868"/>
                      <a:gd name="connsiteY4" fmla="*/ 5658 h 144000"/>
                      <a:gd name="connsiteX5" fmla="*/ 160434 w 320868"/>
                      <a:gd name="connsiteY5" fmla="*/ 0 h 144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0868" h="144000">
                        <a:moveTo>
                          <a:pt x="0" y="5658"/>
                        </a:moveTo>
                        <a:lnTo>
                          <a:pt x="0" y="138343"/>
                        </a:lnTo>
                        <a:lnTo>
                          <a:pt x="160434" y="144000"/>
                        </a:lnTo>
                        <a:lnTo>
                          <a:pt x="320868" y="138343"/>
                        </a:lnTo>
                        <a:lnTo>
                          <a:pt x="320868" y="5658"/>
                        </a:lnTo>
                        <a:lnTo>
                          <a:pt x="160434" y="0"/>
                        </a:lnTo>
                        <a:close/>
                      </a:path>
                    </a:pathLst>
                  </a:custGeom>
                  <a:solidFill>
                    <a:srgbClr val="00AA00"/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4" name="Component 64"/>
                  <p:cNvSpPr/>
                  <p:nvPr/>
                </p:nvSpPr>
                <p:spPr>
                  <a:xfrm rot="5400000" flipV="1">
                    <a:off x="5854302" y="666889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0 h 132685"/>
                      <a:gd name="connsiteX1" fmla="*/ 0 w 251783"/>
                      <a:gd name="connsiteY1" fmla="*/ 132685 h 132685"/>
                      <a:gd name="connsiteX2" fmla="*/ 20 w 251783"/>
                      <a:gd name="connsiteY2" fmla="*/ 132685 h 132685"/>
                      <a:gd name="connsiteX3" fmla="*/ 243409 w 251783"/>
                      <a:gd name="connsiteY3" fmla="*/ 80853 h 132685"/>
                      <a:gd name="connsiteX4" fmla="*/ 251783 w 251783"/>
                      <a:gd name="connsiteY4" fmla="*/ 66344 h 132685"/>
                      <a:gd name="connsiteX5" fmla="*/ 251783 w 251783"/>
                      <a:gd name="connsiteY5" fmla="*/ 66342 h 132685"/>
                      <a:gd name="connsiteX6" fmla="*/ 243409 w 251783"/>
                      <a:gd name="connsiteY6" fmla="*/ 51832 h 132685"/>
                      <a:gd name="connsiteX7" fmla="*/ 20 w 251783"/>
                      <a:gd name="connsiteY7" fmla="*/ 1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0"/>
                        </a:moveTo>
                        <a:lnTo>
                          <a:pt x="0" y="132685"/>
                        </a:lnTo>
                        <a:lnTo>
                          <a:pt x="20" y="132685"/>
                        </a:lnTo>
                        <a:cubicBezTo>
                          <a:pt x="123312" y="123576"/>
                          <a:pt x="215953" y="104289"/>
                          <a:pt x="243409" y="80853"/>
                        </a:cubicBezTo>
                        <a:lnTo>
                          <a:pt x="251783" y="66344"/>
                        </a:lnTo>
                        <a:lnTo>
                          <a:pt x="251783" y="66342"/>
                        </a:lnTo>
                        <a:lnTo>
                          <a:pt x="243409" y="51832"/>
                        </a:lnTo>
                        <a:cubicBezTo>
                          <a:pt x="215953" y="28397"/>
                          <a:pt x="123312" y="9109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75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grpSp>
            <p:nvGrpSpPr>
              <p:cNvPr id="65" name="Component 65"/>
              <p:cNvGrpSpPr/>
              <p:nvPr/>
            </p:nvGrpSpPr>
            <p:grpSpPr>
              <a:xfrm flipH="1">
                <a:off x="5554302" y="-163451"/>
                <a:ext cx="731235" cy="1602316"/>
                <a:chOff x="5332947" y="358758"/>
                <a:chExt cx="517920" cy="1104891"/>
              </a:xfrm>
            </p:grpSpPr>
            <p:grpSp>
              <p:nvGrpSpPr>
                <p:cNvPr id="66" name="Component 66"/>
                <p:cNvGrpSpPr/>
                <p:nvPr/>
              </p:nvGrpSpPr>
              <p:grpSpPr>
                <a:xfrm>
                  <a:off x="5334476" y="358758"/>
                  <a:ext cx="516390" cy="1032972"/>
                  <a:chOff x="5334476" y="358758"/>
                  <a:chExt cx="516390" cy="1032972"/>
                </a:xfrm>
              </p:grpSpPr>
              <p:sp>
                <p:nvSpPr>
                  <p:cNvPr id="67" name="Component 67"/>
                  <p:cNvSpPr/>
                  <p:nvPr/>
                </p:nvSpPr>
                <p:spPr>
                  <a:xfrm flipH="1" flipV="1">
                    <a:off x="5692867" y="423319"/>
                    <a:ext cx="157770" cy="968411"/>
                  </a:xfrm>
                  <a:prstGeom prst="rect">
                    <a:avLst/>
                  </a:prstGeom>
                  <a:solidFill>
                    <a:srgbClr val="00AA00">
                      <a:lumMod val="60000"/>
                      <a:lumOff val="40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8" name="Component 68"/>
                  <p:cNvSpPr/>
                  <p:nvPr/>
                </p:nvSpPr>
                <p:spPr>
                  <a:xfrm flipH="1" flipV="1">
                    <a:off x="5492117" y="423319"/>
                    <a:ext cx="200887" cy="968411"/>
                  </a:xfrm>
                  <a:prstGeom prst="rect">
                    <a:avLst/>
                  </a:prstGeom>
                  <a:solidFill>
                    <a:srgbClr val="00AA00"/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9" name="Component 69"/>
                  <p:cNvSpPr/>
                  <p:nvPr/>
                </p:nvSpPr>
                <p:spPr>
                  <a:xfrm flipH="1" flipV="1">
                    <a:off x="5334476" y="423316"/>
                    <a:ext cx="157770" cy="968411"/>
                  </a:xfrm>
                  <a:prstGeom prst="rect">
                    <a:avLst/>
                  </a:prstGeom>
                  <a:solidFill>
                    <a:srgbClr val="00AA00">
                      <a:lumMod val="75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70" name="Component 70"/>
                  <p:cNvGrpSpPr/>
                  <p:nvPr/>
                </p:nvGrpSpPr>
                <p:grpSpPr>
                  <a:xfrm flipH="1">
                    <a:off x="5334711" y="358758"/>
                    <a:ext cx="516155" cy="129121"/>
                    <a:chOff x="2959439" y="3412927"/>
                    <a:chExt cx="739251" cy="161401"/>
                  </a:xfrm>
                </p:grpSpPr>
                <p:sp>
                  <p:nvSpPr>
                    <p:cNvPr id="71" name="Component 71"/>
                    <p:cNvSpPr/>
                    <p:nvPr/>
                  </p:nvSpPr>
                  <p:spPr>
                    <a:xfrm>
                      <a:off x="2959439" y="3412927"/>
                      <a:ext cx="739251" cy="161401"/>
                    </a:xfrm>
                    <a:prstGeom prst="ellipse">
                      <a:avLst/>
                    </a:prstGeom>
                    <a:solidFill>
                      <a:srgbClr val="00AA00"/>
                    </a:solidFill>
                    <a:ln>
                      <a:noFill/>
                    </a:ln>
                  </p:spPr>
                  <p:style>
                    <a:lnRef idx="2">
                      <a:srgbClr val="00AA00">
                        <a:shade val="50000"/>
                      </a:srgbClr>
                    </a:lnRef>
                    <a:fillRef idx="1">
                      <a:srgbClr val="00AA00"/>
                    </a:fillRef>
                    <a:effectRef idx="0">
                      <a:srgbClr val="00AA00"/>
                    </a:effectRef>
                    <a:fontRef idx="minor">
                      <a:srgbClr val="FFFFFF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prstClr val="white"/>
                        </a:solidFill>
                      </a:endParaRPr>
                    </a:p>
                  </p:txBody>
                </p:sp>
                <p:sp>
                  <p:nvSpPr>
                    <p:cNvPr id="72" name="Component 72"/>
                    <p:cNvSpPr/>
                    <p:nvPr/>
                  </p:nvSpPr>
                  <p:spPr>
                    <a:xfrm>
                      <a:off x="3157508" y="3442220"/>
                      <a:ext cx="343113" cy="74912"/>
                    </a:xfrm>
                    <a:prstGeom prst="ellipse">
                      <a:avLst/>
                    </a:prstGeom>
                    <a:solidFill>
                      <a:srgbClr val="00AA00"/>
                    </a:solidFill>
                    <a:ln>
                      <a:noFill/>
                    </a:ln>
                  </p:spPr>
                  <p:style>
                    <a:lnRef idx="2">
                      <a:srgbClr val="00AA00">
                        <a:shade val="50000"/>
                      </a:srgbClr>
                    </a:lnRef>
                    <a:fillRef idx="1">
                      <a:srgbClr val="00AA00"/>
                    </a:fillRef>
                    <a:effectRef idx="0">
                      <a:srgbClr val="00AA00"/>
                    </a:effectRef>
                    <a:fontRef idx="minor">
                      <a:srgbClr val="FFFFFF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prstClr val="white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73" name="Component 73"/>
                <p:cNvGrpSpPr/>
                <p:nvPr/>
              </p:nvGrpSpPr>
              <p:grpSpPr>
                <a:xfrm rot="5400000" flipH="1">
                  <a:off x="5526464" y="1141010"/>
                  <a:ext cx="129121" cy="516156"/>
                  <a:chOff x="5571062" y="1978481"/>
                  <a:chExt cx="129121" cy="739250"/>
                </a:xfrm>
              </p:grpSpPr>
              <p:sp>
                <p:nvSpPr>
                  <p:cNvPr id="74" name="Component 74"/>
                  <p:cNvSpPr/>
                  <p:nvPr/>
                </p:nvSpPr>
                <p:spPr>
                  <a:xfrm rot="5400000" flipV="1">
                    <a:off x="5522738" y="2031877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66342 h 132685"/>
                      <a:gd name="connsiteX1" fmla="*/ 0 w 251783"/>
                      <a:gd name="connsiteY1" fmla="*/ 66344 h 132685"/>
                      <a:gd name="connsiteX2" fmla="*/ 8374 w 251783"/>
                      <a:gd name="connsiteY2" fmla="*/ 80853 h 132685"/>
                      <a:gd name="connsiteX3" fmla="*/ 251763 w 251783"/>
                      <a:gd name="connsiteY3" fmla="*/ 132685 h 132685"/>
                      <a:gd name="connsiteX4" fmla="*/ 251783 w 251783"/>
                      <a:gd name="connsiteY4" fmla="*/ 132685 h 132685"/>
                      <a:gd name="connsiteX5" fmla="*/ 251783 w 251783"/>
                      <a:gd name="connsiteY5" fmla="*/ 0 h 132685"/>
                      <a:gd name="connsiteX6" fmla="*/ 251763 w 251783"/>
                      <a:gd name="connsiteY6" fmla="*/ 1 h 132685"/>
                      <a:gd name="connsiteX7" fmla="*/ 8374 w 251783"/>
                      <a:gd name="connsiteY7" fmla="*/ 51832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66342"/>
                        </a:moveTo>
                        <a:lnTo>
                          <a:pt x="0" y="66344"/>
                        </a:lnTo>
                        <a:lnTo>
                          <a:pt x="8374" y="80853"/>
                        </a:lnTo>
                        <a:cubicBezTo>
                          <a:pt x="35830" y="104289"/>
                          <a:pt x="128471" y="123576"/>
                          <a:pt x="251763" y="132685"/>
                        </a:cubicBezTo>
                        <a:lnTo>
                          <a:pt x="251783" y="132685"/>
                        </a:lnTo>
                        <a:lnTo>
                          <a:pt x="251783" y="0"/>
                        </a:lnTo>
                        <a:lnTo>
                          <a:pt x="251763" y="1"/>
                        </a:lnTo>
                        <a:cubicBezTo>
                          <a:pt x="128471" y="9109"/>
                          <a:pt x="35830" y="28397"/>
                          <a:pt x="8374" y="51832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60000"/>
                      <a:lumOff val="40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5" name="Component 75"/>
                  <p:cNvSpPr/>
                  <p:nvPr/>
                </p:nvSpPr>
                <p:spPr>
                  <a:xfrm rot="5400000" flipV="1">
                    <a:off x="5491765" y="2283545"/>
                    <a:ext cx="287714" cy="129121"/>
                  </a:xfrm>
                  <a:custGeom>
                    <a:avLst/>
                    <a:gdLst>
                      <a:gd name="connsiteX0" fmla="*/ 0 w 320868"/>
                      <a:gd name="connsiteY0" fmla="*/ 5658 h 144000"/>
                      <a:gd name="connsiteX1" fmla="*/ 0 w 320868"/>
                      <a:gd name="connsiteY1" fmla="*/ 138343 h 144000"/>
                      <a:gd name="connsiteX2" fmla="*/ 160434 w 320868"/>
                      <a:gd name="connsiteY2" fmla="*/ 144000 h 144000"/>
                      <a:gd name="connsiteX3" fmla="*/ 320868 w 320868"/>
                      <a:gd name="connsiteY3" fmla="*/ 138343 h 144000"/>
                      <a:gd name="connsiteX4" fmla="*/ 320868 w 320868"/>
                      <a:gd name="connsiteY4" fmla="*/ 5658 h 144000"/>
                      <a:gd name="connsiteX5" fmla="*/ 160434 w 320868"/>
                      <a:gd name="connsiteY5" fmla="*/ 0 h 144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0868" h="144000">
                        <a:moveTo>
                          <a:pt x="0" y="5658"/>
                        </a:moveTo>
                        <a:lnTo>
                          <a:pt x="0" y="138343"/>
                        </a:lnTo>
                        <a:lnTo>
                          <a:pt x="160434" y="144000"/>
                        </a:lnTo>
                        <a:lnTo>
                          <a:pt x="320868" y="138343"/>
                        </a:lnTo>
                        <a:lnTo>
                          <a:pt x="320868" y="5658"/>
                        </a:lnTo>
                        <a:lnTo>
                          <a:pt x="160434" y="0"/>
                        </a:lnTo>
                        <a:close/>
                      </a:path>
                    </a:pathLst>
                  </a:custGeom>
                  <a:solidFill>
                    <a:srgbClr val="00AA00"/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6" name="Component 76"/>
                  <p:cNvSpPr/>
                  <p:nvPr/>
                </p:nvSpPr>
                <p:spPr>
                  <a:xfrm rot="5400000" flipV="1">
                    <a:off x="5522738" y="2545359"/>
                    <a:ext cx="225768" cy="118975"/>
                  </a:xfrm>
                  <a:custGeom>
                    <a:avLst/>
                    <a:gdLst>
                      <a:gd name="connsiteX0" fmla="*/ 0 w 251783"/>
                      <a:gd name="connsiteY0" fmla="*/ 0 h 132685"/>
                      <a:gd name="connsiteX1" fmla="*/ 0 w 251783"/>
                      <a:gd name="connsiteY1" fmla="*/ 132685 h 132685"/>
                      <a:gd name="connsiteX2" fmla="*/ 20 w 251783"/>
                      <a:gd name="connsiteY2" fmla="*/ 132685 h 132685"/>
                      <a:gd name="connsiteX3" fmla="*/ 243409 w 251783"/>
                      <a:gd name="connsiteY3" fmla="*/ 80853 h 132685"/>
                      <a:gd name="connsiteX4" fmla="*/ 251783 w 251783"/>
                      <a:gd name="connsiteY4" fmla="*/ 66344 h 132685"/>
                      <a:gd name="connsiteX5" fmla="*/ 251783 w 251783"/>
                      <a:gd name="connsiteY5" fmla="*/ 66342 h 132685"/>
                      <a:gd name="connsiteX6" fmla="*/ 243409 w 251783"/>
                      <a:gd name="connsiteY6" fmla="*/ 51832 h 132685"/>
                      <a:gd name="connsiteX7" fmla="*/ 20 w 251783"/>
                      <a:gd name="connsiteY7" fmla="*/ 1 h 13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1783" h="132685">
                        <a:moveTo>
                          <a:pt x="0" y="0"/>
                        </a:moveTo>
                        <a:lnTo>
                          <a:pt x="0" y="132685"/>
                        </a:lnTo>
                        <a:lnTo>
                          <a:pt x="20" y="132685"/>
                        </a:lnTo>
                        <a:cubicBezTo>
                          <a:pt x="123312" y="123576"/>
                          <a:pt x="215953" y="104289"/>
                          <a:pt x="243409" y="80853"/>
                        </a:cubicBezTo>
                        <a:lnTo>
                          <a:pt x="251783" y="66344"/>
                        </a:lnTo>
                        <a:lnTo>
                          <a:pt x="251783" y="66342"/>
                        </a:lnTo>
                        <a:lnTo>
                          <a:pt x="243409" y="51832"/>
                        </a:lnTo>
                        <a:cubicBezTo>
                          <a:pt x="215953" y="28397"/>
                          <a:pt x="123312" y="9109"/>
                          <a:pt x="20" y="1"/>
                        </a:cubicBezTo>
                        <a:close/>
                      </a:path>
                    </a:pathLst>
                  </a:custGeom>
                  <a:solidFill>
                    <a:srgbClr val="00AA00">
                      <a:lumMod val="75000"/>
                    </a:srgbClr>
                  </a:solidFill>
                  <a:ln>
                    <a:noFill/>
                  </a:ln>
                </p:spPr>
                <p:txBody>
                  <a:bodyPr vert="horz" wrap="square" lIns="81992" tIns="40996" rIns="81992" bIns="40996" numCol="1" anchor="t" anchorCtr="0" compatLnSpc="1">
                    <a:no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</p:grpSp>
        <p:sp>
          <p:nvSpPr>
            <p:cNvPr id="77" name="Component 77"/>
            <p:cNvSpPr>
              <a:spLocks noEditPoints="1"/>
            </p:cNvSpPr>
            <p:nvPr/>
          </p:nvSpPr>
          <p:spPr bwMode="auto">
            <a:xfrm>
              <a:off x="5538838" y="4631984"/>
              <a:ext cx="287469" cy="325113"/>
            </a:xfrm>
            <a:custGeom>
              <a:avLst/>
              <a:gdLst>
                <a:gd name="T0" fmla="*/ 20 w 78"/>
                <a:gd name="T1" fmla="*/ 7 h 88"/>
                <a:gd name="T2" fmla="*/ 20 w 78"/>
                <a:gd name="T3" fmla="*/ 11 h 88"/>
                <a:gd name="T4" fmla="*/ 5 w 78"/>
                <a:gd name="T5" fmla="*/ 6 h 88"/>
                <a:gd name="T6" fmla="*/ 1 w 78"/>
                <a:gd name="T7" fmla="*/ 8 h 88"/>
                <a:gd name="T8" fmla="*/ 0 w 78"/>
                <a:gd name="T9" fmla="*/ 20 h 88"/>
                <a:gd name="T10" fmla="*/ 3 w 78"/>
                <a:gd name="T11" fmla="*/ 38 h 88"/>
                <a:gd name="T12" fmla="*/ 17 w 78"/>
                <a:gd name="T13" fmla="*/ 49 h 88"/>
                <a:gd name="T14" fmla="*/ 20 w 78"/>
                <a:gd name="T15" fmla="*/ 50 h 88"/>
                <a:gd name="T16" fmla="*/ 20 w 78"/>
                <a:gd name="T17" fmla="*/ 49 h 88"/>
                <a:gd name="T18" fmla="*/ 31 w 78"/>
                <a:gd name="T19" fmla="*/ 52 h 88"/>
                <a:gd name="T20" fmla="*/ 31 w 78"/>
                <a:gd name="T21" fmla="*/ 64 h 88"/>
                <a:gd name="T22" fmla="*/ 27 w 78"/>
                <a:gd name="T23" fmla="*/ 64 h 88"/>
                <a:gd name="T24" fmla="*/ 27 w 78"/>
                <a:gd name="T25" fmla="*/ 68 h 88"/>
                <a:gd name="T26" fmla="*/ 15 w 78"/>
                <a:gd name="T27" fmla="*/ 68 h 88"/>
                <a:gd name="T28" fmla="*/ 15 w 78"/>
                <a:gd name="T29" fmla="*/ 88 h 88"/>
                <a:gd name="T30" fmla="*/ 64 w 78"/>
                <a:gd name="T31" fmla="*/ 88 h 88"/>
                <a:gd name="T32" fmla="*/ 64 w 78"/>
                <a:gd name="T33" fmla="*/ 68 h 88"/>
                <a:gd name="T34" fmla="*/ 52 w 78"/>
                <a:gd name="T35" fmla="*/ 68 h 88"/>
                <a:gd name="T36" fmla="*/ 52 w 78"/>
                <a:gd name="T37" fmla="*/ 64 h 88"/>
                <a:gd name="T38" fmla="*/ 47 w 78"/>
                <a:gd name="T39" fmla="*/ 64 h 88"/>
                <a:gd name="T40" fmla="*/ 47 w 78"/>
                <a:gd name="T41" fmla="*/ 52 h 88"/>
                <a:gd name="T42" fmla="*/ 58 w 78"/>
                <a:gd name="T43" fmla="*/ 49 h 88"/>
                <a:gd name="T44" fmla="*/ 58 w 78"/>
                <a:gd name="T45" fmla="*/ 50 h 88"/>
                <a:gd name="T46" fmla="*/ 61 w 78"/>
                <a:gd name="T47" fmla="*/ 49 h 88"/>
                <a:gd name="T48" fmla="*/ 75 w 78"/>
                <a:gd name="T49" fmla="*/ 38 h 88"/>
                <a:gd name="T50" fmla="*/ 78 w 78"/>
                <a:gd name="T51" fmla="*/ 20 h 88"/>
                <a:gd name="T52" fmla="*/ 77 w 78"/>
                <a:gd name="T53" fmla="*/ 8 h 88"/>
                <a:gd name="T54" fmla="*/ 73 w 78"/>
                <a:gd name="T55" fmla="*/ 6 h 88"/>
                <a:gd name="T56" fmla="*/ 58 w 78"/>
                <a:gd name="T57" fmla="*/ 11 h 88"/>
                <a:gd name="T58" fmla="*/ 58 w 78"/>
                <a:gd name="T59" fmla="*/ 7 h 88"/>
                <a:gd name="T60" fmla="*/ 60 w 78"/>
                <a:gd name="T61" fmla="*/ 7 h 88"/>
                <a:gd name="T62" fmla="*/ 60 w 78"/>
                <a:gd name="T63" fmla="*/ 0 h 88"/>
                <a:gd name="T64" fmla="*/ 17 w 78"/>
                <a:gd name="T65" fmla="*/ 0 h 88"/>
                <a:gd name="T66" fmla="*/ 17 w 78"/>
                <a:gd name="T67" fmla="*/ 7 h 88"/>
                <a:gd name="T68" fmla="*/ 20 w 78"/>
                <a:gd name="T69" fmla="*/ 7 h 88"/>
                <a:gd name="T70" fmla="*/ 63 w 78"/>
                <a:gd name="T71" fmla="*/ 42 h 88"/>
                <a:gd name="T72" fmla="*/ 59 w 78"/>
                <a:gd name="T73" fmla="*/ 20 h 88"/>
                <a:gd name="T74" fmla="*/ 61 w 78"/>
                <a:gd name="T75" fmla="*/ 22 h 88"/>
                <a:gd name="T76" fmla="*/ 66 w 78"/>
                <a:gd name="T77" fmla="*/ 18 h 88"/>
                <a:gd name="T78" fmla="*/ 64 w 78"/>
                <a:gd name="T79" fmla="*/ 16 h 88"/>
                <a:gd name="T80" fmla="*/ 71 w 78"/>
                <a:gd name="T81" fmla="*/ 13 h 88"/>
                <a:gd name="T82" fmla="*/ 72 w 78"/>
                <a:gd name="T83" fmla="*/ 20 h 88"/>
                <a:gd name="T84" fmla="*/ 69 w 78"/>
                <a:gd name="T85" fmla="*/ 36 h 88"/>
                <a:gd name="T86" fmla="*/ 63 w 78"/>
                <a:gd name="T87" fmla="*/ 42 h 88"/>
                <a:gd name="T88" fmla="*/ 19 w 78"/>
                <a:gd name="T89" fmla="*/ 20 h 88"/>
                <a:gd name="T90" fmla="*/ 15 w 78"/>
                <a:gd name="T91" fmla="*/ 42 h 88"/>
                <a:gd name="T92" fmla="*/ 9 w 78"/>
                <a:gd name="T93" fmla="*/ 36 h 88"/>
                <a:gd name="T94" fmla="*/ 6 w 78"/>
                <a:gd name="T95" fmla="*/ 20 h 88"/>
                <a:gd name="T96" fmla="*/ 7 w 78"/>
                <a:gd name="T97" fmla="*/ 13 h 88"/>
                <a:gd name="T98" fmla="*/ 14 w 78"/>
                <a:gd name="T99" fmla="*/ 16 h 88"/>
                <a:gd name="T100" fmla="*/ 12 w 78"/>
                <a:gd name="T101" fmla="*/ 18 h 88"/>
                <a:gd name="T102" fmla="*/ 17 w 78"/>
                <a:gd name="T103" fmla="*/ 22 h 88"/>
                <a:gd name="T104" fmla="*/ 19 w 78"/>
                <a:gd name="T105" fmla="*/ 20 h 88"/>
                <a:gd name="T106" fmla="*/ 32 w 78"/>
                <a:gd name="T107" fmla="*/ 10 h 88"/>
                <a:gd name="T108" fmla="*/ 32 w 78"/>
                <a:gd name="T109" fmla="*/ 45 h 88"/>
                <a:gd name="T110" fmla="*/ 25 w 78"/>
                <a:gd name="T111" fmla="*/ 41 h 88"/>
                <a:gd name="T112" fmla="*/ 28 w 78"/>
                <a:gd name="T113" fmla="*/ 14 h 88"/>
                <a:gd name="T114" fmla="*/ 28 w 78"/>
                <a:gd name="T115" fmla="*/ 10 h 88"/>
                <a:gd name="T116" fmla="*/ 32 w 78"/>
                <a:gd name="T117" fmla="*/ 1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" h="88">
                  <a:moveTo>
                    <a:pt x="20" y="7"/>
                  </a:moveTo>
                  <a:cubicBezTo>
                    <a:pt x="20" y="8"/>
                    <a:pt x="21" y="10"/>
                    <a:pt x="20" y="11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1"/>
                    <a:pt x="0" y="16"/>
                    <a:pt x="0" y="20"/>
                  </a:cubicBezTo>
                  <a:cubicBezTo>
                    <a:pt x="0" y="26"/>
                    <a:pt x="1" y="33"/>
                    <a:pt x="3" y="38"/>
                  </a:cubicBezTo>
                  <a:cubicBezTo>
                    <a:pt x="6" y="44"/>
                    <a:pt x="10" y="48"/>
                    <a:pt x="17" y="49"/>
                  </a:cubicBezTo>
                  <a:cubicBezTo>
                    <a:pt x="18" y="50"/>
                    <a:pt x="19" y="50"/>
                    <a:pt x="20" y="50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2" y="51"/>
                    <a:pt x="26" y="52"/>
                    <a:pt x="31" y="52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88"/>
                    <a:pt x="15" y="88"/>
                    <a:pt x="15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47" y="64"/>
                    <a:pt x="47" y="64"/>
                    <a:pt x="47" y="64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2" y="52"/>
                    <a:pt x="56" y="51"/>
                    <a:pt x="58" y="49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9" y="50"/>
                    <a:pt x="60" y="50"/>
                    <a:pt x="61" y="49"/>
                  </a:cubicBezTo>
                  <a:cubicBezTo>
                    <a:pt x="68" y="48"/>
                    <a:pt x="72" y="44"/>
                    <a:pt x="75" y="38"/>
                  </a:cubicBezTo>
                  <a:cubicBezTo>
                    <a:pt x="77" y="33"/>
                    <a:pt x="78" y="26"/>
                    <a:pt x="78" y="20"/>
                  </a:cubicBezTo>
                  <a:cubicBezTo>
                    <a:pt x="78" y="16"/>
                    <a:pt x="78" y="11"/>
                    <a:pt x="77" y="8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7" y="10"/>
                    <a:pt x="58" y="8"/>
                    <a:pt x="58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0" y="7"/>
                    <a:pt x="20" y="7"/>
                    <a:pt x="20" y="7"/>
                  </a:cubicBezTo>
                  <a:close/>
                  <a:moveTo>
                    <a:pt x="63" y="42"/>
                  </a:moveTo>
                  <a:cubicBezTo>
                    <a:pt x="64" y="36"/>
                    <a:pt x="60" y="28"/>
                    <a:pt x="59" y="20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2" y="15"/>
                    <a:pt x="72" y="18"/>
                    <a:pt x="72" y="20"/>
                  </a:cubicBezTo>
                  <a:cubicBezTo>
                    <a:pt x="71" y="26"/>
                    <a:pt x="71" y="31"/>
                    <a:pt x="69" y="36"/>
                  </a:cubicBezTo>
                  <a:cubicBezTo>
                    <a:pt x="67" y="39"/>
                    <a:pt x="65" y="41"/>
                    <a:pt x="63" y="42"/>
                  </a:cubicBezTo>
                  <a:close/>
                  <a:moveTo>
                    <a:pt x="19" y="20"/>
                  </a:moveTo>
                  <a:cubicBezTo>
                    <a:pt x="17" y="28"/>
                    <a:pt x="14" y="36"/>
                    <a:pt x="15" y="42"/>
                  </a:cubicBezTo>
                  <a:cubicBezTo>
                    <a:pt x="13" y="41"/>
                    <a:pt x="11" y="39"/>
                    <a:pt x="9" y="36"/>
                  </a:cubicBezTo>
                  <a:cubicBezTo>
                    <a:pt x="7" y="31"/>
                    <a:pt x="6" y="26"/>
                    <a:pt x="6" y="20"/>
                  </a:cubicBezTo>
                  <a:cubicBezTo>
                    <a:pt x="6" y="18"/>
                    <a:pt x="6" y="15"/>
                    <a:pt x="7" y="13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9" y="20"/>
                    <a:pt x="19" y="20"/>
                    <a:pt x="19" y="20"/>
                  </a:cubicBezTo>
                  <a:close/>
                  <a:moveTo>
                    <a:pt x="32" y="10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32" y="45"/>
                    <a:pt x="27" y="45"/>
                    <a:pt x="25" y="41"/>
                  </a:cubicBezTo>
                  <a:cubicBezTo>
                    <a:pt x="24" y="37"/>
                    <a:pt x="28" y="16"/>
                    <a:pt x="28" y="14"/>
                  </a:cubicBezTo>
                  <a:cubicBezTo>
                    <a:pt x="28" y="13"/>
                    <a:pt x="28" y="10"/>
                    <a:pt x="28" y="10"/>
                  </a:cubicBezTo>
                  <a:lnTo>
                    <a:pt x="32" y="10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81992" tIns="40996" rIns="81992" bIns="4099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Component 78"/>
            <p:cNvSpPr>
              <a:spLocks noEditPoints="1"/>
            </p:cNvSpPr>
            <p:nvPr/>
          </p:nvSpPr>
          <p:spPr bwMode="auto">
            <a:xfrm>
              <a:off x="4986580" y="1819752"/>
              <a:ext cx="302868" cy="296025"/>
            </a:xfrm>
            <a:custGeom>
              <a:avLst/>
              <a:gdLst>
                <a:gd name="T0" fmla="*/ 74 w 82"/>
                <a:gd name="T1" fmla="*/ 6 h 80"/>
                <a:gd name="T2" fmla="*/ 67 w 82"/>
                <a:gd name="T3" fmla="*/ 27 h 80"/>
                <a:gd name="T4" fmla="*/ 65 w 82"/>
                <a:gd name="T5" fmla="*/ 30 h 80"/>
                <a:gd name="T6" fmla="*/ 75 w 82"/>
                <a:gd name="T7" fmla="*/ 71 h 80"/>
                <a:gd name="T8" fmla="*/ 66 w 82"/>
                <a:gd name="T9" fmla="*/ 80 h 80"/>
                <a:gd name="T10" fmla="*/ 44 w 82"/>
                <a:gd name="T11" fmla="*/ 50 h 80"/>
                <a:gd name="T12" fmla="*/ 36 w 82"/>
                <a:gd name="T13" fmla="*/ 57 h 80"/>
                <a:gd name="T14" fmla="*/ 39 w 82"/>
                <a:gd name="T15" fmla="*/ 70 h 80"/>
                <a:gd name="T16" fmla="*/ 34 w 82"/>
                <a:gd name="T17" fmla="*/ 75 h 80"/>
                <a:gd name="T18" fmla="*/ 26 w 82"/>
                <a:gd name="T19" fmla="*/ 61 h 80"/>
                <a:gd name="T20" fmla="*/ 21 w 82"/>
                <a:gd name="T21" fmla="*/ 67 h 80"/>
                <a:gd name="T22" fmla="*/ 16 w 82"/>
                <a:gd name="T23" fmla="*/ 62 h 80"/>
                <a:gd name="T24" fmla="*/ 21 w 82"/>
                <a:gd name="T25" fmla="*/ 57 h 80"/>
                <a:gd name="T26" fmla="*/ 7 w 82"/>
                <a:gd name="T27" fmla="*/ 50 h 80"/>
                <a:gd name="T28" fmla="*/ 12 w 82"/>
                <a:gd name="T29" fmla="*/ 44 h 80"/>
                <a:gd name="T30" fmla="*/ 25 w 82"/>
                <a:gd name="T31" fmla="*/ 47 h 80"/>
                <a:gd name="T32" fmla="*/ 32 w 82"/>
                <a:gd name="T33" fmla="*/ 39 h 80"/>
                <a:gd name="T34" fmla="*/ 0 w 82"/>
                <a:gd name="T35" fmla="*/ 18 h 80"/>
                <a:gd name="T36" fmla="*/ 9 w 82"/>
                <a:gd name="T37" fmla="*/ 8 h 80"/>
                <a:gd name="T38" fmla="*/ 51 w 82"/>
                <a:gd name="T39" fmla="*/ 16 h 80"/>
                <a:gd name="T40" fmla="*/ 53 w 82"/>
                <a:gd name="T41" fmla="*/ 13 h 80"/>
                <a:gd name="T42" fmla="*/ 74 w 82"/>
                <a:gd name="T43" fmla="*/ 6 h 80"/>
                <a:gd name="T44" fmla="*/ 82 w 82"/>
                <a:gd name="T45" fmla="*/ 50 h 80"/>
                <a:gd name="T46" fmla="*/ 74 w 82"/>
                <a:gd name="T47" fmla="*/ 42 h 80"/>
                <a:gd name="T48" fmla="*/ 72 w 82"/>
                <a:gd name="T49" fmla="*/ 44 h 80"/>
                <a:gd name="T50" fmla="*/ 76 w 82"/>
                <a:gd name="T51" fmla="*/ 57 h 80"/>
                <a:gd name="T52" fmla="*/ 82 w 82"/>
                <a:gd name="T53" fmla="*/ 50 h 80"/>
                <a:gd name="T54" fmla="*/ 29 w 82"/>
                <a:gd name="T55" fmla="*/ 0 h 80"/>
                <a:gd name="T56" fmla="*/ 23 w 82"/>
                <a:gd name="T57" fmla="*/ 7 h 80"/>
                <a:gd name="T58" fmla="*/ 36 w 82"/>
                <a:gd name="T59" fmla="*/ 10 h 80"/>
                <a:gd name="T60" fmla="*/ 37 w 82"/>
                <a:gd name="T61" fmla="*/ 8 h 80"/>
                <a:gd name="T62" fmla="*/ 29 w 82"/>
                <a:gd name="T6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0">
                  <a:moveTo>
                    <a:pt x="74" y="6"/>
                  </a:moveTo>
                  <a:cubicBezTo>
                    <a:pt x="76" y="15"/>
                    <a:pt x="74" y="21"/>
                    <a:pt x="67" y="27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60" y="5"/>
                    <a:pt x="67" y="4"/>
                    <a:pt x="74" y="6"/>
                  </a:cubicBezTo>
                  <a:close/>
                  <a:moveTo>
                    <a:pt x="82" y="50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82" y="50"/>
                    <a:pt x="82" y="50"/>
                    <a:pt x="82" y="50"/>
                  </a:cubicBezTo>
                  <a:close/>
                  <a:moveTo>
                    <a:pt x="29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81992" tIns="40996" rIns="81992" bIns="4099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Component 79"/>
            <p:cNvSpPr>
              <a:spLocks noEditPoints="1"/>
            </p:cNvSpPr>
            <p:nvPr/>
          </p:nvSpPr>
          <p:spPr bwMode="auto">
            <a:xfrm>
              <a:off x="6989573" y="2973081"/>
              <a:ext cx="284046" cy="343936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81992" tIns="40996" rIns="81992" bIns="4099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Component 80"/>
            <p:cNvSpPr>
              <a:spLocks noEditPoints="1"/>
            </p:cNvSpPr>
            <p:nvPr/>
          </p:nvSpPr>
          <p:spPr bwMode="auto">
            <a:xfrm>
              <a:off x="3666418" y="3410870"/>
              <a:ext cx="341208" cy="397319"/>
            </a:xfrm>
            <a:custGeom>
              <a:avLst/>
              <a:gdLst>
                <a:gd name="T0" fmla="*/ 233 w 233"/>
                <a:gd name="T1" fmla="*/ 118 h 271"/>
                <a:gd name="T2" fmla="*/ 205 w 233"/>
                <a:gd name="T3" fmla="*/ 262 h 271"/>
                <a:gd name="T4" fmla="*/ 200 w 233"/>
                <a:gd name="T5" fmla="*/ 271 h 271"/>
                <a:gd name="T6" fmla="*/ 175 w 233"/>
                <a:gd name="T7" fmla="*/ 262 h 271"/>
                <a:gd name="T8" fmla="*/ 57 w 233"/>
                <a:gd name="T9" fmla="*/ 271 h 271"/>
                <a:gd name="T10" fmla="*/ 32 w 233"/>
                <a:gd name="T11" fmla="*/ 262 h 271"/>
                <a:gd name="T12" fmla="*/ 0 w 233"/>
                <a:gd name="T13" fmla="*/ 234 h 271"/>
                <a:gd name="T14" fmla="*/ 28 w 233"/>
                <a:gd name="T15" fmla="*/ 90 h 271"/>
                <a:gd name="T16" fmla="*/ 56 w 233"/>
                <a:gd name="T17" fmla="*/ 20 h 271"/>
                <a:gd name="T18" fmla="*/ 122 w 233"/>
                <a:gd name="T19" fmla="*/ 0 h 271"/>
                <a:gd name="T20" fmla="*/ 103 w 233"/>
                <a:gd name="T21" fmla="*/ 65 h 271"/>
                <a:gd name="T22" fmla="*/ 61 w 233"/>
                <a:gd name="T23" fmla="*/ 84 h 271"/>
                <a:gd name="T24" fmla="*/ 43 w 233"/>
                <a:gd name="T25" fmla="*/ 31 h 271"/>
                <a:gd name="T26" fmla="*/ 80 w 233"/>
                <a:gd name="T27" fmla="*/ 137 h 271"/>
                <a:gd name="T28" fmla="*/ 55 w 233"/>
                <a:gd name="T29" fmla="*/ 181 h 271"/>
                <a:gd name="T30" fmla="*/ 80 w 233"/>
                <a:gd name="T31" fmla="*/ 137 h 271"/>
                <a:gd name="T32" fmla="*/ 180 w 233"/>
                <a:gd name="T33" fmla="*/ 126 h 271"/>
                <a:gd name="T34" fmla="*/ 214 w 233"/>
                <a:gd name="T35" fmla="*/ 119 h 271"/>
                <a:gd name="T36" fmla="*/ 196 w 233"/>
                <a:gd name="T37" fmla="*/ 205 h 271"/>
                <a:gd name="T38" fmla="*/ 196 w 233"/>
                <a:gd name="T39" fmla="*/ 225 h 271"/>
                <a:gd name="T40" fmla="*/ 196 w 233"/>
                <a:gd name="T41" fmla="*/ 205 h 271"/>
                <a:gd name="T42" fmla="*/ 187 w 233"/>
                <a:gd name="T43" fmla="*/ 185 h 271"/>
                <a:gd name="T44" fmla="*/ 206 w 233"/>
                <a:gd name="T45" fmla="*/ 185 h 271"/>
                <a:gd name="T46" fmla="*/ 180 w 233"/>
                <a:gd name="T47" fmla="*/ 151 h 271"/>
                <a:gd name="T48" fmla="*/ 214 w 233"/>
                <a:gd name="T49" fmla="*/ 158 h 271"/>
                <a:gd name="T50" fmla="*/ 180 w 233"/>
                <a:gd name="T51" fmla="*/ 151 h 271"/>
                <a:gd name="T52" fmla="*/ 180 w 233"/>
                <a:gd name="T53" fmla="*/ 147 h 271"/>
                <a:gd name="T54" fmla="*/ 214 w 233"/>
                <a:gd name="T55" fmla="*/ 141 h 271"/>
                <a:gd name="T56" fmla="*/ 180 w 233"/>
                <a:gd name="T57" fmla="*/ 130 h 271"/>
                <a:gd name="T58" fmla="*/ 214 w 233"/>
                <a:gd name="T59" fmla="*/ 136 h 271"/>
                <a:gd name="T60" fmla="*/ 180 w 233"/>
                <a:gd name="T61" fmla="*/ 130 h 271"/>
                <a:gd name="T62" fmla="*/ 34 w 233"/>
                <a:gd name="T63" fmla="*/ 159 h 271"/>
                <a:gd name="T64" fmla="*/ 71 w 233"/>
                <a:gd name="T65" fmla="*/ 226 h 271"/>
                <a:gd name="T66" fmla="*/ 170 w 233"/>
                <a:gd name="T67" fmla="*/ 189 h 271"/>
                <a:gd name="T68" fmla="*/ 133 w 233"/>
                <a:gd name="T69" fmla="*/ 122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71">
                  <a:moveTo>
                    <a:pt x="205" y="90"/>
                  </a:moveTo>
                  <a:cubicBezTo>
                    <a:pt x="221" y="90"/>
                    <a:pt x="233" y="103"/>
                    <a:pt x="233" y="118"/>
                  </a:cubicBezTo>
                  <a:cubicBezTo>
                    <a:pt x="233" y="234"/>
                    <a:pt x="233" y="234"/>
                    <a:pt x="233" y="234"/>
                  </a:cubicBezTo>
                  <a:cubicBezTo>
                    <a:pt x="233" y="250"/>
                    <a:pt x="221" y="262"/>
                    <a:pt x="205" y="262"/>
                  </a:cubicBezTo>
                  <a:cubicBezTo>
                    <a:pt x="200" y="262"/>
                    <a:pt x="200" y="262"/>
                    <a:pt x="200" y="262"/>
                  </a:cubicBezTo>
                  <a:cubicBezTo>
                    <a:pt x="200" y="271"/>
                    <a:pt x="200" y="271"/>
                    <a:pt x="200" y="271"/>
                  </a:cubicBezTo>
                  <a:cubicBezTo>
                    <a:pt x="175" y="271"/>
                    <a:pt x="175" y="271"/>
                    <a:pt x="175" y="271"/>
                  </a:cubicBezTo>
                  <a:cubicBezTo>
                    <a:pt x="175" y="262"/>
                    <a:pt x="175" y="262"/>
                    <a:pt x="175" y="262"/>
                  </a:cubicBezTo>
                  <a:cubicBezTo>
                    <a:pt x="57" y="262"/>
                    <a:pt x="57" y="262"/>
                    <a:pt x="57" y="262"/>
                  </a:cubicBezTo>
                  <a:cubicBezTo>
                    <a:pt x="57" y="271"/>
                    <a:pt x="57" y="271"/>
                    <a:pt x="57" y="271"/>
                  </a:cubicBezTo>
                  <a:cubicBezTo>
                    <a:pt x="32" y="271"/>
                    <a:pt x="32" y="271"/>
                    <a:pt x="32" y="271"/>
                  </a:cubicBezTo>
                  <a:cubicBezTo>
                    <a:pt x="32" y="262"/>
                    <a:pt x="32" y="262"/>
                    <a:pt x="32" y="262"/>
                  </a:cubicBezTo>
                  <a:cubicBezTo>
                    <a:pt x="28" y="262"/>
                    <a:pt x="28" y="262"/>
                    <a:pt x="28" y="262"/>
                  </a:cubicBezTo>
                  <a:cubicBezTo>
                    <a:pt x="13" y="262"/>
                    <a:pt x="0" y="250"/>
                    <a:pt x="0" y="23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03"/>
                    <a:pt x="13" y="90"/>
                    <a:pt x="28" y="90"/>
                  </a:cubicBezTo>
                  <a:cubicBezTo>
                    <a:pt x="91" y="90"/>
                    <a:pt x="155" y="90"/>
                    <a:pt x="205" y="90"/>
                  </a:cubicBezTo>
                  <a:close/>
                  <a:moveTo>
                    <a:pt x="56" y="20"/>
                  </a:moveTo>
                  <a:cubicBezTo>
                    <a:pt x="87" y="57"/>
                    <a:pt x="87" y="57"/>
                    <a:pt x="87" y="57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03" y="65"/>
                    <a:pt x="103" y="65"/>
                    <a:pt x="103" y="65"/>
                  </a:cubicBezTo>
                  <a:cubicBezTo>
                    <a:pt x="110" y="69"/>
                    <a:pt x="114" y="76"/>
                    <a:pt x="116" y="84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2" y="77"/>
                    <a:pt x="66" y="70"/>
                    <a:pt x="72" y="66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56" y="20"/>
                    <a:pt x="56" y="20"/>
                    <a:pt x="56" y="20"/>
                  </a:cubicBezTo>
                  <a:close/>
                  <a:moveTo>
                    <a:pt x="80" y="137"/>
                  </a:moveTo>
                  <a:cubicBezTo>
                    <a:pt x="71" y="132"/>
                    <a:pt x="58" y="137"/>
                    <a:pt x="51" y="149"/>
                  </a:cubicBezTo>
                  <a:cubicBezTo>
                    <a:pt x="44" y="161"/>
                    <a:pt x="46" y="175"/>
                    <a:pt x="55" y="181"/>
                  </a:cubicBezTo>
                  <a:cubicBezTo>
                    <a:pt x="64" y="186"/>
                    <a:pt x="69" y="175"/>
                    <a:pt x="76" y="163"/>
                  </a:cubicBezTo>
                  <a:cubicBezTo>
                    <a:pt x="83" y="151"/>
                    <a:pt x="89" y="142"/>
                    <a:pt x="80" y="137"/>
                  </a:cubicBezTo>
                  <a:close/>
                  <a:moveTo>
                    <a:pt x="180" y="119"/>
                  </a:moveTo>
                  <a:cubicBezTo>
                    <a:pt x="180" y="126"/>
                    <a:pt x="180" y="126"/>
                    <a:pt x="180" y="126"/>
                  </a:cubicBezTo>
                  <a:cubicBezTo>
                    <a:pt x="214" y="126"/>
                    <a:pt x="214" y="126"/>
                    <a:pt x="214" y="126"/>
                  </a:cubicBezTo>
                  <a:cubicBezTo>
                    <a:pt x="214" y="119"/>
                    <a:pt x="214" y="119"/>
                    <a:pt x="214" y="119"/>
                  </a:cubicBezTo>
                  <a:cubicBezTo>
                    <a:pt x="180" y="119"/>
                    <a:pt x="180" y="119"/>
                    <a:pt x="180" y="119"/>
                  </a:cubicBezTo>
                  <a:close/>
                  <a:moveTo>
                    <a:pt x="196" y="205"/>
                  </a:moveTo>
                  <a:cubicBezTo>
                    <a:pt x="191" y="205"/>
                    <a:pt x="187" y="210"/>
                    <a:pt x="187" y="215"/>
                  </a:cubicBezTo>
                  <a:cubicBezTo>
                    <a:pt x="187" y="220"/>
                    <a:pt x="191" y="225"/>
                    <a:pt x="196" y="225"/>
                  </a:cubicBezTo>
                  <a:cubicBezTo>
                    <a:pt x="202" y="225"/>
                    <a:pt x="206" y="220"/>
                    <a:pt x="206" y="215"/>
                  </a:cubicBezTo>
                  <a:cubicBezTo>
                    <a:pt x="206" y="210"/>
                    <a:pt x="202" y="205"/>
                    <a:pt x="196" y="205"/>
                  </a:cubicBezTo>
                  <a:close/>
                  <a:moveTo>
                    <a:pt x="196" y="176"/>
                  </a:moveTo>
                  <a:cubicBezTo>
                    <a:pt x="191" y="176"/>
                    <a:pt x="187" y="180"/>
                    <a:pt x="187" y="185"/>
                  </a:cubicBezTo>
                  <a:cubicBezTo>
                    <a:pt x="187" y="191"/>
                    <a:pt x="191" y="195"/>
                    <a:pt x="196" y="195"/>
                  </a:cubicBezTo>
                  <a:cubicBezTo>
                    <a:pt x="202" y="195"/>
                    <a:pt x="206" y="191"/>
                    <a:pt x="206" y="185"/>
                  </a:cubicBezTo>
                  <a:cubicBezTo>
                    <a:pt x="206" y="180"/>
                    <a:pt x="202" y="176"/>
                    <a:pt x="196" y="176"/>
                  </a:cubicBezTo>
                  <a:close/>
                  <a:moveTo>
                    <a:pt x="180" y="151"/>
                  </a:moveTo>
                  <a:cubicBezTo>
                    <a:pt x="180" y="158"/>
                    <a:pt x="180" y="158"/>
                    <a:pt x="180" y="158"/>
                  </a:cubicBezTo>
                  <a:cubicBezTo>
                    <a:pt x="214" y="158"/>
                    <a:pt x="214" y="158"/>
                    <a:pt x="214" y="158"/>
                  </a:cubicBezTo>
                  <a:cubicBezTo>
                    <a:pt x="214" y="151"/>
                    <a:pt x="214" y="151"/>
                    <a:pt x="214" y="151"/>
                  </a:cubicBezTo>
                  <a:cubicBezTo>
                    <a:pt x="180" y="151"/>
                    <a:pt x="180" y="151"/>
                    <a:pt x="180" y="151"/>
                  </a:cubicBezTo>
                  <a:close/>
                  <a:moveTo>
                    <a:pt x="180" y="141"/>
                  </a:moveTo>
                  <a:cubicBezTo>
                    <a:pt x="180" y="147"/>
                    <a:pt x="180" y="147"/>
                    <a:pt x="180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41"/>
                    <a:pt x="214" y="141"/>
                    <a:pt x="214" y="141"/>
                  </a:cubicBezTo>
                  <a:cubicBezTo>
                    <a:pt x="180" y="141"/>
                    <a:pt x="180" y="141"/>
                    <a:pt x="180" y="141"/>
                  </a:cubicBezTo>
                  <a:close/>
                  <a:moveTo>
                    <a:pt x="180" y="130"/>
                  </a:moveTo>
                  <a:cubicBezTo>
                    <a:pt x="180" y="136"/>
                    <a:pt x="180" y="136"/>
                    <a:pt x="180" y="136"/>
                  </a:cubicBezTo>
                  <a:cubicBezTo>
                    <a:pt x="214" y="136"/>
                    <a:pt x="214" y="136"/>
                    <a:pt x="214" y="136"/>
                  </a:cubicBezTo>
                  <a:cubicBezTo>
                    <a:pt x="214" y="130"/>
                    <a:pt x="214" y="130"/>
                    <a:pt x="214" y="130"/>
                  </a:cubicBezTo>
                  <a:cubicBezTo>
                    <a:pt x="180" y="130"/>
                    <a:pt x="180" y="130"/>
                    <a:pt x="180" y="130"/>
                  </a:cubicBezTo>
                  <a:close/>
                  <a:moveTo>
                    <a:pt x="71" y="122"/>
                  </a:moveTo>
                  <a:cubicBezTo>
                    <a:pt x="51" y="122"/>
                    <a:pt x="34" y="139"/>
                    <a:pt x="34" y="159"/>
                  </a:cubicBezTo>
                  <a:cubicBezTo>
                    <a:pt x="34" y="189"/>
                    <a:pt x="34" y="189"/>
                    <a:pt x="34" y="189"/>
                  </a:cubicBezTo>
                  <a:cubicBezTo>
                    <a:pt x="34" y="210"/>
                    <a:pt x="51" y="226"/>
                    <a:pt x="71" y="226"/>
                  </a:cubicBezTo>
                  <a:cubicBezTo>
                    <a:pt x="133" y="226"/>
                    <a:pt x="133" y="226"/>
                    <a:pt x="133" y="226"/>
                  </a:cubicBezTo>
                  <a:cubicBezTo>
                    <a:pt x="153" y="226"/>
                    <a:pt x="170" y="210"/>
                    <a:pt x="170" y="189"/>
                  </a:cubicBezTo>
                  <a:cubicBezTo>
                    <a:pt x="170" y="159"/>
                    <a:pt x="170" y="159"/>
                    <a:pt x="170" y="159"/>
                  </a:cubicBezTo>
                  <a:cubicBezTo>
                    <a:pt x="170" y="139"/>
                    <a:pt x="153" y="122"/>
                    <a:pt x="133" y="122"/>
                  </a:cubicBezTo>
                  <a:lnTo>
                    <a:pt x="71" y="122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81992" tIns="40996" rIns="81992" bIns="4099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1A3A1A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Component 81"/>
            <p:cNvSpPr txBox="1"/>
            <p:nvPr/>
          </p:nvSpPr>
          <p:spPr>
            <a:xfrm>
              <a:off x="5451875" y="1803273"/>
              <a:ext cx="858400" cy="331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0AA00"/>
                  </a:solidFill>
                </a:rPr>
                <a:t>Sales</a:t>
              </a:r>
              <a:endParaRPr lang="en-GB" b="1">
                <a:solidFill>
                  <a:srgbClr val="00AA00"/>
                </a:solidFill>
              </a:endParaRPr>
            </a:p>
          </p:txBody>
        </p:sp>
        <p:sp>
          <p:nvSpPr>
            <p:cNvPr id="82" name="Component 82"/>
            <p:cNvSpPr txBox="1"/>
            <p:nvPr/>
          </p:nvSpPr>
          <p:spPr>
            <a:xfrm>
              <a:off x="4078222" y="3478759"/>
              <a:ext cx="1313761" cy="331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0AA00"/>
                  </a:solidFill>
                </a:rPr>
                <a:t>Revenue</a:t>
              </a:r>
              <a:endParaRPr lang="en-GB" b="1">
                <a:solidFill>
                  <a:srgbClr val="00AA00"/>
                </a:solidFill>
              </a:endParaRPr>
            </a:p>
          </p:txBody>
        </p:sp>
        <p:sp>
          <p:nvSpPr>
            <p:cNvPr id="83" name="Component 83"/>
            <p:cNvSpPr txBox="1"/>
            <p:nvPr/>
          </p:nvSpPr>
          <p:spPr>
            <a:xfrm>
              <a:off x="7313691" y="3014354"/>
              <a:ext cx="1079699" cy="331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0AA00"/>
                  </a:solidFill>
                </a:rPr>
                <a:t>Profit</a:t>
              </a:r>
              <a:endParaRPr lang="en-GB" b="1">
                <a:solidFill>
                  <a:srgbClr val="00AA00"/>
                </a:solidFill>
              </a:endParaRPr>
            </a:p>
          </p:txBody>
        </p:sp>
        <p:sp>
          <p:nvSpPr>
            <p:cNvPr id="84" name="Component 84"/>
            <p:cNvSpPr txBox="1"/>
            <p:nvPr/>
          </p:nvSpPr>
          <p:spPr>
            <a:xfrm>
              <a:off x="5925565" y="4647293"/>
              <a:ext cx="833966" cy="331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00AA00"/>
                  </a:solidFill>
                </a:rPr>
                <a:t>The Cup</a:t>
              </a:r>
              <a:endParaRPr lang="en-GB" b="1">
                <a:solidFill>
                  <a:srgbClr val="00AA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