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A00"/>
                </a:solidFill>
              </a:defRPr>
            </a:pPr>
            <a:r>
              <a:t>hierarchy id=4458 (sp=12, custGeom=8)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4534657" y="822960"/>
            <a:ext cx="3092205" cy="5303520"/>
            <a:chOff x="-5948867" y="-1310618"/>
            <a:chExt cx="4869" cy="8352"/>
          </a:xfrm>
        </p:grpSpPr>
        <p:sp>
          <p:nvSpPr>
            <p:cNvPr id="4" name="Component 4"/>
            <p:cNvSpPr/>
            <p:nvPr/>
          </p:nvSpPr>
          <p:spPr>
            <a:xfrm>
              <a:off x="-5947279" y="-1310618"/>
              <a:ext cx="3283" cy="1573"/>
            </a:xfrm>
            <a:prstGeom prst="rect">
              <a:avLst/>
            </a:prstGeom>
            <a:ln w="16527">
              <a:miter lim="400000"/>
            </a:ln>
          </p:spPr>
          <p:txBody>
            <a:bodyPr lIns="0" tIns="0" rIns="0" bIns="0"/>
            <a:lstStyle/>
            <a:p>
              <a:pPr lvl="0" algn="l">
                <a:lnSpc>
                  <a:spcPct val="120000"/>
                </a:lnSpc>
                <a:defRPr sz="1800"/>
              </a:pPr>
              <a:r>
                <a:rPr sz="156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Black"/>
                  <a:cs typeface="Lato Black"/>
                  <a:sym typeface="Lato Black"/>
                </a:rPr>
                <a:t>CEO</a:t>
              </a:r>
            </a:p>
            <a:p>
              <a:pPr lvl="0" algn="l">
                <a:lnSpc>
                  <a:spcPct val="120000"/>
                </a:lnSpc>
                <a:defRPr sz="1800"/>
              </a:pPr>
              <a:r>
                <a:rPr sz="1171" dirty="0" err="1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> </a:t>
              </a:r>
              <a:r>
                <a:rPr sz="1171" dirty="0" err="1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 err="1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 err="1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> </a:t>
              </a:r>
              <a:r>
                <a:rPr sz="1171" dirty="0" err="1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> </a:t>
              </a:r>
              <a:r>
                <a:rPr sz="1171" dirty="0" err="1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 err="1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> </a:t>
              </a:r>
              <a:r>
                <a:rPr sz="1171" dirty="0" err="1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> </a:t>
              </a:r>
              <a:r>
                <a:rPr sz="1171" dirty="0" err="1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</a:p>
          </p:txBody>
        </p:sp>
        <p:sp>
          <p:nvSpPr>
            <p:cNvPr id="5" name="Component 5"/>
            <p:cNvSpPr/>
            <p:nvPr/>
          </p:nvSpPr>
          <p:spPr>
            <a:xfrm>
              <a:off x="-5947279" y="-1308357"/>
              <a:ext cx="3283" cy="1573"/>
            </a:xfrm>
            <a:prstGeom prst="rect">
              <a:avLst/>
            </a:prstGeom>
            <a:ln w="16527">
              <a:miter lim="400000"/>
            </a:ln>
          </p:spPr>
          <p:txBody>
            <a:bodyPr lIns="0" tIns="0" rIns="0" bIns="0"/>
            <a:lstStyle/>
            <a:p>
              <a:pPr lvl="0" algn="l">
                <a:lnSpc>
                  <a:spcPct val="120000"/>
                </a:lnSpc>
                <a:defRPr sz="1800"/>
              </a:pPr>
              <a:r>
                <a:rPr sz="156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Black"/>
                  <a:cs typeface="Lato Black"/>
                  <a:sym typeface="Lato Black"/>
                </a:rPr>
                <a:t>CTO</a:t>
              </a:r>
            </a:p>
            <a:p>
              <a:pPr lvl="0" algn="l">
                <a:lnSpc>
                  <a:spcPct val="120000"/>
                </a:lnSpc>
                <a:defRPr sz="1800"/>
              </a:pP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</a:p>
          </p:txBody>
        </p:sp>
        <p:sp>
          <p:nvSpPr>
            <p:cNvPr id="6" name="Component 6"/>
            <p:cNvSpPr/>
            <p:nvPr/>
          </p:nvSpPr>
          <p:spPr>
            <a:xfrm>
              <a:off x="-5947279" y="-1306098"/>
              <a:ext cx="3283" cy="1573"/>
            </a:xfrm>
            <a:prstGeom prst="rect">
              <a:avLst/>
            </a:prstGeom>
            <a:ln w="16527">
              <a:miter lim="400000"/>
            </a:ln>
          </p:spPr>
          <p:txBody>
            <a:bodyPr lIns="0" tIns="0" rIns="0" bIns="0"/>
            <a:lstStyle/>
            <a:p>
              <a:pPr lvl="0" algn="l">
                <a:lnSpc>
                  <a:spcPct val="120000"/>
                </a:lnSpc>
                <a:defRPr sz="1800"/>
              </a:pPr>
              <a:r>
                <a:rPr sz="156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Black"/>
                  <a:cs typeface="Lato Black"/>
                  <a:sym typeface="Lato Black"/>
                </a:rPr>
                <a:t>CFO</a:t>
              </a:r>
            </a:p>
            <a:p>
              <a:pPr lvl="0" algn="l">
                <a:lnSpc>
                  <a:spcPct val="120000"/>
                </a:lnSpc>
                <a:defRPr sz="1800"/>
              </a:pP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</a:p>
          </p:txBody>
        </p:sp>
        <p:sp>
          <p:nvSpPr>
            <p:cNvPr id="7" name="Component 7"/>
            <p:cNvSpPr/>
            <p:nvPr/>
          </p:nvSpPr>
          <p:spPr>
            <a:xfrm>
              <a:off x="-5947279" y="-1303838"/>
              <a:ext cx="3283" cy="1573"/>
            </a:xfrm>
            <a:prstGeom prst="rect">
              <a:avLst/>
            </a:prstGeom>
            <a:ln w="16527">
              <a:miter lim="400000"/>
            </a:ln>
          </p:spPr>
          <p:txBody>
            <a:bodyPr lIns="0" tIns="0" rIns="0" bIns="0"/>
            <a:lstStyle/>
            <a:p>
              <a:pPr lvl="0" algn="l">
                <a:lnSpc>
                  <a:spcPct val="120000"/>
                </a:lnSpc>
                <a:defRPr sz="1800"/>
              </a:pPr>
              <a:r>
                <a:rPr sz="156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Black"/>
                  <a:cs typeface="Lato Black"/>
                  <a:sym typeface="Lato Black"/>
                </a:rPr>
                <a:t>VP Sales</a:t>
              </a:r>
            </a:p>
            <a:p>
              <a:pPr lvl="0" algn="l">
                <a:lnSpc>
                  <a:spcPct val="120000"/>
                </a:lnSpc>
                <a:defRPr sz="1800"/>
              </a:pPr>
              <a:r>
                <a:rPr sz="1171" dirty="0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</a:p>
          </p:txBody>
        </p:sp>
        <p:grpSp>
          <p:nvGrpSpPr>
            <p:cNvPr id="8" name="Component 8"/>
            <p:cNvGrpSpPr/>
            <p:nvPr/>
          </p:nvGrpSpPr>
          <p:grpSpPr>
            <a:xfrm>
              <a:off x="-5948867" y="-1308292"/>
              <a:ext cx="1301" cy="1301"/>
              <a:chOff x="-5967436" y="-1313983"/>
              <a:chExt cx="1652701" cy="1652701"/>
            </a:xfrm>
          </p:grpSpPr>
          <p:sp>
            <p:nvSpPr>
              <p:cNvPr id="9" name="Component 9"/>
              <p:cNvSpPr/>
              <p:nvPr/>
            </p:nvSpPr>
            <p:spPr>
              <a:xfrm>
                <a:off x="-5967436" y="-1313983"/>
                <a:ext cx="1652701" cy="165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82635" cap="flat">
                <a:solidFill>
                  <a:srgbClr val="E6F5E6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082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</a:endParaRPr>
              </a:p>
            </p:txBody>
          </p:sp>
          <p:sp>
            <p:nvSpPr>
              <p:cNvPr id="10" name="Component 10"/>
              <p:cNvSpPr/>
              <p:nvPr/>
            </p:nvSpPr>
            <p:spPr>
              <a:xfrm>
                <a:off x="-5579531" y="-929730"/>
                <a:ext cx="830342" cy="83034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4727" y="0"/>
                    </a:moveTo>
                    <a:cubicBezTo>
                      <a:pt x="3608" y="0"/>
                      <a:pt x="2704" y="903"/>
                      <a:pt x="2704" y="2023"/>
                    </a:cubicBezTo>
                    <a:lnTo>
                      <a:pt x="2704" y="3375"/>
                    </a:lnTo>
                    <a:lnTo>
                      <a:pt x="2023" y="3375"/>
                    </a:lnTo>
                    <a:cubicBezTo>
                      <a:pt x="904" y="3375"/>
                      <a:pt x="0" y="4278"/>
                      <a:pt x="0" y="5397"/>
                    </a:cubicBezTo>
                    <a:lnTo>
                      <a:pt x="0" y="18896"/>
                    </a:lnTo>
                    <a:cubicBezTo>
                      <a:pt x="0" y="20387"/>
                      <a:pt x="1213" y="21600"/>
                      <a:pt x="2704" y="21600"/>
                    </a:cubicBezTo>
                    <a:lnTo>
                      <a:pt x="18896" y="21600"/>
                    </a:lnTo>
                    <a:cubicBezTo>
                      <a:pt x="20387" y="21600"/>
                      <a:pt x="21600" y="20387"/>
                      <a:pt x="21600" y="18896"/>
                    </a:cubicBezTo>
                    <a:lnTo>
                      <a:pt x="21600" y="2023"/>
                    </a:lnTo>
                    <a:cubicBezTo>
                      <a:pt x="21600" y="903"/>
                      <a:pt x="20696" y="0"/>
                      <a:pt x="19577" y="0"/>
                    </a:cubicBezTo>
                    <a:lnTo>
                      <a:pt x="4727" y="0"/>
                    </a:lnTo>
                    <a:close/>
                    <a:moveTo>
                      <a:pt x="4696" y="1321"/>
                    </a:moveTo>
                    <a:lnTo>
                      <a:pt x="19546" y="1321"/>
                    </a:lnTo>
                    <a:cubicBezTo>
                      <a:pt x="19919" y="1321"/>
                      <a:pt x="20217" y="1619"/>
                      <a:pt x="20217" y="1992"/>
                    </a:cubicBezTo>
                    <a:cubicBezTo>
                      <a:pt x="20217" y="1992"/>
                      <a:pt x="20217" y="18865"/>
                      <a:pt x="20217" y="18865"/>
                    </a:cubicBezTo>
                    <a:cubicBezTo>
                      <a:pt x="20217" y="19608"/>
                      <a:pt x="19610" y="20217"/>
                      <a:pt x="18865" y="20217"/>
                    </a:cubicBezTo>
                    <a:lnTo>
                      <a:pt x="2673" y="20217"/>
                    </a:lnTo>
                    <a:cubicBezTo>
                      <a:pt x="1928" y="20217"/>
                      <a:pt x="1321" y="19608"/>
                      <a:pt x="1321" y="18865"/>
                    </a:cubicBezTo>
                    <a:lnTo>
                      <a:pt x="1321" y="5366"/>
                    </a:lnTo>
                    <a:cubicBezTo>
                      <a:pt x="1321" y="4994"/>
                      <a:pt x="1620" y="4696"/>
                      <a:pt x="1992" y="4696"/>
                    </a:cubicBezTo>
                    <a:lnTo>
                      <a:pt x="2673" y="4696"/>
                    </a:lnTo>
                    <a:lnTo>
                      <a:pt x="2673" y="18194"/>
                    </a:lnTo>
                    <a:cubicBezTo>
                      <a:pt x="2673" y="18567"/>
                      <a:pt x="2971" y="18865"/>
                      <a:pt x="3344" y="18865"/>
                    </a:cubicBezTo>
                    <a:cubicBezTo>
                      <a:pt x="3717" y="18865"/>
                      <a:pt x="4025" y="18567"/>
                      <a:pt x="4025" y="18194"/>
                    </a:cubicBezTo>
                    <a:lnTo>
                      <a:pt x="4025" y="1992"/>
                    </a:lnTo>
                    <a:cubicBezTo>
                      <a:pt x="4025" y="1619"/>
                      <a:pt x="4323" y="1321"/>
                      <a:pt x="4696" y="1321"/>
                    </a:cubicBezTo>
                    <a:close/>
                    <a:moveTo>
                      <a:pt x="5955" y="2642"/>
                    </a:moveTo>
                    <a:cubicBezTo>
                      <a:pt x="5582" y="2642"/>
                      <a:pt x="5284" y="2940"/>
                      <a:pt x="5284" y="3313"/>
                    </a:cubicBezTo>
                    <a:lnTo>
                      <a:pt x="5284" y="8039"/>
                    </a:lnTo>
                    <a:cubicBezTo>
                      <a:pt x="5284" y="8412"/>
                      <a:pt x="5582" y="8710"/>
                      <a:pt x="5955" y="8710"/>
                    </a:cubicBezTo>
                    <a:lnTo>
                      <a:pt x="10681" y="8710"/>
                    </a:lnTo>
                    <a:cubicBezTo>
                      <a:pt x="11054" y="8710"/>
                      <a:pt x="11362" y="8412"/>
                      <a:pt x="11362" y="8039"/>
                    </a:cubicBezTo>
                    <a:lnTo>
                      <a:pt x="11362" y="3313"/>
                    </a:lnTo>
                    <a:cubicBezTo>
                      <a:pt x="11362" y="2940"/>
                      <a:pt x="11054" y="2642"/>
                      <a:pt x="10681" y="2642"/>
                    </a:cubicBezTo>
                    <a:lnTo>
                      <a:pt x="5955" y="2642"/>
                    </a:lnTo>
                    <a:close/>
                    <a:moveTo>
                      <a:pt x="6605" y="3963"/>
                    </a:moveTo>
                    <a:lnTo>
                      <a:pt x="9980" y="3963"/>
                    </a:lnTo>
                    <a:lnTo>
                      <a:pt x="9980" y="7338"/>
                    </a:lnTo>
                    <a:lnTo>
                      <a:pt x="6605" y="7338"/>
                    </a:lnTo>
                    <a:cubicBezTo>
                      <a:pt x="6605" y="7338"/>
                      <a:pt x="6605" y="3963"/>
                      <a:pt x="6605" y="3963"/>
                    </a:cubicBezTo>
                    <a:close/>
                    <a:moveTo>
                      <a:pt x="13045" y="3963"/>
                    </a:moveTo>
                    <a:cubicBezTo>
                      <a:pt x="12858" y="3963"/>
                      <a:pt x="12704" y="4117"/>
                      <a:pt x="12704" y="4303"/>
                    </a:cubicBezTo>
                    <a:cubicBezTo>
                      <a:pt x="12704" y="4490"/>
                      <a:pt x="12858" y="4634"/>
                      <a:pt x="13045" y="4634"/>
                    </a:cubicBezTo>
                    <a:lnTo>
                      <a:pt x="18442" y="4634"/>
                    </a:lnTo>
                    <a:cubicBezTo>
                      <a:pt x="18629" y="4634"/>
                      <a:pt x="18783" y="4490"/>
                      <a:pt x="18783" y="4303"/>
                    </a:cubicBezTo>
                    <a:cubicBezTo>
                      <a:pt x="18783" y="4117"/>
                      <a:pt x="18629" y="3963"/>
                      <a:pt x="18442" y="3963"/>
                    </a:cubicBezTo>
                    <a:lnTo>
                      <a:pt x="13045" y="3963"/>
                    </a:lnTo>
                    <a:close/>
                    <a:moveTo>
                      <a:pt x="13045" y="5986"/>
                    </a:moveTo>
                    <a:cubicBezTo>
                      <a:pt x="12858" y="5986"/>
                      <a:pt x="12704" y="6140"/>
                      <a:pt x="12704" y="6326"/>
                    </a:cubicBezTo>
                    <a:cubicBezTo>
                      <a:pt x="12704" y="6512"/>
                      <a:pt x="12858" y="6667"/>
                      <a:pt x="13045" y="6667"/>
                    </a:cubicBezTo>
                    <a:lnTo>
                      <a:pt x="18442" y="6667"/>
                    </a:lnTo>
                    <a:cubicBezTo>
                      <a:pt x="18629" y="6667"/>
                      <a:pt x="18783" y="6512"/>
                      <a:pt x="18783" y="6326"/>
                    </a:cubicBezTo>
                    <a:cubicBezTo>
                      <a:pt x="18783" y="6140"/>
                      <a:pt x="18629" y="5986"/>
                      <a:pt x="18442" y="5986"/>
                    </a:cubicBezTo>
                    <a:lnTo>
                      <a:pt x="13045" y="5986"/>
                    </a:lnTo>
                    <a:close/>
                    <a:moveTo>
                      <a:pt x="13045" y="8008"/>
                    </a:moveTo>
                    <a:cubicBezTo>
                      <a:pt x="12858" y="8008"/>
                      <a:pt x="12704" y="8163"/>
                      <a:pt x="12704" y="8349"/>
                    </a:cubicBezTo>
                    <a:cubicBezTo>
                      <a:pt x="12704" y="8535"/>
                      <a:pt x="12858" y="8690"/>
                      <a:pt x="13045" y="8690"/>
                    </a:cubicBezTo>
                    <a:lnTo>
                      <a:pt x="18442" y="8690"/>
                    </a:lnTo>
                    <a:cubicBezTo>
                      <a:pt x="18629" y="8690"/>
                      <a:pt x="18783" y="8535"/>
                      <a:pt x="18783" y="8349"/>
                    </a:cubicBezTo>
                    <a:cubicBezTo>
                      <a:pt x="18783" y="8163"/>
                      <a:pt x="18629" y="8008"/>
                      <a:pt x="18442" y="8008"/>
                    </a:cubicBezTo>
                    <a:lnTo>
                      <a:pt x="13045" y="8008"/>
                    </a:lnTo>
                    <a:close/>
                    <a:moveTo>
                      <a:pt x="5624" y="10041"/>
                    </a:moveTo>
                    <a:cubicBezTo>
                      <a:pt x="5439" y="10041"/>
                      <a:pt x="5284" y="10186"/>
                      <a:pt x="5284" y="10372"/>
                    </a:cubicBezTo>
                    <a:cubicBezTo>
                      <a:pt x="5284" y="10558"/>
                      <a:pt x="5439" y="10712"/>
                      <a:pt x="5624" y="10712"/>
                    </a:cubicBezTo>
                    <a:lnTo>
                      <a:pt x="18442" y="10712"/>
                    </a:lnTo>
                    <a:cubicBezTo>
                      <a:pt x="18628" y="10712"/>
                      <a:pt x="18783" y="10558"/>
                      <a:pt x="18783" y="10372"/>
                    </a:cubicBezTo>
                    <a:cubicBezTo>
                      <a:pt x="18783" y="10186"/>
                      <a:pt x="18628" y="10041"/>
                      <a:pt x="18442" y="10041"/>
                    </a:cubicBezTo>
                    <a:lnTo>
                      <a:pt x="5624" y="10041"/>
                    </a:lnTo>
                    <a:close/>
                    <a:moveTo>
                      <a:pt x="5624" y="12064"/>
                    </a:moveTo>
                    <a:cubicBezTo>
                      <a:pt x="5439" y="12064"/>
                      <a:pt x="5284" y="12209"/>
                      <a:pt x="5284" y="12394"/>
                    </a:cubicBezTo>
                    <a:cubicBezTo>
                      <a:pt x="5284" y="12582"/>
                      <a:pt x="5439" y="12735"/>
                      <a:pt x="5624" y="12735"/>
                    </a:cubicBezTo>
                    <a:lnTo>
                      <a:pt x="18442" y="12735"/>
                    </a:lnTo>
                    <a:cubicBezTo>
                      <a:pt x="18628" y="12735"/>
                      <a:pt x="18783" y="12582"/>
                      <a:pt x="18783" y="12394"/>
                    </a:cubicBezTo>
                    <a:cubicBezTo>
                      <a:pt x="18783" y="12209"/>
                      <a:pt x="18628" y="12064"/>
                      <a:pt x="18442" y="12064"/>
                    </a:cubicBezTo>
                    <a:lnTo>
                      <a:pt x="5624" y="12064"/>
                    </a:lnTo>
                    <a:close/>
                    <a:moveTo>
                      <a:pt x="5624" y="14087"/>
                    </a:moveTo>
                    <a:cubicBezTo>
                      <a:pt x="5439" y="14087"/>
                      <a:pt x="5284" y="14241"/>
                      <a:pt x="5284" y="14428"/>
                    </a:cubicBezTo>
                    <a:cubicBezTo>
                      <a:pt x="5284" y="14615"/>
                      <a:pt x="5439" y="14758"/>
                      <a:pt x="5624" y="14758"/>
                    </a:cubicBezTo>
                    <a:lnTo>
                      <a:pt x="11022" y="14758"/>
                    </a:lnTo>
                    <a:cubicBezTo>
                      <a:pt x="11208" y="14758"/>
                      <a:pt x="11362" y="14615"/>
                      <a:pt x="11362" y="14428"/>
                    </a:cubicBezTo>
                    <a:cubicBezTo>
                      <a:pt x="11362" y="14241"/>
                      <a:pt x="11208" y="14087"/>
                      <a:pt x="11022" y="14087"/>
                    </a:cubicBezTo>
                    <a:lnTo>
                      <a:pt x="5624" y="14087"/>
                    </a:lnTo>
                    <a:close/>
                    <a:moveTo>
                      <a:pt x="13045" y="14087"/>
                    </a:moveTo>
                    <a:cubicBezTo>
                      <a:pt x="12859" y="14087"/>
                      <a:pt x="12704" y="14241"/>
                      <a:pt x="12704" y="14428"/>
                    </a:cubicBezTo>
                    <a:cubicBezTo>
                      <a:pt x="12704" y="14615"/>
                      <a:pt x="12859" y="14758"/>
                      <a:pt x="13045" y="14758"/>
                    </a:cubicBezTo>
                    <a:lnTo>
                      <a:pt x="18442" y="14758"/>
                    </a:lnTo>
                    <a:cubicBezTo>
                      <a:pt x="18628" y="14758"/>
                      <a:pt x="18783" y="14615"/>
                      <a:pt x="18783" y="14428"/>
                    </a:cubicBezTo>
                    <a:cubicBezTo>
                      <a:pt x="18783" y="14241"/>
                      <a:pt x="18628" y="14087"/>
                      <a:pt x="18442" y="14087"/>
                    </a:cubicBezTo>
                    <a:lnTo>
                      <a:pt x="13045" y="14087"/>
                    </a:lnTo>
                    <a:close/>
                    <a:moveTo>
                      <a:pt x="5624" y="16110"/>
                    </a:moveTo>
                    <a:cubicBezTo>
                      <a:pt x="5439" y="16110"/>
                      <a:pt x="5284" y="16264"/>
                      <a:pt x="5284" y="16450"/>
                    </a:cubicBezTo>
                    <a:cubicBezTo>
                      <a:pt x="5284" y="16637"/>
                      <a:pt x="5439" y="16791"/>
                      <a:pt x="5624" y="16791"/>
                    </a:cubicBezTo>
                    <a:lnTo>
                      <a:pt x="11022" y="16791"/>
                    </a:lnTo>
                    <a:cubicBezTo>
                      <a:pt x="11208" y="16791"/>
                      <a:pt x="11362" y="16637"/>
                      <a:pt x="11362" y="16450"/>
                    </a:cubicBezTo>
                    <a:cubicBezTo>
                      <a:pt x="11362" y="16264"/>
                      <a:pt x="11208" y="16110"/>
                      <a:pt x="11022" y="16110"/>
                    </a:cubicBezTo>
                    <a:lnTo>
                      <a:pt x="5624" y="16110"/>
                    </a:lnTo>
                    <a:close/>
                    <a:moveTo>
                      <a:pt x="13045" y="16110"/>
                    </a:moveTo>
                    <a:cubicBezTo>
                      <a:pt x="12859" y="16110"/>
                      <a:pt x="12704" y="16264"/>
                      <a:pt x="12704" y="16450"/>
                    </a:cubicBezTo>
                    <a:cubicBezTo>
                      <a:pt x="12704" y="16637"/>
                      <a:pt x="12859" y="16791"/>
                      <a:pt x="13045" y="16791"/>
                    </a:cubicBezTo>
                    <a:lnTo>
                      <a:pt x="18442" y="16791"/>
                    </a:lnTo>
                    <a:cubicBezTo>
                      <a:pt x="18628" y="16791"/>
                      <a:pt x="18783" y="16637"/>
                      <a:pt x="18783" y="16450"/>
                    </a:cubicBezTo>
                    <a:cubicBezTo>
                      <a:pt x="18783" y="16264"/>
                      <a:pt x="18628" y="16110"/>
                      <a:pt x="18442" y="16110"/>
                    </a:cubicBezTo>
                    <a:lnTo>
                      <a:pt x="13045" y="16110"/>
                    </a:lnTo>
                    <a:close/>
                    <a:moveTo>
                      <a:pt x="5624" y="18132"/>
                    </a:moveTo>
                    <a:cubicBezTo>
                      <a:pt x="5439" y="18132"/>
                      <a:pt x="5284" y="18287"/>
                      <a:pt x="5284" y="18473"/>
                    </a:cubicBezTo>
                    <a:cubicBezTo>
                      <a:pt x="5284" y="18660"/>
                      <a:pt x="5439" y="18814"/>
                      <a:pt x="5624" y="18814"/>
                    </a:cubicBezTo>
                    <a:lnTo>
                      <a:pt x="11022" y="18814"/>
                    </a:lnTo>
                    <a:cubicBezTo>
                      <a:pt x="11208" y="18814"/>
                      <a:pt x="11362" y="18660"/>
                      <a:pt x="11362" y="18473"/>
                    </a:cubicBezTo>
                    <a:cubicBezTo>
                      <a:pt x="11362" y="18287"/>
                      <a:pt x="11208" y="18132"/>
                      <a:pt x="11022" y="18132"/>
                    </a:cubicBezTo>
                    <a:lnTo>
                      <a:pt x="5624" y="18132"/>
                    </a:lnTo>
                    <a:close/>
                    <a:moveTo>
                      <a:pt x="13045" y="18132"/>
                    </a:moveTo>
                    <a:cubicBezTo>
                      <a:pt x="12859" y="18132"/>
                      <a:pt x="12704" y="18287"/>
                      <a:pt x="12704" y="18473"/>
                    </a:cubicBezTo>
                    <a:cubicBezTo>
                      <a:pt x="12704" y="18660"/>
                      <a:pt x="12859" y="18814"/>
                      <a:pt x="13045" y="18814"/>
                    </a:cubicBezTo>
                    <a:lnTo>
                      <a:pt x="18442" y="18814"/>
                    </a:lnTo>
                    <a:cubicBezTo>
                      <a:pt x="18628" y="18814"/>
                      <a:pt x="18783" y="18660"/>
                      <a:pt x="18783" y="18473"/>
                    </a:cubicBezTo>
                    <a:cubicBezTo>
                      <a:pt x="18783" y="18287"/>
                      <a:pt x="18628" y="18132"/>
                      <a:pt x="18442" y="18132"/>
                    </a:cubicBezTo>
                    <a:lnTo>
                      <a:pt x="13045" y="18132"/>
                    </a:lnTo>
                    <a:close/>
                  </a:path>
                </a:pathLst>
              </a:custGeom>
              <a:solidFill>
                <a:srgbClr val="E6F5E6"/>
              </a:solidFill>
              <a:ln w="16527" cap="flat">
                <a:noFill/>
                <a:miter lim="400000"/>
              </a:ln>
              <a:effectLst/>
            </p:spPr>
            <p:txBody>
              <a:bodyPr wrap="square" lIns="24790" tIns="24790" rIns="24790" bIns="24790" numCol="1" anchor="ctr">
                <a:noAutofit/>
              </a:bodyPr>
              <a:lstStyle/>
              <a:p>
                <a:pPr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1A3A1A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952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</a:endParaRPr>
              </a:p>
            </p:txBody>
          </p:sp>
        </p:grpSp>
        <p:grpSp>
          <p:nvGrpSpPr>
            <p:cNvPr id="11" name="Component 11"/>
            <p:cNvGrpSpPr/>
            <p:nvPr/>
          </p:nvGrpSpPr>
          <p:grpSpPr>
            <a:xfrm>
              <a:off x="-5948867" y="-1310618"/>
              <a:ext cx="1301" cy="1301"/>
              <a:chOff x="-5967436" y="-1313983"/>
              <a:chExt cx="1652701" cy="1652701"/>
            </a:xfrm>
          </p:grpSpPr>
          <p:sp>
            <p:nvSpPr>
              <p:cNvPr id="12" name="Component 12"/>
              <p:cNvSpPr/>
              <p:nvPr/>
            </p:nvSpPr>
            <p:spPr>
              <a:xfrm>
                <a:off x="-5967436" y="-1313983"/>
                <a:ext cx="1652701" cy="165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82635" cap="flat">
                <a:solidFill>
                  <a:srgbClr val="00AA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082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</a:endParaRPr>
              </a:p>
            </p:txBody>
          </p:sp>
          <p:sp>
            <p:nvSpPr>
              <p:cNvPr id="13" name="Component 13"/>
              <p:cNvSpPr/>
              <p:nvPr/>
            </p:nvSpPr>
            <p:spPr>
              <a:xfrm>
                <a:off x="-5585355" y="-948841"/>
                <a:ext cx="888536" cy="74966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427" y="0"/>
                    </a:moveTo>
                    <a:cubicBezTo>
                      <a:pt x="6595" y="0"/>
                      <a:pt x="5854" y="590"/>
                      <a:pt x="5543" y="1508"/>
                    </a:cubicBezTo>
                    <a:lnTo>
                      <a:pt x="4621" y="4258"/>
                    </a:lnTo>
                    <a:lnTo>
                      <a:pt x="1689" y="4833"/>
                    </a:lnTo>
                    <a:cubicBezTo>
                      <a:pt x="708" y="5026"/>
                      <a:pt x="0" y="6024"/>
                      <a:pt x="0" y="7204"/>
                    </a:cubicBezTo>
                    <a:lnTo>
                      <a:pt x="0" y="19206"/>
                    </a:lnTo>
                    <a:cubicBezTo>
                      <a:pt x="0" y="20530"/>
                      <a:pt x="912" y="21600"/>
                      <a:pt x="2029" y="21600"/>
                    </a:cubicBezTo>
                    <a:lnTo>
                      <a:pt x="19571" y="21600"/>
                    </a:lnTo>
                    <a:cubicBezTo>
                      <a:pt x="20687" y="21600"/>
                      <a:pt x="21600" y="20530"/>
                      <a:pt x="21600" y="19206"/>
                    </a:cubicBezTo>
                    <a:lnTo>
                      <a:pt x="21600" y="7204"/>
                    </a:lnTo>
                    <a:cubicBezTo>
                      <a:pt x="21600" y="6024"/>
                      <a:pt x="20892" y="5026"/>
                      <a:pt x="19911" y="4833"/>
                    </a:cubicBezTo>
                    <a:lnTo>
                      <a:pt x="16979" y="4258"/>
                    </a:lnTo>
                    <a:lnTo>
                      <a:pt x="16057" y="1508"/>
                    </a:lnTo>
                    <a:cubicBezTo>
                      <a:pt x="15747" y="591"/>
                      <a:pt x="15005" y="0"/>
                      <a:pt x="14173" y="0"/>
                    </a:cubicBezTo>
                    <a:lnTo>
                      <a:pt x="7427" y="0"/>
                    </a:lnTo>
                    <a:close/>
                    <a:moveTo>
                      <a:pt x="7320" y="1841"/>
                    </a:moveTo>
                    <a:lnTo>
                      <a:pt x="14067" y="1841"/>
                    </a:lnTo>
                    <a:cubicBezTo>
                      <a:pt x="14342" y="1841"/>
                      <a:pt x="14595" y="2044"/>
                      <a:pt x="14698" y="2348"/>
                    </a:cubicBezTo>
                    <a:lnTo>
                      <a:pt x="15901" y="5926"/>
                    </a:lnTo>
                    <a:lnTo>
                      <a:pt x="19581" y="6651"/>
                    </a:lnTo>
                    <a:cubicBezTo>
                      <a:pt x="19906" y="6715"/>
                      <a:pt x="20144" y="7054"/>
                      <a:pt x="20144" y="7445"/>
                    </a:cubicBezTo>
                    <a:cubicBezTo>
                      <a:pt x="20144" y="7445"/>
                      <a:pt x="20144" y="19448"/>
                      <a:pt x="20144" y="19448"/>
                    </a:cubicBezTo>
                    <a:cubicBezTo>
                      <a:pt x="20144" y="19890"/>
                      <a:pt x="19837" y="20242"/>
                      <a:pt x="19464" y="20242"/>
                    </a:cubicBezTo>
                    <a:lnTo>
                      <a:pt x="1922" y="20242"/>
                    </a:lnTo>
                    <a:cubicBezTo>
                      <a:pt x="1549" y="20242"/>
                      <a:pt x="1243" y="19890"/>
                      <a:pt x="1243" y="19448"/>
                    </a:cubicBezTo>
                    <a:lnTo>
                      <a:pt x="1243" y="7445"/>
                    </a:lnTo>
                    <a:cubicBezTo>
                      <a:pt x="1243" y="7054"/>
                      <a:pt x="1480" y="6715"/>
                      <a:pt x="1806" y="6651"/>
                    </a:cubicBezTo>
                    <a:lnTo>
                      <a:pt x="5485" y="5926"/>
                    </a:lnTo>
                    <a:lnTo>
                      <a:pt x="6689" y="2348"/>
                    </a:lnTo>
                    <a:cubicBezTo>
                      <a:pt x="6792" y="2044"/>
                      <a:pt x="7043" y="1841"/>
                      <a:pt x="7320" y="1841"/>
                    </a:cubicBezTo>
                    <a:close/>
                    <a:moveTo>
                      <a:pt x="10679" y="5892"/>
                    </a:moveTo>
                    <a:cubicBezTo>
                      <a:pt x="7695" y="5892"/>
                      <a:pt x="5281" y="8755"/>
                      <a:pt x="5281" y="12290"/>
                    </a:cubicBezTo>
                    <a:cubicBezTo>
                      <a:pt x="5281" y="15826"/>
                      <a:pt x="7695" y="18689"/>
                      <a:pt x="10679" y="18689"/>
                    </a:cubicBezTo>
                    <a:cubicBezTo>
                      <a:pt x="13661" y="18689"/>
                      <a:pt x="16076" y="15826"/>
                      <a:pt x="16076" y="12290"/>
                    </a:cubicBezTo>
                    <a:cubicBezTo>
                      <a:pt x="16076" y="8755"/>
                      <a:pt x="13661" y="5892"/>
                      <a:pt x="10679" y="5892"/>
                    </a:cubicBezTo>
                    <a:close/>
                    <a:moveTo>
                      <a:pt x="10261" y="7376"/>
                    </a:moveTo>
                    <a:cubicBezTo>
                      <a:pt x="11295" y="7282"/>
                      <a:pt x="12363" y="7653"/>
                      <a:pt x="13212" y="8516"/>
                    </a:cubicBezTo>
                    <a:cubicBezTo>
                      <a:pt x="14911" y="10240"/>
                      <a:pt x="15105" y="13280"/>
                      <a:pt x="13649" y="15294"/>
                    </a:cubicBezTo>
                    <a:cubicBezTo>
                      <a:pt x="12194" y="17308"/>
                      <a:pt x="9639" y="17537"/>
                      <a:pt x="7941" y="15812"/>
                    </a:cubicBezTo>
                    <a:cubicBezTo>
                      <a:pt x="6242" y="14086"/>
                      <a:pt x="6039" y="11058"/>
                      <a:pt x="7494" y="9045"/>
                    </a:cubicBezTo>
                    <a:cubicBezTo>
                      <a:pt x="8221" y="8038"/>
                      <a:pt x="9228" y="7470"/>
                      <a:pt x="10261" y="7376"/>
                    </a:cubicBezTo>
                    <a:close/>
                    <a:moveTo>
                      <a:pt x="10776" y="8838"/>
                    </a:moveTo>
                    <a:cubicBezTo>
                      <a:pt x="9285" y="8838"/>
                      <a:pt x="8077" y="10270"/>
                      <a:pt x="8077" y="12037"/>
                    </a:cubicBezTo>
                    <a:cubicBezTo>
                      <a:pt x="8077" y="12258"/>
                      <a:pt x="8229" y="12440"/>
                      <a:pt x="8417" y="12440"/>
                    </a:cubicBezTo>
                    <a:cubicBezTo>
                      <a:pt x="8603" y="12440"/>
                      <a:pt x="8756" y="12258"/>
                      <a:pt x="8756" y="12037"/>
                    </a:cubicBezTo>
                    <a:cubicBezTo>
                      <a:pt x="8756" y="10711"/>
                      <a:pt x="9657" y="9643"/>
                      <a:pt x="10776" y="9643"/>
                    </a:cubicBezTo>
                    <a:cubicBezTo>
                      <a:pt x="10962" y="9643"/>
                      <a:pt x="11116" y="9461"/>
                      <a:pt x="11116" y="9241"/>
                    </a:cubicBezTo>
                    <a:cubicBezTo>
                      <a:pt x="11116" y="9020"/>
                      <a:pt x="10962" y="8838"/>
                      <a:pt x="10776" y="8838"/>
                    </a:cubicBezTo>
                    <a:close/>
                  </a:path>
                </a:pathLst>
              </a:custGeom>
              <a:solidFill>
                <a:srgbClr val="00AA00"/>
              </a:solidFill>
              <a:ln w="16527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1A3A1A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952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</a:endParaRPr>
              </a:p>
            </p:txBody>
          </p:sp>
        </p:grpSp>
        <p:grpSp>
          <p:nvGrpSpPr>
            <p:cNvPr id="14" name="Component 14"/>
            <p:cNvGrpSpPr/>
            <p:nvPr/>
          </p:nvGrpSpPr>
          <p:grpSpPr>
            <a:xfrm>
              <a:off x="-5948867" y="-1306033"/>
              <a:ext cx="1301" cy="1301"/>
              <a:chOff x="-5967436" y="-1313983"/>
              <a:chExt cx="1652701" cy="1652701"/>
            </a:xfrm>
          </p:grpSpPr>
          <p:sp>
            <p:nvSpPr>
              <p:cNvPr id="15" name="Component 15"/>
              <p:cNvSpPr/>
              <p:nvPr/>
            </p:nvSpPr>
            <p:spPr>
              <a:xfrm>
                <a:off x="-5967436" y="-1313983"/>
                <a:ext cx="1652701" cy="165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82635" cap="flat">
                <a:solidFill>
                  <a:srgbClr val="66CC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082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</a:endParaRPr>
              </a:p>
            </p:txBody>
          </p:sp>
          <p:sp>
            <p:nvSpPr>
              <p:cNvPr id="16" name="Component 16"/>
              <p:cNvSpPr/>
              <p:nvPr/>
            </p:nvSpPr>
            <p:spPr>
              <a:xfrm>
                <a:off x="-5668138" y="-916366"/>
                <a:ext cx="1007557" cy="8822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82" y="0"/>
                    </a:moveTo>
                    <a:cubicBezTo>
                      <a:pt x="10633" y="0"/>
                      <a:pt x="10476" y="23"/>
                      <a:pt x="10320" y="63"/>
                    </a:cubicBezTo>
                    <a:lnTo>
                      <a:pt x="1569" y="2361"/>
                    </a:lnTo>
                    <a:cubicBezTo>
                      <a:pt x="647" y="2604"/>
                      <a:pt x="0" y="3536"/>
                      <a:pt x="0" y="4617"/>
                    </a:cubicBezTo>
                    <a:cubicBezTo>
                      <a:pt x="0" y="5699"/>
                      <a:pt x="647" y="6620"/>
                      <a:pt x="1569" y="6863"/>
                    </a:cubicBezTo>
                    <a:lnTo>
                      <a:pt x="3369" y="7337"/>
                    </a:lnTo>
                    <a:lnTo>
                      <a:pt x="3369" y="13841"/>
                    </a:lnTo>
                    <a:cubicBezTo>
                      <a:pt x="3369" y="15882"/>
                      <a:pt x="5418" y="17689"/>
                      <a:pt x="10782" y="17689"/>
                    </a:cubicBezTo>
                    <a:cubicBezTo>
                      <a:pt x="16144" y="17689"/>
                      <a:pt x="18185" y="15882"/>
                      <a:pt x="18185" y="13841"/>
                    </a:cubicBezTo>
                    <a:lnTo>
                      <a:pt x="18185" y="7337"/>
                    </a:lnTo>
                    <a:lnTo>
                      <a:pt x="19985" y="6863"/>
                    </a:lnTo>
                    <a:cubicBezTo>
                      <a:pt x="20907" y="6620"/>
                      <a:pt x="21554" y="5699"/>
                      <a:pt x="21554" y="4617"/>
                    </a:cubicBezTo>
                    <a:cubicBezTo>
                      <a:pt x="21554" y="3536"/>
                      <a:pt x="20906" y="2604"/>
                      <a:pt x="19985" y="2361"/>
                    </a:cubicBezTo>
                    <a:lnTo>
                      <a:pt x="11225" y="53"/>
                    </a:lnTo>
                    <a:cubicBezTo>
                      <a:pt x="11078" y="15"/>
                      <a:pt x="10930" y="0"/>
                      <a:pt x="10782" y="0"/>
                    </a:cubicBezTo>
                    <a:close/>
                    <a:moveTo>
                      <a:pt x="10615" y="1687"/>
                    </a:moveTo>
                    <a:cubicBezTo>
                      <a:pt x="10666" y="1687"/>
                      <a:pt x="10713" y="1695"/>
                      <a:pt x="10763" y="1708"/>
                    </a:cubicBezTo>
                    <a:lnTo>
                      <a:pt x="19523" y="4016"/>
                    </a:lnTo>
                    <a:cubicBezTo>
                      <a:pt x="19830" y="4097"/>
                      <a:pt x="20040" y="4407"/>
                      <a:pt x="20040" y="4765"/>
                    </a:cubicBezTo>
                    <a:cubicBezTo>
                      <a:pt x="20040" y="5123"/>
                      <a:pt x="19830" y="5433"/>
                      <a:pt x="19523" y="5513"/>
                    </a:cubicBezTo>
                    <a:lnTo>
                      <a:pt x="10763" y="7822"/>
                    </a:lnTo>
                    <a:cubicBezTo>
                      <a:pt x="10713" y="7835"/>
                      <a:pt x="10666" y="7843"/>
                      <a:pt x="10615" y="7843"/>
                    </a:cubicBezTo>
                    <a:cubicBezTo>
                      <a:pt x="10564" y="7843"/>
                      <a:pt x="10508" y="7835"/>
                      <a:pt x="10458" y="7822"/>
                    </a:cubicBezTo>
                    <a:lnTo>
                      <a:pt x="1708" y="5513"/>
                    </a:lnTo>
                    <a:cubicBezTo>
                      <a:pt x="1402" y="5433"/>
                      <a:pt x="1182" y="5123"/>
                      <a:pt x="1182" y="4765"/>
                    </a:cubicBezTo>
                    <a:cubicBezTo>
                      <a:pt x="1182" y="4407"/>
                      <a:pt x="1402" y="4097"/>
                      <a:pt x="1708" y="4016"/>
                    </a:cubicBezTo>
                    <a:lnTo>
                      <a:pt x="10458" y="1708"/>
                    </a:lnTo>
                    <a:cubicBezTo>
                      <a:pt x="10508" y="1695"/>
                      <a:pt x="10564" y="1687"/>
                      <a:pt x="10615" y="1687"/>
                    </a:cubicBezTo>
                    <a:close/>
                    <a:moveTo>
                      <a:pt x="4726" y="7759"/>
                    </a:moveTo>
                    <a:lnTo>
                      <a:pt x="10338" y="9235"/>
                    </a:lnTo>
                    <a:cubicBezTo>
                      <a:pt x="10486" y="9272"/>
                      <a:pt x="10642" y="9298"/>
                      <a:pt x="10791" y="9298"/>
                    </a:cubicBezTo>
                    <a:cubicBezTo>
                      <a:pt x="10939" y="9298"/>
                      <a:pt x="11086" y="9275"/>
                      <a:pt x="11243" y="9235"/>
                    </a:cubicBezTo>
                    <a:lnTo>
                      <a:pt x="16846" y="7759"/>
                    </a:lnTo>
                    <a:cubicBezTo>
                      <a:pt x="16846" y="7759"/>
                      <a:pt x="16846" y="13915"/>
                      <a:pt x="16846" y="13915"/>
                    </a:cubicBezTo>
                    <a:cubicBezTo>
                      <a:pt x="16846" y="14765"/>
                      <a:pt x="14832" y="16213"/>
                      <a:pt x="10791" y="16213"/>
                    </a:cubicBezTo>
                    <a:cubicBezTo>
                      <a:pt x="6749" y="16213"/>
                      <a:pt x="4726" y="14765"/>
                      <a:pt x="4726" y="13915"/>
                    </a:cubicBezTo>
                    <a:lnTo>
                      <a:pt x="4726" y="7759"/>
                    </a:lnTo>
                    <a:close/>
                    <a:moveTo>
                      <a:pt x="20252" y="7759"/>
                    </a:moveTo>
                    <a:cubicBezTo>
                      <a:pt x="19881" y="7759"/>
                      <a:pt x="19578" y="8103"/>
                      <a:pt x="19578" y="8528"/>
                    </a:cubicBezTo>
                    <a:lnTo>
                      <a:pt x="19578" y="15454"/>
                    </a:lnTo>
                    <a:cubicBezTo>
                      <a:pt x="19578" y="15880"/>
                      <a:pt x="19881" y="16224"/>
                      <a:pt x="20252" y="16224"/>
                    </a:cubicBezTo>
                    <a:cubicBezTo>
                      <a:pt x="20624" y="16224"/>
                      <a:pt x="20926" y="15880"/>
                      <a:pt x="20926" y="15454"/>
                    </a:cubicBezTo>
                    <a:lnTo>
                      <a:pt x="20926" y="8528"/>
                    </a:lnTo>
                    <a:cubicBezTo>
                      <a:pt x="20926" y="8103"/>
                      <a:pt x="20624" y="7759"/>
                      <a:pt x="20252" y="7759"/>
                    </a:cubicBezTo>
                    <a:close/>
                    <a:moveTo>
                      <a:pt x="20252" y="16993"/>
                    </a:moveTo>
                    <a:cubicBezTo>
                      <a:pt x="19509" y="16993"/>
                      <a:pt x="18905" y="19222"/>
                      <a:pt x="18905" y="20071"/>
                    </a:cubicBezTo>
                    <a:cubicBezTo>
                      <a:pt x="18905" y="20920"/>
                      <a:pt x="19509" y="21600"/>
                      <a:pt x="20252" y="21600"/>
                    </a:cubicBezTo>
                    <a:cubicBezTo>
                      <a:pt x="20995" y="21600"/>
                      <a:pt x="21600" y="20920"/>
                      <a:pt x="21600" y="20071"/>
                    </a:cubicBezTo>
                    <a:cubicBezTo>
                      <a:pt x="21600" y="19222"/>
                      <a:pt x="20995" y="16993"/>
                      <a:pt x="20252" y="16993"/>
                    </a:cubicBezTo>
                    <a:close/>
                  </a:path>
                </a:pathLst>
              </a:custGeom>
              <a:solidFill>
                <a:srgbClr val="66CC00"/>
              </a:solidFill>
              <a:ln w="16527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1A3A1A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952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</a:endParaRPr>
              </a:p>
            </p:txBody>
          </p:sp>
        </p:grpSp>
        <p:grpSp>
          <p:nvGrpSpPr>
            <p:cNvPr id="17" name="Component 17"/>
            <p:cNvGrpSpPr/>
            <p:nvPr/>
          </p:nvGrpSpPr>
          <p:grpSpPr>
            <a:xfrm>
              <a:off x="-5948867" y="-1303773"/>
              <a:ext cx="1301" cy="1301"/>
              <a:chOff x="-5967436" y="-1313983"/>
              <a:chExt cx="1652701" cy="1652701"/>
            </a:xfrm>
          </p:grpSpPr>
          <p:sp>
            <p:nvSpPr>
              <p:cNvPr id="18" name="Component 18"/>
              <p:cNvSpPr/>
              <p:nvPr/>
            </p:nvSpPr>
            <p:spPr>
              <a:xfrm>
                <a:off x="-5967436" y="-1313983"/>
                <a:ext cx="1652701" cy="16527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noFill/>
              <a:ln w="82635" cap="flat">
                <a:solidFill>
                  <a:srgbClr val="00AA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>
                    <a:solidFill>
                      <a:srgbClr val="FFFFFF"/>
                    </a:solidFill>
                  </a:defRPr>
                </a:pPr>
                <a:endParaRPr sz="2082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</a:endParaRPr>
              </a:p>
            </p:txBody>
          </p:sp>
          <p:sp>
            <p:nvSpPr>
              <p:cNvPr id="19" name="Component 19"/>
              <p:cNvSpPr/>
              <p:nvPr/>
            </p:nvSpPr>
            <p:spPr>
              <a:xfrm>
                <a:off x="-5586089" y="-842829"/>
                <a:ext cx="908980" cy="7103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96" h="21600" extrusionOk="0">
                    <a:moveTo>
                      <a:pt x="10547" y="0"/>
                    </a:moveTo>
                    <a:cubicBezTo>
                      <a:pt x="7670" y="0"/>
                      <a:pt x="4754" y="229"/>
                      <a:pt x="1879" y="686"/>
                    </a:cubicBezTo>
                    <a:cubicBezTo>
                      <a:pt x="1331" y="773"/>
                      <a:pt x="883" y="1299"/>
                      <a:pt x="755" y="2002"/>
                    </a:cubicBezTo>
                    <a:cubicBezTo>
                      <a:pt x="-252" y="7551"/>
                      <a:pt x="-252" y="13178"/>
                      <a:pt x="755" y="18728"/>
                    </a:cubicBezTo>
                    <a:cubicBezTo>
                      <a:pt x="883" y="19431"/>
                      <a:pt x="1331" y="19958"/>
                      <a:pt x="1879" y="20044"/>
                    </a:cubicBezTo>
                    <a:cubicBezTo>
                      <a:pt x="3264" y="20265"/>
                      <a:pt x="4658" y="20428"/>
                      <a:pt x="6053" y="20543"/>
                    </a:cubicBezTo>
                    <a:cubicBezTo>
                      <a:pt x="5978" y="20604"/>
                      <a:pt x="5931" y="20669"/>
                      <a:pt x="5931" y="20734"/>
                    </a:cubicBezTo>
                    <a:cubicBezTo>
                      <a:pt x="5931" y="21212"/>
                      <a:pt x="7997" y="21600"/>
                      <a:pt x="10547" y="21600"/>
                    </a:cubicBezTo>
                    <a:cubicBezTo>
                      <a:pt x="13097" y="21600"/>
                      <a:pt x="15163" y="21212"/>
                      <a:pt x="15163" y="20734"/>
                    </a:cubicBezTo>
                    <a:cubicBezTo>
                      <a:pt x="15163" y="20669"/>
                      <a:pt x="15114" y="20604"/>
                      <a:pt x="15038" y="20543"/>
                    </a:cubicBezTo>
                    <a:cubicBezTo>
                      <a:pt x="16433" y="20428"/>
                      <a:pt x="17830" y="20265"/>
                      <a:pt x="19215" y="20044"/>
                    </a:cubicBezTo>
                    <a:cubicBezTo>
                      <a:pt x="19762" y="19958"/>
                      <a:pt x="20212" y="19431"/>
                      <a:pt x="20339" y="18728"/>
                    </a:cubicBezTo>
                    <a:cubicBezTo>
                      <a:pt x="21348" y="13178"/>
                      <a:pt x="21348" y="7551"/>
                      <a:pt x="20339" y="2002"/>
                    </a:cubicBezTo>
                    <a:cubicBezTo>
                      <a:pt x="20212" y="1299"/>
                      <a:pt x="19762" y="773"/>
                      <a:pt x="19215" y="686"/>
                    </a:cubicBezTo>
                    <a:cubicBezTo>
                      <a:pt x="16339" y="229"/>
                      <a:pt x="13423" y="0"/>
                      <a:pt x="10547" y="0"/>
                    </a:cubicBezTo>
                    <a:close/>
                    <a:moveTo>
                      <a:pt x="10602" y="1795"/>
                    </a:moveTo>
                    <a:cubicBezTo>
                      <a:pt x="13438" y="1795"/>
                      <a:pt x="16273" y="2018"/>
                      <a:pt x="19109" y="2469"/>
                    </a:cubicBezTo>
                    <a:cubicBezTo>
                      <a:pt x="20074" y="7778"/>
                      <a:pt x="20074" y="13088"/>
                      <a:pt x="19109" y="18397"/>
                    </a:cubicBezTo>
                    <a:cubicBezTo>
                      <a:pt x="13437" y="19298"/>
                      <a:pt x="7764" y="19298"/>
                      <a:pt x="2092" y="18397"/>
                    </a:cubicBezTo>
                    <a:cubicBezTo>
                      <a:pt x="1127" y="13088"/>
                      <a:pt x="1127" y="7778"/>
                      <a:pt x="2092" y="2469"/>
                    </a:cubicBezTo>
                    <a:cubicBezTo>
                      <a:pt x="4928" y="2018"/>
                      <a:pt x="7766" y="1795"/>
                      <a:pt x="10602" y="1795"/>
                    </a:cubicBezTo>
                    <a:close/>
                    <a:moveTo>
                      <a:pt x="9332" y="3231"/>
                    </a:moveTo>
                    <a:cubicBezTo>
                      <a:pt x="7547" y="3231"/>
                      <a:pt x="5731" y="3472"/>
                      <a:pt x="3946" y="3953"/>
                    </a:cubicBezTo>
                    <a:cubicBezTo>
                      <a:pt x="3715" y="4016"/>
                      <a:pt x="3527" y="4238"/>
                      <a:pt x="3453" y="4531"/>
                    </a:cubicBezTo>
                    <a:cubicBezTo>
                      <a:pt x="2502" y="8317"/>
                      <a:pt x="2502" y="12151"/>
                      <a:pt x="3453" y="15936"/>
                    </a:cubicBezTo>
                    <a:cubicBezTo>
                      <a:pt x="3527" y="16230"/>
                      <a:pt x="3715" y="16452"/>
                      <a:pt x="3946" y="16514"/>
                    </a:cubicBezTo>
                    <a:cubicBezTo>
                      <a:pt x="5731" y="16996"/>
                      <a:pt x="7547" y="17240"/>
                      <a:pt x="9332" y="17240"/>
                    </a:cubicBezTo>
                    <a:cubicBezTo>
                      <a:pt x="11120" y="17240"/>
                      <a:pt x="12929" y="16996"/>
                      <a:pt x="14715" y="16514"/>
                    </a:cubicBezTo>
                    <a:cubicBezTo>
                      <a:pt x="14947" y="16452"/>
                      <a:pt x="15135" y="16230"/>
                      <a:pt x="15209" y="15936"/>
                    </a:cubicBezTo>
                    <a:cubicBezTo>
                      <a:pt x="16161" y="12151"/>
                      <a:pt x="16161" y="8317"/>
                      <a:pt x="15209" y="4531"/>
                    </a:cubicBezTo>
                    <a:cubicBezTo>
                      <a:pt x="15135" y="4238"/>
                      <a:pt x="14947" y="4016"/>
                      <a:pt x="14715" y="3953"/>
                    </a:cubicBezTo>
                    <a:cubicBezTo>
                      <a:pt x="12929" y="3472"/>
                      <a:pt x="11120" y="3231"/>
                      <a:pt x="9332" y="3231"/>
                    </a:cubicBezTo>
                    <a:close/>
                    <a:moveTo>
                      <a:pt x="9223" y="3949"/>
                    </a:moveTo>
                    <a:cubicBezTo>
                      <a:pt x="10973" y="3949"/>
                      <a:pt x="12724" y="4184"/>
                      <a:pt x="14475" y="4655"/>
                    </a:cubicBezTo>
                    <a:cubicBezTo>
                      <a:pt x="15385" y="8277"/>
                      <a:pt x="15385" y="11899"/>
                      <a:pt x="14475" y="15521"/>
                    </a:cubicBezTo>
                    <a:cubicBezTo>
                      <a:pt x="10973" y="16463"/>
                      <a:pt x="7472" y="16463"/>
                      <a:pt x="3971" y="15521"/>
                    </a:cubicBezTo>
                    <a:cubicBezTo>
                      <a:pt x="3060" y="11899"/>
                      <a:pt x="3060" y="8277"/>
                      <a:pt x="3971" y="4655"/>
                    </a:cubicBezTo>
                    <a:cubicBezTo>
                      <a:pt x="5721" y="4184"/>
                      <a:pt x="7472" y="3949"/>
                      <a:pt x="9223" y="3949"/>
                    </a:cubicBezTo>
                    <a:close/>
                    <a:moveTo>
                      <a:pt x="17434" y="4308"/>
                    </a:moveTo>
                    <a:cubicBezTo>
                      <a:pt x="16888" y="4308"/>
                      <a:pt x="16445" y="4888"/>
                      <a:pt x="16445" y="5604"/>
                    </a:cubicBezTo>
                    <a:cubicBezTo>
                      <a:pt x="16445" y="6320"/>
                      <a:pt x="16888" y="6901"/>
                      <a:pt x="17434" y="6901"/>
                    </a:cubicBezTo>
                    <a:cubicBezTo>
                      <a:pt x="17980" y="6901"/>
                      <a:pt x="18421" y="6320"/>
                      <a:pt x="18421" y="5604"/>
                    </a:cubicBezTo>
                    <a:cubicBezTo>
                      <a:pt x="18421" y="4888"/>
                      <a:pt x="17980" y="4308"/>
                      <a:pt x="17434" y="4308"/>
                    </a:cubicBezTo>
                    <a:close/>
                    <a:moveTo>
                      <a:pt x="17410" y="5170"/>
                    </a:moveTo>
                    <a:cubicBezTo>
                      <a:pt x="17591" y="5170"/>
                      <a:pt x="17739" y="5366"/>
                      <a:pt x="17739" y="5604"/>
                    </a:cubicBezTo>
                    <a:cubicBezTo>
                      <a:pt x="17739" y="5841"/>
                      <a:pt x="17591" y="6035"/>
                      <a:pt x="17410" y="6035"/>
                    </a:cubicBezTo>
                    <a:cubicBezTo>
                      <a:pt x="17229" y="6035"/>
                      <a:pt x="17081" y="5841"/>
                      <a:pt x="17081" y="5604"/>
                    </a:cubicBezTo>
                    <a:cubicBezTo>
                      <a:pt x="17081" y="5366"/>
                      <a:pt x="17229" y="5170"/>
                      <a:pt x="17410" y="5170"/>
                    </a:cubicBezTo>
                    <a:close/>
                    <a:moveTo>
                      <a:pt x="9089" y="6821"/>
                    </a:moveTo>
                    <a:lnTo>
                      <a:pt x="6065" y="7132"/>
                    </a:lnTo>
                    <a:cubicBezTo>
                      <a:pt x="5886" y="7160"/>
                      <a:pt x="5713" y="7373"/>
                      <a:pt x="5682" y="7607"/>
                    </a:cubicBezTo>
                    <a:lnTo>
                      <a:pt x="5481" y="10016"/>
                    </a:lnTo>
                    <a:cubicBezTo>
                      <a:pt x="5473" y="10254"/>
                      <a:pt x="5614" y="10447"/>
                      <a:pt x="5794" y="10447"/>
                    </a:cubicBezTo>
                    <a:cubicBezTo>
                      <a:pt x="5975" y="10447"/>
                      <a:pt x="6128" y="10251"/>
                      <a:pt x="6135" y="10012"/>
                    </a:cubicBezTo>
                    <a:lnTo>
                      <a:pt x="6245" y="8377"/>
                    </a:lnTo>
                    <a:cubicBezTo>
                      <a:pt x="6269" y="8141"/>
                      <a:pt x="6436" y="7930"/>
                      <a:pt x="6617" y="7906"/>
                    </a:cubicBezTo>
                    <a:lnTo>
                      <a:pt x="9089" y="7683"/>
                    </a:lnTo>
                    <a:cubicBezTo>
                      <a:pt x="9270" y="7674"/>
                      <a:pt x="9421" y="7474"/>
                      <a:pt x="9421" y="7236"/>
                    </a:cubicBezTo>
                    <a:cubicBezTo>
                      <a:pt x="9421" y="6998"/>
                      <a:pt x="9270" y="6812"/>
                      <a:pt x="9089" y="6821"/>
                    </a:cubicBezTo>
                    <a:close/>
                    <a:moveTo>
                      <a:pt x="17002" y="10447"/>
                    </a:moveTo>
                    <a:cubicBezTo>
                      <a:pt x="16820" y="10447"/>
                      <a:pt x="16673" y="10639"/>
                      <a:pt x="16673" y="10878"/>
                    </a:cubicBezTo>
                    <a:cubicBezTo>
                      <a:pt x="16673" y="11116"/>
                      <a:pt x="16820" y="11309"/>
                      <a:pt x="17002" y="11309"/>
                    </a:cubicBezTo>
                    <a:lnTo>
                      <a:pt x="18981" y="11309"/>
                    </a:lnTo>
                    <a:cubicBezTo>
                      <a:pt x="19163" y="11309"/>
                      <a:pt x="19310" y="11116"/>
                      <a:pt x="19310" y="10878"/>
                    </a:cubicBezTo>
                    <a:cubicBezTo>
                      <a:pt x="19310" y="10639"/>
                      <a:pt x="19163" y="10447"/>
                      <a:pt x="18981" y="10447"/>
                    </a:cubicBezTo>
                    <a:lnTo>
                      <a:pt x="17002" y="10447"/>
                    </a:lnTo>
                    <a:close/>
                    <a:moveTo>
                      <a:pt x="17002" y="13040"/>
                    </a:moveTo>
                    <a:cubicBezTo>
                      <a:pt x="16820" y="13040"/>
                      <a:pt x="16673" y="13232"/>
                      <a:pt x="16673" y="13471"/>
                    </a:cubicBezTo>
                    <a:cubicBezTo>
                      <a:pt x="16673" y="13708"/>
                      <a:pt x="16820" y="13901"/>
                      <a:pt x="17002" y="13901"/>
                    </a:cubicBezTo>
                    <a:lnTo>
                      <a:pt x="18981" y="13901"/>
                    </a:lnTo>
                    <a:cubicBezTo>
                      <a:pt x="19163" y="13901"/>
                      <a:pt x="19310" y="13708"/>
                      <a:pt x="19310" y="13471"/>
                    </a:cubicBezTo>
                    <a:cubicBezTo>
                      <a:pt x="19310" y="13232"/>
                      <a:pt x="19163" y="13040"/>
                      <a:pt x="18981" y="13040"/>
                    </a:cubicBezTo>
                    <a:lnTo>
                      <a:pt x="17002" y="13040"/>
                    </a:lnTo>
                    <a:close/>
                    <a:moveTo>
                      <a:pt x="16344" y="15629"/>
                    </a:moveTo>
                    <a:cubicBezTo>
                      <a:pt x="16162" y="15629"/>
                      <a:pt x="16015" y="15825"/>
                      <a:pt x="16015" y="16063"/>
                    </a:cubicBezTo>
                    <a:cubicBezTo>
                      <a:pt x="16015" y="16302"/>
                      <a:pt x="16162" y="16494"/>
                      <a:pt x="16344" y="16494"/>
                    </a:cubicBezTo>
                    <a:lnTo>
                      <a:pt x="18323" y="16494"/>
                    </a:lnTo>
                    <a:cubicBezTo>
                      <a:pt x="18505" y="16494"/>
                      <a:pt x="18652" y="16302"/>
                      <a:pt x="18652" y="16063"/>
                    </a:cubicBezTo>
                    <a:cubicBezTo>
                      <a:pt x="18652" y="15825"/>
                      <a:pt x="18505" y="15629"/>
                      <a:pt x="18323" y="15629"/>
                    </a:cubicBezTo>
                    <a:lnTo>
                      <a:pt x="16344" y="15629"/>
                    </a:lnTo>
                    <a:close/>
                  </a:path>
                </a:pathLst>
              </a:custGeom>
              <a:solidFill>
                <a:srgbClr val="00AA00"/>
              </a:solidFill>
              <a:ln w="16527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defTabSz="2286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1A3A1A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sz="1952">
                  <a:solidFill>
                    <a:srgbClr val="1A3A1A">
                      <a:lumMod val="65000"/>
                      <a:lumOff val="35000"/>
                    </a:srgbClr>
                  </a:solidFill>
                  <a:latin typeface="+mj-lt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A00"/>
                </a:solidFill>
              </a:defRPr>
            </a:pPr>
            <a:r>
              <a:t>hierarchy id=3557 (sp=11, custGeom=5)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4037195" y="822960"/>
            <a:ext cx="4087128" cy="5303520"/>
            <a:chOff x="4615789" y="1360442"/>
            <a:chExt cx="4087128" cy="5303520"/>
          </a:xfrm>
        </p:grpSpPr>
        <p:sp>
          <p:nvSpPr>
            <p:cNvPr id="4" name="Component 4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SpPr/>
            <p:nvPr/>
          </p:nvSpPr>
          <p:spPr bwMode="auto">
            <a:xfrm>
              <a:off x="5083164" y="1360442"/>
              <a:ext cx="3619752" cy="4256078"/>
            </a:xfrm>
            <a:custGeom>
              <a:avLst/>
              <a:gdLst>
                <a:gd name="T0" fmla="*/ 1334 w 1496"/>
                <a:gd name="T1" fmla="*/ 42 h 1763"/>
                <a:gd name="T2" fmla="*/ 0 w 1496"/>
                <a:gd name="T3" fmla="*/ 661 h 1763"/>
                <a:gd name="T4" fmla="*/ 665 w 1496"/>
                <a:gd name="T5" fmla="*/ 1282 h 1763"/>
                <a:gd name="T6" fmla="*/ 275 w 1496"/>
                <a:gd name="T7" fmla="*/ 1763 h 1763"/>
                <a:gd name="T8" fmla="*/ 301 w 1496"/>
                <a:gd name="T9" fmla="*/ 1763 h 1763"/>
                <a:gd name="T10" fmla="*/ 743 w 1496"/>
                <a:gd name="T11" fmla="*/ 1282 h 1763"/>
                <a:gd name="T12" fmla="*/ 134 w 1496"/>
                <a:gd name="T13" fmla="*/ 694 h 1763"/>
                <a:gd name="T14" fmla="*/ 1334 w 1496"/>
                <a:gd name="T15" fmla="*/ 188 h 1763"/>
                <a:gd name="T16" fmla="*/ 1334 w 1496"/>
                <a:gd name="T17" fmla="*/ 230 h 1763"/>
                <a:gd name="T18" fmla="*/ 1496 w 1496"/>
                <a:gd name="T19" fmla="*/ 115 h 1763"/>
                <a:gd name="T20" fmla="*/ 1334 w 1496"/>
                <a:gd name="T21" fmla="*/ 0 h 1763"/>
                <a:gd name="T22" fmla="*/ 1334 w 1496"/>
                <a:gd name="T23" fmla="*/ 42 h 1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96" h="1763">
                  <a:moveTo>
                    <a:pt x="1334" y="42"/>
                  </a:moveTo>
                  <a:cubicBezTo>
                    <a:pt x="447" y="51"/>
                    <a:pt x="0" y="247"/>
                    <a:pt x="0" y="661"/>
                  </a:cubicBezTo>
                  <a:cubicBezTo>
                    <a:pt x="0" y="1057"/>
                    <a:pt x="665" y="1112"/>
                    <a:pt x="665" y="1282"/>
                  </a:cubicBezTo>
                  <a:cubicBezTo>
                    <a:pt x="665" y="1453"/>
                    <a:pt x="275" y="1383"/>
                    <a:pt x="275" y="1763"/>
                  </a:cubicBezTo>
                  <a:cubicBezTo>
                    <a:pt x="301" y="1763"/>
                    <a:pt x="301" y="1763"/>
                    <a:pt x="301" y="1763"/>
                  </a:cubicBezTo>
                  <a:cubicBezTo>
                    <a:pt x="301" y="1394"/>
                    <a:pt x="741" y="1479"/>
                    <a:pt x="743" y="1282"/>
                  </a:cubicBezTo>
                  <a:cubicBezTo>
                    <a:pt x="745" y="1081"/>
                    <a:pt x="134" y="1039"/>
                    <a:pt x="134" y="694"/>
                  </a:cubicBezTo>
                  <a:cubicBezTo>
                    <a:pt x="134" y="333"/>
                    <a:pt x="564" y="184"/>
                    <a:pt x="1334" y="188"/>
                  </a:cubicBezTo>
                  <a:cubicBezTo>
                    <a:pt x="1334" y="230"/>
                    <a:pt x="1334" y="230"/>
                    <a:pt x="1334" y="230"/>
                  </a:cubicBezTo>
                  <a:cubicBezTo>
                    <a:pt x="1496" y="115"/>
                    <a:pt x="1496" y="115"/>
                    <a:pt x="1496" y="115"/>
                  </a:cubicBezTo>
                  <a:cubicBezTo>
                    <a:pt x="1334" y="0"/>
                    <a:pt x="1334" y="0"/>
                    <a:pt x="1334" y="0"/>
                  </a:cubicBezTo>
                  <a:cubicBezTo>
                    <a:pt x="1334" y="42"/>
                    <a:pt x="1334" y="42"/>
                    <a:pt x="1334" y="42"/>
                  </a:cubicBez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0143" tIns="50071" rIns="100143" bIns="50071" numCol="1" anchor="t" anchorCtr="0" compatLnSpc="1"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" name="Component 5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SpPr/>
            <p:nvPr/>
          </p:nvSpPr>
          <p:spPr bwMode="auto">
            <a:xfrm>
              <a:off x="5408281" y="1709900"/>
              <a:ext cx="3065140" cy="3906621"/>
            </a:xfrm>
            <a:custGeom>
              <a:avLst/>
              <a:gdLst>
                <a:gd name="T0" fmla="*/ 1105 w 1267"/>
                <a:gd name="T1" fmla="*/ 188 h 1618"/>
                <a:gd name="T2" fmla="*/ 134 w 1267"/>
                <a:gd name="T3" fmla="*/ 583 h 1618"/>
                <a:gd name="T4" fmla="*/ 688 w 1267"/>
                <a:gd name="T5" fmla="*/ 1137 h 1618"/>
                <a:gd name="T6" fmla="*/ 193 w 1267"/>
                <a:gd name="T7" fmla="*/ 1618 h 1618"/>
                <a:gd name="T8" fmla="*/ 167 w 1267"/>
                <a:gd name="T9" fmla="*/ 1618 h 1618"/>
                <a:gd name="T10" fmla="*/ 609 w 1267"/>
                <a:gd name="T11" fmla="*/ 1137 h 1618"/>
                <a:gd name="T12" fmla="*/ 0 w 1267"/>
                <a:gd name="T13" fmla="*/ 549 h 1618"/>
                <a:gd name="T14" fmla="*/ 1105 w 1267"/>
                <a:gd name="T15" fmla="*/ 43 h 1618"/>
                <a:gd name="T16" fmla="*/ 1105 w 1267"/>
                <a:gd name="T17" fmla="*/ 0 h 1618"/>
                <a:gd name="T18" fmla="*/ 1267 w 1267"/>
                <a:gd name="T19" fmla="*/ 115 h 1618"/>
                <a:gd name="T20" fmla="*/ 1105 w 1267"/>
                <a:gd name="T21" fmla="*/ 230 h 1618"/>
                <a:gd name="T22" fmla="*/ 1105 w 1267"/>
                <a:gd name="T23" fmla="*/ 188 h 16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67" h="1618">
                  <a:moveTo>
                    <a:pt x="1105" y="188"/>
                  </a:moveTo>
                  <a:cubicBezTo>
                    <a:pt x="516" y="185"/>
                    <a:pt x="134" y="289"/>
                    <a:pt x="134" y="583"/>
                  </a:cubicBezTo>
                  <a:cubicBezTo>
                    <a:pt x="134" y="876"/>
                    <a:pt x="692" y="906"/>
                    <a:pt x="688" y="1137"/>
                  </a:cubicBezTo>
                  <a:cubicBezTo>
                    <a:pt x="684" y="1361"/>
                    <a:pt x="193" y="1261"/>
                    <a:pt x="193" y="1618"/>
                  </a:cubicBezTo>
                  <a:cubicBezTo>
                    <a:pt x="167" y="1618"/>
                    <a:pt x="167" y="1618"/>
                    <a:pt x="167" y="1618"/>
                  </a:cubicBezTo>
                  <a:cubicBezTo>
                    <a:pt x="167" y="1249"/>
                    <a:pt x="607" y="1334"/>
                    <a:pt x="609" y="1137"/>
                  </a:cubicBezTo>
                  <a:cubicBezTo>
                    <a:pt x="611" y="936"/>
                    <a:pt x="0" y="894"/>
                    <a:pt x="0" y="549"/>
                  </a:cubicBezTo>
                  <a:cubicBezTo>
                    <a:pt x="0" y="204"/>
                    <a:pt x="395" y="52"/>
                    <a:pt x="1105" y="43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267" y="115"/>
                    <a:pt x="1267" y="115"/>
                    <a:pt x="1267" y="115"/>
                  </a:cubicBezTo>
                  <a:cubicBezTo>
                    <a:pt x="1105" y="230"/>
                    <a:pt x="1105" y="230"/>
                    <a:pt x="1105" y="230"/>
                  </a:cubicBezTo>
                  <a:cubicBezTo>
                    <a:pt x="1105" y="188"/>
                    <a:pt x="1105" y="188"/>
                    <a:pt x="1105" y="188"/>
                  </a:cubicBez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0143" tIns="50071" rIns="100143" bIns="50071" numCol="1" anchor="t" anchorCtr="0" compatLnSpc="1"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" name="Component 6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SpPr/>
            <p:nvPr/>
          </p:nvSpPr>
          <p:spPr bwMode="auto">
            <a:xfrm>
              <a:off x="5731659" y="2062835"/>
              <a:ext cx="2510529" cy="3553686"/>
            </a:xfrm>
            <a:custGeom>
              <a:avLst/>
              <a:gdLst>
                <a:gd name="T0" fmla="*/ 875 w 1037"/>
                <a:gd name="T1" fmla="*/ 42 h 1472"/>
                <a:gd name="T2" fmla="*/ 0 w 1037"/>
                <a:gd name="T3" fmla="*/ 437 h 1472"/>
                <a:gd name="T4" fmla="*/ 554 w 1037"/>
                <a:gd name="T5" fmla="*/ 991 h 1472"/>
                <a:gd name="T6" fmla="*/ 59 w 1037"/>
                <a:gd name="T7" fmla="*/ 1472 h 1472"/>
                <a:gd name="T8" fmla="*/ 86 w 1037"/>
                <a:gd name="T9" fmla="*/ 1472 h 1472"/>
                <a:gd name="T10" fmla="*/ 632 w 1037"/>
                <a:gd name="T11" fmla="*/ 991 h 1472"/>
                <a:gd name="T12" fmla="*/ 134 w 1037"/>
                <a:gd name="T13" fmla="*/ 470 h 1472"/>
                <a:gd name="T14" fmla="*/ 875 w 1037"/>
                <a:gd name="T15" fmla="*/ 187 h 1472"/>
                <a:gd name="T16" fmla="*/ 875 w 1037"/>
                <a:gd name="T17" fmla="*/ 230 h 1472"/>
                <a:gd name="T18" fmla="*/ 1037 w 1037"/>
                <a:gd name="T19" fmla="*/ 115 h 1472"/>
                <a:gd name="T20" fmla="*/ 875 w 1037"/>
                <a:gd name="T21" fmla="*/ 0 h 1472"/>
                <a:gd name="T22" fmla="*/ 875 w 1037"/>
                <a:gd name="T23" fmla="*/ 42 h 1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37" h="1472">
                  <a:moveTo>
                    <a:pt x="875" y="42"/>
                  </a:moveTo>
                  <a:cubicBezTo>
                    <a:pt x="341" y="51"/>
                    <a:pt x="0" y="159"/>
                    <a:pt x="0" y="437"/>
                  </a:cubicBezTo>
                  <a:cubicBezTo>
                    <a:pt x="0" y="730"/>
                    <a:pt x="558" y="760"/>
                    <a:pt x="554" y="991"/>
                  </a:cubicBezTo>
                  <a:cubicBezTo>
                    <a:pt x="550" y="1215"/>
                    <a:pt x="59" y="1115"/>
                    <a:pt x="59" y="1472"/>
                  </a:cubicBezTo>
                  <a:cubicBezTo>
                    <a:pt x="86" y="1472"/>
                    <a:pt x="86" y="1472"/>
                    <a:pt x="86" y="1472"/>
                  </a:cubicBezTo>
                  <a:cubicBezTo>
                    <a:pt x="86" y="1126"/>
                    <a:pt x="626" y="1242"/>
                    <a:pt x="632" y="991"/>
                  </a:cubicBezTo>
                  <a:cubicBezTo>
                    <a:pt x="638" y="729"/>
                    <a:pt x="134" y="712"/>
                    <a:pt x="134" y="470"/>
                  </a:cubicBezTo>
                  <a:cubicBezTo>
                    <a:pt x="134" y="244"/>
                    <a:pt x="468" y="186"/>
                    <a:pt x="875" y="187"/>
                  </a:cubicBezTo>
                  <a:cubicBezTo>
                    <a:pt x="875" y="230"/>
                    <a:pt x="875" y="230"/>
                    <a:pt x="875" y="230"/>
                  </a:cubicBezTo>
                  <a:cubicBezTo>
                    <a:pt x="1037" y="115"/>
                    <a:pt x="1037" y="115"/>
                    <a:pt x="1037" y="115"/>
                  </a:cubicBezTo>
                  <a:cubicBezTo>
                    <a:pt x="875" y="0"/>
                    <a:pt x="875" y="0"/>
                    <a:pt x="875" y="0"/>
                  </a:cubicBezTo>
                  <a:cubicBezTo>
                    <a:pt x="875" y="42"/>
                    <a:pt x="875" y="42"/>
                    <a:pt x="875" y="42"/>
                  </a:cubicBezTo>
                  <a:close/>
                </a:path>
              </a:pathLst>
            </a:custGeom>
            <a:solidFill>
              <a:srgbClr val="E6F5E6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0143" tIns="50071" rIns="100143" bIns="50071" numCol="1" anchor="t" anchorCtr="0" compatLnSpc="1"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Component 7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SpPr/>
            <p:nvPr/>
          </p:nvSpPr>
          <p:spPr bwMode="auto">
            <a:xfrm>
              <a:off x="5940291" y="2412292"/>
              <a:ext cx="2070664" cy="3204229"/>
            </a:xfrm>
            <a:custGeom>
              <a:avLst/>
              <a:gdLst>
                <a:gd name="T0" fmla="*/ 694 w 856"/>
                <a:gd name="T1" fmla="*/ 43 h 1327"/>
                <a:gd name="T2" fmla="*/ 48 w 856"/>
                <a:gd name="T3" fmla="*/ 325 h 1327"/>
                <a:gd name="T4" fmla="*/ 546 w 856"/>
                <a:gd name="T5" fmla="*/ 846 h 1327"/>
                <a:gd name="T6" fmla="*/ 0 w 856"/>
                <a:gd name="T7" fmla="*/ 1327 h 1327"/>
                <a:gd name="T8" fmla="*/ 26 w 856"/>
                <a:gd name="T9" fmla="*/ 1327 h 1327"/>
                <a:gd name="T10" fmla="*/ 624 w 856"/>
                <a:gd name="T11" fmla="*/ 846 h 1327"/>
                <a:gd name="T12" fmla="*/ 182 w 856"/>
                <a:gd name="T13" fmla="*/ 358 h 1327"/>
                <a:gd name="T14" fmla="*/ 694 w 856"/>
                <a:gd name="T15" fmla="*/ 187 h 1327"/>
                <a:gd name="T16" fmla="*/ 694 w 856"/>
                <a:gd name="T17" fmla="*/ 230 h 1327"/>
                <a:gd name="T18" fmla="*/ 856 w 856"/>
                <a:gd name="T19" fmla="*/ 115 h 1327"/>
                <a:gd name="T20" fmla="*/ 694 w 856"/>
                <a:gd name="T21" fmla="*/ 0 h 1327"/>
                <a:gd name="T22" fmla="*/ 694 w 856"/>
                <a:gd name="T23" fmla="*/ 43 h 13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6" h="1327">
                  <a:moveTo>
                    <a:pt x="694" y="43"/>
                  </a:moveTo>
                  <a:cubicBezTo>
                    <a:pt x="331" y="51"/>
                    <a:pt x="48" y="117"/>
                    <a:pt x="48" y="325"/>
                  </a:cubicBezTo>
                  <a:cubicBezTo>
                    <a:pt x="48" y="567"/>
                    <a:pt x="552" y="584"/>
                    <a:pt x="546" y="846"/>
                  </a:cubicBezTo>
                  <a:cubicBezTo>
                    <a:pt x="540" y="1097"/>
                    <a:pt x="0" y="981"/>
                    <a:pt x="0" y="1327"/>
                  </a:cubicBezTo>
                  <a:cubicBezTo>
                    <a:pt x="26" y="1327"/>
                    <a:pt x="26" y="1327"/>
                    <a:pt x="26" y="1327"/>
                  </a:cubicBezTo>
                  <a:cubicBezTo>
                    <a:pt x="26" y="993"/>
                    <a:pt x="617" y="1123"/>
                    <a:pt x="624" y="846"/>
                  </a:cubicBezTo>
                  <a:cubicBezTo>
                    <a:pt x="632" y="554"/>
                    <a:pt x="182" y="549"/>
                    <a:pt x="182" y="358"/>
                  </a:cubicBezTo>
                  <a:cubicBezTo>
                    <a:pt x="182" y="200"/>
                    <a:pt x="467" y="188"/>
                    <a:pt x="694" y="187"/>
                  </a:cubicBezTo>
                  <a:cubicBezTo>
                    <a:pt x="694" y="230"/>
                    <a:pt x="694" y="230"/>
                    <a:pt x="694" y="230"/>
                  </a:cubicBezTo>
                  <a:cubicBezTo>
                    <a:pt x="856" y="115"/>
                    <a:pt x="856" y="115"/>
                    <a:pt x="856" y="115"/>
                  </a:cubicBezTo>
                  <a:cubicBezTo>
                    <a:pt x="694" y="0"/>
                    <a:pt x="694" y="0"/>
                    <a:pt x="694" y="0"/>
                  </a:cubicBezTo>
                  <a:cubicBezTo>
                    <a:pt x="694" y="43"/>
                    <a:pt x="694" y="43"/>
                    <a:pt x="694" y="43"/>
                  </a:cubicBez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0143" tIns="50071" rIns="100143" bIns="50071" numCol="1" anchor="t" anchorCtr="0" compatLnSpc="1"/>
            <a:lstStyle/>
            <a:p>
              <a:endParaRPr lang="zh-CN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Component 8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SpPr/>
            <p:nvPr/>
          </p:nvSpPr>
          <p:spPr bwMode="auto">
            <a:xfrm>
              <a:off x="4693719" y="5552193"/>
              <a:ext cx="2274080" cy="1105745"/>
            </a:xfrm>
            <a:custGeom>
              <a:avLst/>
              <a:gdLst>
                <a:gd name="T0" fmla="*/ 847 w 940"/>
                <a:gd name="T1" fmla="*/ 0 h 458"/>
                <a:gd name="T2" fmla="*/ 940 w 940"/>
                <a:gd name="T3" fmla="*/ 93 h 458"/>
                <a:gd name="T4" fmla="*/ 940 w 940"/>
                <a:gd name="T5" fmla="*/ 365 h 458"/>
                <a:gd name="T6" fmla="*/ 847 w 940"/>
                <a:gd name="T7" fmla="*/ 458 h 458"/>
                <a:gd name="T8" fmla="*/ 93 w 940"/>
                <a:gd name="T9" fmla="*/ 458 h 458"/>
                <a:gd name="T10" fmla="*/ 0 w 940"/>
                <a:gd name="T11" fmla="*/ 365 h 458"/>
                <a:gd name="T12" fmla="*/ 0 w 940"/>
                <a:gd name="T13" fmla="*/ 93 h 458"/>
                <a:gd name="T14" fmla="*/ 93 w 940"/>
                <a:gd name="T15" fmla="*/ 0 h 458"/>
                <a:gd name="T16" fmla="*/ 847 w 940"/>
                <a:gd name="T17" fmla="*/ 0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40" h="458">
                  <a:moveTo>
                    <a:pt x="847" y="0"/>
                  </a:moveTo>
                  <a:cubicBezTo>
                    <a:pt x="899" y="0"/>
                    <a:pt x="940" y="42"/>
                    <a:pt x="940" y="93"/>
                  </a:cubicBezTo>
                  <a:cubicBezTo>
                    <a:pt x="940" y="365"/>
                    <a:pt x="940" y="365"/>
                    <a:pt x="940" y="365"/>
                  </a:cubicBezTo>
                  <a:cubicBezTo>
                    <a:pt x="940" y="417"/>
                    <a:pt x="899" y="458"/>
                    <a:pt x="847" y="458"/>
                  </a:cubicBezTo>
                  <a:cubicBezTo>
                    <a:pt x="93" y="458"/>
                    <a:pt x="93" y="458"/>
                    <a:pt x="93" y="458"/>
                  </a:cubicBezTo>
                  <a:cubicBezTo>
                    <a:pt x="42" y="458"/>
                    <a:pt x="0" y="417"/>
                    <a:pt x="0" y="365"/>
                  </a:cubicBezTo>
                  <a:cubicBezTo>
                    <a:pt x="0" y="93"/>
                    <a:pt x="0" y="93"/>
                    <a:pt x="0" y="93"/>
                  </a:cubicBezTo>
                  <a:cubicBezTo>
                    <a:pt x="0" y="42"/>
                    <a:pt x="42" y="0"/>
                    <a:pt x="93" y="0"/>
                  </a:cubicBezTo>
                  <a:lnTo>
                    <a:pt x="84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66CC00"/>
                </a:gs>
                <a:gs pos="100000">
                  <a:srgbClr val="00AA00"/>
                </a:gs>
              </a:gsLst>
              <a:lin ang="2700000" scaled="1"/>
              <a:tileRect/>
            </a:gradFill>
            <a:ln w="41726">
              <a:gradFill flip="none" rotWithShape="1">
                <a:gsLst>
                  <a:gs pos="100000">
                    <a:srgbClr val="FFFFFF"/>
                  </a:gs>
                  <a:gs pos="0">
                    <a:srgbClr val="00AA00"/>
                  </a:gs>
                </a:gsLst>
                <a:lin ang="13500000" scaled="1"/>
                <a:tileRect/>
              </a:gradFill>
            </a:ln>
            <a:effectLst>
              <a:outerShdw blurRad="190500" dist="88900" dir="2700000" algn="tl" rotWithShape="0">
                <a:prstClr val="black">
                  <a:alpha val="35000"/>
                </a:prstClr>
              </a:outerShdw>
            </a:effectLst>
          </p:spPr>
          <p:style>
            <a:lnRef idx="2">
              <a:srgbClr val="00AA00">
                <a:shade val="50000"/>
              </a:srgbClr>
            </a:lnRef>
            <a:fillRef idx="1">
              <a:srgbClr val="00AA00"/>
            </a:fillRef>
            <a:effectRef idx="0">
              <a:srgbClr val="00AA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grpSp>
          <p:nvGrpSpPr>
            <p:cNvPr id="9" name="Component 9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GrpSpPr/>
            <p:nvPr/>
          </p:nvGrpSpPr>
          <p:grpSpPr>
            <a:xfrm>
              <a:off x="4615789" y="5731585"/>
              <a:ext cx="2429940" cy="932377"/>
              <a:chOff x="6225494" y="2588885"/>
              <a:chExt cx="2429940" cy="932377"/>
            </a:xfrm>
          </p:grpSpPr>
          <p:sp>
            <p:nvSpPr>
              <p:cNvPr id="10" name="Component 10"/>
              <p:cNvSpPr txBox="1"/>
              <p:nvPr/>
            </p:nvSpPr>
            <p:spPr>
              <a:xfrm>
                <a:off x="6453898" y="2848063"/>
                <a:ext cx="1973135" cy="673198"/>
              </a:xfrm>
              <a:prstGeom prst="rect">
                <a:avLst/>
              </a:prstGeom>
              <a:solidFill>
                <a:srgbClr val="F1F5F9"/>
              </a:solidFill>
            </p:spPr>
            <p:txBody>
              <a:bodyPr vert="horz" lIns="100143" tIns="50071" rIns="100143" bIns="50071" rtlCol="0">
                <a:noAutofit/>
              </a:bodyPr>
              <a:lstStyle>
                <a:lvl1pPr marL="0" indent="0" algn="ctr" defTabSz="914400" rtl="0" eaLnBrk="1" latinLnBrk="0" hangingPunct="1">
                  <a:lnSpc>
                    <a:spcPct val="86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600" kern="1200" baseline="0">
                    <a:solidFill>
                      <a:srgbClr val="1A3A1A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rgbClr val="1A3A1A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rgbClr val="1A3A1A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rgbClr val="1A3A1A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rgbClr val="1A3A1A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1A3A1A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1A3A1A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1A3A1A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rgbClr val="1A3A1A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sz="1204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Lorem</a:t>
                </a:r>
                <a:r>
                  <a:rPr lang="en-US" sz="1204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 </a:t>
                </a:r>
                <a:r>
                  <a:rPr lang="en-US" sz="1204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ipsum</a:t>
                </a:r>
                <a:r>
                  <a:rPr lang="en-US" sz="1204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 dolor sit </a:t>
                </a:r>
                <a:r>
                  <a:rPr lang="id-ID" sz="1204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dudu </a:t>
                </a:r>
                <a:r>
                  <a:rPr lang="en-US" sz="1204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amet</a:t>
                </a:r>
                <a:r>
                  <a:rPr lang="en-US" sz="1204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, </a:t>
                </a:r>
                <a:r>
                  <a:rPr lang="en-US" sz="1204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consectetur</a:t>
                </a:r>
                <a:r>
                  <a:rPr lang="en-US" sz="1204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 </a:t>
                </a:r>
                <a:r>
                  <a:rPr lang="en-US" sz="1204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adipiscing</a:t>
                </a:r>
                <a:r>
                  <a:rPr lang="en-US" sz="1204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 </a:t>
                </a:r>
                <a:r>
                  <a:rPr lang="en-US" sz="1204" dirty="0" err="1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elit</a:t>
                </a:r>
                <a:r>
                  <a:rPr lang="en-US" sz="1204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. </a:t>
                </a:r>
                <a:endParaRPr lang="id-ID" sz="1204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gency FB" panose="020B0503020202020204" pitchFamily="34" charset="0"/>
                  <a:cs typeface="+mn-ea"/>
                  <a:sym typeface="+mn-lt"/>
                </a:endParaRPr>
              </a:p>
            </p:txBody>
          </p:sp>
          <p:sp>
            <p:nvSpPr>
              <p:cNvPr id="11" name="Component 11"/>
              <p:cNvSpPr txBox="1"/>
              <p:nvPr/>
            </p:nvSpPr>
            <p:spPr>
              <a:xfrm>
                <a:off x="6225494" y="2588885"/>
                <a:ext cx="2429940" cy="3370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533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Agency FB" panose="020B0503020202020204" pitchFamily="34" charset="0"/>
                    <a:cs typeface="+mn-ea"/>
                    <a:sym typeface="+mn-lt"/>
                  </a:rPr>
                  <a:t>CEO</a:t>
                </a:r>
                <a:endParaRPr lang="id-ID" sz="1533" b="1" dirty="0">
                  <a:solidFill>
                    <a:prstClr val="black">
                      <a:lumMod val="65000"/>
                      <a:lumOff val="35000"/>
                    </a:prstClr>
                  </a:solidFill>
                  <a:latin typeface="Agency FB" panose="020B0503020202020204" pitchFamily="34" charset="0"/>
                  <a:cs typeface="+mn-ea"/>
                  <a:sym typeface="+mn-lt"/>
                </a:endParaRPr>
              </a:p>
            </p:txBody>
          </p:sp>
        </p:grpSp>
        <p:sp>
          <p:nvSpPr>
            <p:cNvPr id="12" name="Component 12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SpPr txBox="1"/>
            <p:nvPr/>
          </p:nvSpPr>
          <p:spPr>
            <a:xfrm rot="21423086">
              <a:off x="6784177" y="1471481"/>
              <a:ext cx="1381986" cy="3370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3" b="1" dirty="0">
                  <a:solidFill>
                    <a:prstClr val="white"/>
                  </a:solidFill>
                  <a:latin typeface="Agency FB" panose="020B0503020202020204" pitchFamily="34" charset="0"/>
                </a:rPr>
                <a:t>CTO</a:t>
              </a:r>
              <a:endParaRPr lang="en-US" sz="1533" b="1" dirty="0">
                <a:solidFill>
                  <a:prstClr val="white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13" name="Component 13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SpPr txBox="1"/>
            <p:nvPr/>
          </p:nvSpPr>
          <p:spPr>
            <a:xfrm rot="21316168">
              <a:off x="6665025" y="1847533"/>
              <a:ext cx="1381986" cy="3370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3" b="1" dirty="0">
                  <a:solidFill>
                    <a:prstClr val="white"/>
                  </a:solidFill>
                  <a:latin typeface="Agency FB" panose="020B0503020202020204" pitchFamily="34" charset="0"/>
                </a:rPr>
                <a:t>CFO</a:t>
              </a:r>
              <a:endParaRPr lang="en-US" altLang="zh-CN" sz="1533" b="1" dirty="0">
                <a:solidFill>
                  <a:prstClr val="white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14" name="Component 14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SpPr txBox="1"/>
            <p:nvPr/>
          </p:nvSpPr>
          <p:spPr>
            <a:xfrm rot="21316168">
              <a:off x="6501402" y="2185927"/>
              <a:ext cx="1381986" cy="3370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3" b="1" dirty="0">
                  <a:solidFill>
                    <a:prstClr val="white"/>
                  </a:solidFill>
                  <a:latin typeface="Agency FB" panose="020B0503020202020204" pitchFamily="34" charset="0"/>
                </a:rPr>
                <a:t>VP Eng</a:t>
              </a:r>
              <a:endParaRPr lang="en-US" altLang="zh-CN" sz="1533" b="1" dirty="0">
                <a:solidFill>
                  <a:prstClr val="white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15" name="Component 15" descr="e7d195523061f1c0e8da580c895714cc9e657dc935b73854DD54234BF92455C2409EC703713D08D418A918AD21FB4B97B212F83F8516769F1C595028FE6458DEA8E413C6E2511160CEE934C7F76380B4A00578EC6E9EBBA9A4FEE5006C8FAC68D7A4CC2746E302B66006A63835546A1AE8226B5983FB71D5985A2F619C85359FBED0EE25EFE053381143CD8CDAD48E43"/>
            <p:cNvSpPr txBox="1"/>
            <p:nvPr/>
          </p:nvSpPr>
          <p:spPr>
            <a:xfrm rot="21316168">
              <a:off x="6461534" y="2535384"/>
              <a:ext cx="1381986" cy="3370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533" b="1" dirty="0">
                  <a:solidFill>
                    <a:prstClr val="white"/>
                  </a:solidFill>
                  <a:latin typeface="Agency FB" panose="020B0503020202020204" pitchFamily="34" charset="0"/>
                </a:rPr>
                <a:t>VP Sales</a:t>
              </a:r>
              <a:endParaRPr lang="en-US" altLang="zh-CN" sz="1533" b="1" dirty="0">
                <a:solidFill>
                  <a:prstClr val="white"/>
                </a:solidFill>
                <a:latin typeface="Agency FB" panose="020B0503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A00"/>
                </a:solidFill>
              </a:defRPr>
            </a:pPr>
            <a:r>
              <a:t>hierarchy id=4037 (sp=4, custGeom=3)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4910553" y="822960"/>
            <a:ext cx="2340412" cy="5303520"/>
            <a:chOff x="4910553" y="822960"/>
            <a:chExt cx="2340412" cy="5303520"/>
          </a:xfrm>
        </p:grpSpPr>
        <p:sp>
          <p:nvSpPr>
            <p:cNvPr id="4" name="Component 4"/>
            <p:cNvSpPr/>
            <p:nvPr/>
          </p:nvSpPr>
          <p:spPr bwMode="auto">
            <a:xfrm>
              <a:off x="4910553" y="2272471"/>
              <a:ext cx="2340412" cy="186220"/>
            </a:xfrm>
            <a:custGeom>
              <a:avLst/>
              <a:gdLst>
                <a:gd name="T0" fmla="*/ 0 w 340"/>
                <a:gd name="T1" fmla="*/ 0 h 27"/>
                <a:gd name="T2" fmla="*/ 97 w 340"/>
                <a:gd name="T3" fmla="*/ 0 h 27"/>
                <a:gd name="T4" fmla="*/ 194 w 340"/>
                <a:gd name="T5" fmla="*/ 0 h 27"/>
                <a:gd name="T6" fmla="*/ 252 w 340"/>
                <a:gd name="T7" fmla="*/ 11 h 27"/>
                <a:gd name="T8" fmla="*/ 340 w 340"/>
                <a:gd name="T9" fmla="*/ 27 h 27"/>
                <a:gd name="T10" fmla="*/ 194 w 340"/>
                <a:gd name="T11" fmla="*/ 27 h 27"/>
                <a:gd name="T12" fmla="*/ 49 w 340"/>
                <a:gd name="T13" fmla="*/ 27 h 27"/>
                <a:gd name="T14" fmla="*/ 20 w 340"/>
                <a:gd name="T15" fmla="*/ 11 h 27"/>
                <a:gd name="T16" fmla="*/ 0 w 340"/>
                <a:gd name="T1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0" h="27">
                  <a:moveTo>
                    <a:pt x="0" y="0"/>
                  </a:moveTo>
                  <a:cubicBezTo>
                    <a:pt x="32" y="0"/>
                    <a:pt x="65" y="0"/>
                    <a:pt x="97" y="0"/>
                  </a:cubicBezTo>
                  <a:cubicBezTo>
                    <a:pt x="129" y="0"/>
                    <a:pt x="162" y="0"/>
                    <a:pt x="194" y="0"/>
                  </a:cubicBezTo>
                  <a:cubicBezTo>
                    <a:pt x="211" y="3"/>
                    <a:pt x="231" y="7"/>
                    <a:pt x="252" y="11"/>
                  </a:cubicBezTo>
                  <a:cubicBezTo>
                    <a:pt x="277" y="15"/>
                    <a:pt x="306" y="21"/>
                    <a:pt x="340" y="27"/>
                  </a:cubicBezTo>
                  <a:cubicBezTo>
                    <a:pt x="291" y="27"/>
                    <a:pt x="242" y="27"/>
                    <a:pt x="194" y="27"/>
                  </a:cubicBezTo>
                  <a:cubicBezTo>
                    <a:pt x="146" y="27"/>
                    <a:pt x="97" y="27"/>
                    <a:pt x="49" y="27"/>
                  </a:cubicBezTo>
                  <a:cubicBezTo>
                    <a:pt x="37" y="21"/>
                    <a:pt x="28" y="15"/>
                    <a:pt x="20" y="11"/>
                  </a:cubicBezTo>
                  <a:cubicBezTo>
                    <a:pt x="12" y="7"/>
                    <a:pt x="6" y="3"/>
                    <a:pt x="0" y="0"/>
                  </a:cubicBezTo>
                  <a:close/>
                </a:path>
              </a:pathLst>
            </a:custGeom>
            <a:solidFill>
              <a:srgbClr val="00AA00">
                <a:lumMod val="75000"/>
              </a:srgbClr>
            </a:solidFill>
            <a:ln>
              <a:noFill/>
            </a:ln>
          </p:spPr>
          <p:txBody>
            <a:bodyPr vert="horz" wrap="square" lIns="85810" tIns="42905" rIns="85810" bIns="42905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89" b="0" i="0" u="none" strike="noStrike" kern="1200" cap="none" spc="0" normalizeH="0" baseline="0" noProof="0" dirty="0">
                <a:ln>
                  <a:noFill/>
                </a:ln>
                <a:solidFill>
                  <a:srgbClr val="E6F5E6"/>
                </a:solidFill>
                <a:effectLst/>
                <a:uLnTx/>
                <a:uFillTx/>
                <a:latin typeface="Source Sans Pro" charset="0"/>
                <a:ea typeface="+mn-ea"/>
                <a:cs typeface="+mn-cs"/>
              </a:endParaRPr>
            </a:p>
          </p:txBody>
        </p:sp>
        <p:sp>
          <p:nvSpPr>
            <p:cNvPr id="5" name="Component 5"/>
            <p:cNvSpPr/>
            <p:nvPr/>
          </p:nvSpPr>
          <p:spPr bwMode="auto">
            <a:xfrm>
              <a:off x="5248727" y="2458691"/>
              <a:ext cx="2002236" cy="3667788"/>
            </a:xfrm>
            <a:custGeom>
              <a:avLst/>
              <a:gdLst>
                <a:gd name="T0" fmla="*/ 0 w 1344"/>
                <a:gd name="T1" fmla="*/ 0 h 2462"/>
                <a:gd name="T2" fmla="*/ 0 w 1344"/>
                <a:gd name="T3" fmla="*/ 1994 h 2462"/>
                <a:gd name="T4" fmla="*/ 669 w 1344"/>
                <a:gd name="T5" fmla="*/ 2462 h 2462"/>
                <a:gd name="T6" fmla="*/ 1344 w 1344"/>
                <a:gd name="T7" fmla="*/ 1994 h 2462"/>
                <a:gd name="T8" fmla="*/ 1344 w 1344"/>
                <a:gd name="T9" fmla="*/ 0 h 2462"/>
                <a:gd name="T10" fmla="*/ 0 w 1344"/>
                <a:gd name="T11" fmla="*/ 0 h 2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44" h="2462">
                  <a:moveTo>
                    <a:pt x="0" y="0"/>
                  </a:moveTo>
                  <a:lnTo>
                    <a:pt x="0" y="1994"/>
                  </a:lnTo>
                  <a:lnTo>
                    <a:pt x="669" y="2462"/>
                  </a:lnTo>
                  <a:lnTo>
                    <a:pt x="1344" y="1994"/>
                  </a:lnTo>
                  <a:lnTo>
                    <a:pt x="134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AA00"/>
            </a:solidFill>
            <a:ln>
              <a:noFill/>
            </a:ln>
          </p:spPr>
          <p:txBody>
            <a:bodyPr vert="horz" wrap="square" lIns="85810" tIns="858101" rIns="85810" bIns="42905" numCol="1" anchor="t" anchorCtr="0" compatLnSpc="1"/>
            <a:lstStyle/>
            <a:p>
              <a:pPr marL="171450" marR="0" lvl="0" indent="-17145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66CC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VP Sales</a:t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66CC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</a:p>
            <a:p>
              <a:pPr marL="171450" marR="0" lvl="0" indent="-17145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66CC00"/>
                </a:buClr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> </a:t>
              </a:r>
              <a:r>
                <a:rPr kumimoji="0" lang="en-US" sz="1126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  <a:r>
                <a:rPr kumimoji="0" lang="en-US" sz="1126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charset="0"/>
                  <a:ea typeface="+mn-ea"/>
                  <a:cs typeface="+mn-cs"/>
                </a:rPr>
                <a:t/>
              </a:r>
            </a:p>
            <a:p>
              <a:pPr marL="0" marR="0" lvl="0" indent="0" algn="ctr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66CC00"/>
                </a:buClr>
                <a:buSzTx/>
                <a:buFontTx/>
                <a:buNone/>
                <a:defRPr/>
              </a:pPr>
              <a:r>
                <a:rPr kumimoji="0" lang="en-US" sz="3753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linea-basic-10" panose="02000509000000000000" pitchFamily="49" charset="0"/>
                  <a:ea typeface="+mn-ea"/>
                  <a:cs typeface="+mn-cs"/>
                </a:rPr>
                <a:t/>
              </a:r>
            </a:p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800"/>
                </a:spcAft>
                <a:buClr>
                  <a:srgbClr val="66CC00"/>
                </a:buClr>
                <a:buSzTx/>
                <a:buFontTx/>
                <a:buNone/>
                <a:defRPr/>
              </a:pPr>
              <a:endParaRPr kumimoji="0" lang="en-US" sz="1126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charset="0"/>
                <a:ea typeface="+mn-ea"/>
                <a:cs typeface="+mn-cs"/>
              </a:endParaRPr>
            </a:p>
          </p:txBody>
        </p:sp>
        <p:sp>
          <p:nvSpPr>
            <p:cNvPr id="6" name="Component 6"/>
            <p:cNvSpPr/>
            <p:nvPr/>
          </p:nvSpPr>
          <p:spPr bwMode="auto">
            <a:xfrm>
              <a:off x="5248727" y="2458691"/>
              <a:ext cx="2002236" cy="744879"/>
            </a:xfrm>
            <a:custGeom>
              <a:avLst/>
              <a:gdLst>
                <a:gd name="T0" fmla="*/ 0 w 291"/>
                <a:gd name="T1" fmla="*/ 0 h 108"/>
                <a:gd name="T2" fmla="*/ 0 w 291"/>
                <a:gd name="T3" fmla="*/ 108 h 108"/>
                <a:gd name="T4" fmla="*/ 291 w 291"/>
                <a:gd name="T5" fmla="*/ 64 h 108"/>
                <a:gd name="T6" fmla="*/ 291 w 291"/>
                <a:gd name="T7" fmla="*/ 0 h 108"/>
                <a:gd name="T8" fmla="*/ 145 w 291"/>
                <a:gd name="T9" fmla="*/ 0 h 108"/>
                <a:gd name="T10" fmla="*/ 0 w 291"/>
                <a:gd name="T11" fmla="*/ 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1" h="108">
                  <a:moveTo>
                    <a:pt x="0" y="0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117" y="101"/>
                    <a:pt x="218" y="85"/>
                    <a:pt x="291" y="64"/>
                  </a:cubicBezTo>
                  <a:cubicBezTo>
                    <a:pt x="291" y="0"/>
                    <a:pt x="291" y="0"/>
                    <a:pt x="291" y="0"/>
                  </a:cubicBezTo>
                  <a:cubicBezTo>
                    <a:pt x="145" y="0"/>
                    <a:pt x="145" y="0"/>
                    <a:pt x="14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3A1A">
                <a:alpha val="10000"/>
              </a:srgbClr>
            </a:solidFill>
            <a:ln>
              <a:noFill/>
            </a:ln>
          </p:spPr>
          <p:txBody>
            <a:bodyPr vert="horz" wrap="square" lIns="85810" tIns="42905" rIns="85810" bIns="42905" numCol="1" anchor="ctr" anchorCtr="0" compatLnSpc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627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Bebas Neue" charset="0"/>
                  <a:ea typeface="Bebas Neue" charset="0"/>
                  <a:cs typeface="Bebas Neue" charset="0"/>
                </a:rPr>
                <a:t>CEO</a:t>
              </a:r>
            </a:p>
          </p:txBody>
        </p:sp>
        <p:sp>
          <p:nvSpPr>
            <p:cNvPr id="7" name="Component 7"/>
            <p:cNvSpPr/>
            <p:nvPr/>
          </p:nvSpPr>
          <p:spPr>
            <a:xfrm>
              <a:off x="4912457" y="822960"/>
              <a:ext cx="1337388" cy="1449512"/>
            </a:xfrm>
            <a:prstGeom prst="rect">
              <a:avLst/>
            </a:prstGeom>
            <a:solidFill>
              <a:srgbClr val="00AA00"/>
            </a:solidFill>
            <a:ln>
              <a:noFill/>
            </a:ln>
          </p:spPr>
          <p:style>
            <a:lnRef idx="2">
              <a:srgbClr val="66CC00">
                <a:shade val="50000"/>
              </a:srgbClr>
            </a:lnRef>
            <a:fillRef idx="1">
              <a:srgbClr val="66CC00"/>
            </a:fillRef>
            <a:effectRef idx="0">
              <a:srgbClr val="66CC00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689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charset="0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AA00"/>
                </a:solidFill>
              </a:defRPr>
            </a:pPr>
            <a:r>
              <a:t>hierarchy id=4081 (sp=18, custGeom=3)</a:t>
            </a:r>
          </a:p>
        </p:txBody>
      </p:sp>
      <p:grpSp>
        <p:nvGrpSpPr>
          <p:cNvPr id="3" name="Component 3"/>
          <p:cNvGrpSpPr/>
          <p:nvPr/>
        </p:nvGrpSpPr>
        <p:grpSpPr>
          <a:xfrm>
            <a:off x="4645060" y="822960"/>
            <a:ext cx="2871398" cy="5303520"/>
            <a:chOff x="-3302616" y="-1160098"/>
            <a:chExt cx="5742792" cy="10607036"/>
          </a:xfrm>
        </p:grpSpPr>
        <p:sp>
          <p:nvSpPr>
            <p:cNvPr id="4" name="Component 4"/>
            <p:cNvSpPr/>
            <p:nvPr/>
          </p:nvSpPr>
          <p:spPr>
            <a:xfrm>
              <a:off x="-3302615" y="13769"/>
              <a:ext cx="5742790" cy="9433169"/>
            </a:xfrm>
            <a:prstGeom prst="roundRect">
              <a:avLst>
                <a:gd name="adj" fmla="val 2656"/>
              </a:avLst>
            </a:prstGeom>
            <a:solidFill>
              <a:srgbClr val="00AA00"/>
            </a:solidFill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2014">
                <a:latin typeface="+mj-lt"/>
              </a:endParaRPr>
            </a:p>
          </p:txBody>
        </p:sp>
        <p:sp>
          <p:nvSpPr>
            <p:cNvPr id="5" name="Component 5"/>
            <p:cNvSpPr/>
            <p:nvPr/>
          </p:nvSpPr>
          <p:spPr>
            <a:xfrm>
              <a:off x="-3302542" y="7732888"/>
              <a:ext cx="5742602" cy="171398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19679"/>
                  </a:lnTo>
                  <a:cubicBezTo>
                    <a:pt x="0" y="20741"/>
                    <a:pt x="256" y="21600"/>
                    <a:pt x="573" y="21600"/>
                  </a:cubicBezTo>
                  <a:lnTo>
                    <a:pt x="21027" y="21600"/>
                  </a:lnTo>
                  <a:cubicBezTo>
                    <a:pt x="21344" y="21600"/>
                    <a:pt x="21600" y="20741"/>
                    <a:pt x="21600" y="19679"/>
                  </a:cubicBez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CC00"/>
            </a:solidFill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2014">
                <a:latin typeface="+mj-lt"/>
              </a:endParaRPr>
            </a:p>
          </p:txBody>
        </p:sp>
        <p:sp>
          <p:nvSpPr>
            <p:cNvPr id="6" name="Component 6"/>
            <p:cNvSpPr/>
            <p:nvPr/>
          </p:nvSpPr>
          <p:spPr>
            <a:xfrm>
              <a:off x="-3302542" y="-1160098"/>
              <a:ext cx="5742602" cy="37245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73" y="0"/>
                  </a:moveTo>
                  <a:cubicBezTo>
                    <a:pt x="256" y="0"/>
                    <a:pt x="0" y="577"/>
                    <a:pt x="0" y="1291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1291"/>
                  </a:lnTo>
                  <a:cubicBezTo>
                    <a:pt x="21600" y="577"/>
                    <a:pt x="21344" y="0"/>
                    <a:pt x="21027" y="0"/>
                  </a:cubicBezTo>
                  <a:lnTo>
                    <a:pt x="573" y="0"/>
                  </a:lnTo>
                  <a:close/>
                </a:path>
              </a:pathLst>
            </a:custGeom>
            <a:solidFill>
              <a:srgbClr val="00AA00"/>
            </a:solidFill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2014">
                <a:latin typeface="+mj-lt"/>
              </a:endParaRPr>
            </a:p>
          </p:txBody>
        </p:sp>
        <p:grpSp>
          <p:nvGrpSpPr>
            <p:cNvPr id="7" name="Component 7"/>
            <p:cNvGrpSpPr/>
            <p:nvPr/>
          </p:nvGrpSpPr>
          <p:grpSpPr>
            <a:xfrm>
              <a:off x="-3302616" y="2570146"/>
              <a:ext cx="5742792" cy="5170536"/>
              <a:chOff x="-3302615" y="-1160098"/>
              <a:chExt cx="5742789" cy="5170534"/>
            </a:xfrm>
          </p:grpSpPr>
          <p:sp>
            <p:nvSpPr>
              <p:cNvPr id="8" name="Component 8"/>
              <p:cNvSpPr/>
              <p:nvPr/>
            </p:nvSpPr>
            <p:spPr>
              <a:xfrm>
                <a:off x="-3302615" y="-1160098"/>
                <a:ext cx="5742790" cy="0"/>
              </a:xfrm>
              <a:prstGeom prst="line">
                <a:avLst/>
              </a:prstGeom>
              <a:noFill/>
              <a:ln w="31981" cap="flat">
                <a:solidFill>
                  <a:srgbClr val="66CC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/>
                </a:pPr>
                <a:endParaRPr sz="2014">
                  <a:latin typeface="+mj-lt"/>
                </a:endParaRPr>
              </a:p>
            </p:txBody>
          </p:sp>
          <p:sp>
            <p:nvSpPr>
              <p:cNvPr id="9" name="Component 9"/>
              <p:cNvSpPr/>
              <p:nvPr/>
            </p:nvSpPr>
            <p:spPr>
              <a:xfrm>
                <a:off x="-3302615" y="-421451"/>
                <a:ext cx="5742790" cy="1"/>
              </a:xfrm>
              <a:prstGeom prst="line">
                <a:avLst/>
              </a:prstGeom>
              <a:noFill/>
              <a:ln w="31981" cap="flat">
                <a:solidFill>
                  <a:srgbClr val="66CC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/>
                </a:pPr>
                <a:endParaRPr sz="2014">
                  <a:latin typeface="+mj-lt"/>
                </a:endParaRPr>
              </a:p>
            </p:txBody>
          </p:sp>
          <p:sp>
            <p:nvSpPr>
              <p:cNvPr id="10" name="Component 10"/>
              <p:cNvSpPr/>
              <p:nvPr/>
            </p:nvSpPr>
            <p:spPr>
              <a:xfrm>
                <a:off x="-3302615" y="317197"/>
                <a:ext cx="5742790" cy="1"/>
              </a:xfrm>
              <a:prstGeom prst="line">
                <a:avLst/>
              </a:prstGeom>
              <a:noFill/>
              <a:ln w="31981" cap="flat">
                <a:solidFill>
                  <a:srgbClr val="66CC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/>
                </a:pPr>
                <a:endParaRPr sz="2014">
                  <a:latin typeface="+mj-lt"/>
                </a:endParaRPr>
              </a:p>
            </p:txBody>
          </p:sp>
          <p:sp>
            <p:nvSpPr>
              <p:cNvPr id="11" name="Component 11"/>
              <p:cNvSpPr/>
              <p:nvPr/>
            </p:nvSpPr>
            <p:spPr>
              <a:xfrm>
                <a:off x="-3302615" y="1055845"/>
                <a:ext cx="5742790" cy="1"/>
              </a:xfrm>
              <a:prstGeom prst="line">
                <a:avLst/>
              </a:prstGeom>
              <a:noFill/>
              <a:ln w="31981" cap="flat">
                <a:solidFill>
                  <a:srgbClr val="66CC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/>
                </a:pPr>
                <a:endParaRPr sz="2014">
                  <a:latin typeface="+mj-lt"/>
                </a:endParaRPr>
              </a:p>
            </p:txBody>
          </p:sp>
          <p:sp>
            <p:nvSpPr>
              <p:cNvPr id="12" name="Component 12"/>
              <p:cNvSpPr/>
              <p:nvPr/>
            </p:nvSpPr>
            <p:spPr>
              <a:xfrm>
                <a:off x="-3302615" y="1794492"/>
                <a:ext cx="5742790" cy="1"/>
              </a:xfrm>
              <a:prstGeom prst="line">
                <a:avLst/>
              </a:prstGeom>
              <a:noFill/>
              <a:ln w="31981" cap="flat">
                <a:solidFill>
                  <a:srgbClr val="66CC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/>
                </a:pPr>
                <a:endParaRPr sz="2014">
                  <a:latin typeface="+mj-lt"/>
                </a:endParaRPr>
              </a:p>
            </p:txBody>
          </p:sp>
          <p:sp>
            <p:nvSpPr>
              <p:cNvPr id="13" name="Component 13"/>
              <p:cNvSpPr/>
              <p:nvPr/>
            </p:nvSpPr>
            <p:spPr>
              <a:xfrm>
                <a:off x="-3302615" y="2533140"/>
                <a:ext cx="5742790" cy="1"/>
              </a:xfrm>
              <a:prstGeom prst="line">
                <a:avLst/>
              </a:prstGeom>
              <a:noFill/>
              <a:ln w="31981" cap="flat">
                <a:solidFill>
                  <a:srgbClr val="66CC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/>
                </a:pPr>
                <a:endParaRPr sz="2014">
                  <a:latin typeface="+mj-lt"/>
                </a:endParaRPr>
              </a:p>
            </p:txBody>
          </p:sp>
          <p:sp>
            <p:nvSpPr>
              <p:cNvPr id="14" name="Component 14"/>
              <p:cNvSpPr/>
              <p:nvPr/>
            </p:nvSpPr>
            <p:spPr>
              <a:xfrm>
                <a:off x="-3302615" y="3271788"/>
                <a:ext cx="5742790" cy="1"/>
              </a:xfrm>
              <a:prstGeom prst="line">
                <a:avLst/>
              </a:prstGeom>
              <a:noFill/>
              <a:ln w="31981" cap="flat">
                <a:solidFill>
                  <a:srgbClr val="66CC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/>
                </a:pPr>
                <a:endParaRPr sz="2014">
                  <a:latin typeface="+mj-lt"/>
                </a:endParaRPr>
              </a:p>
            </p:txBody>
          </p:sp>
          <p:sp>
            <p:nvSpPr>
              <p:cNvPr id="15" name="Component 15"/>
              <p:cNvSpPr/>
              <p:nvPr/>
            </p:nvSpPr>
            <p:spPr>
              <a:xfrm>
                <a:off x="-3302615" y="4010435"/>
                <a:ext cx="5742790" cy="1"/>
              </a:xfrm>
              <a:prstGeom prst="line">
                <a:avLst/>
              </a:prstGeom>
              <a:noFill/>
              <a:ln w="31981" cap="flat">
                <a:solidFill>
                  <a:srgbClr val="66CC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3200"/>
                </a:pPr>
                <a:endParaRPr sz="2014">
                  <a:latin typeface="+mj-lt"/>
                </a:endParaRPr>
              </a:p>
            </p:txBody>
          </p:sp>
        </p:grpSp>
        <p:sp>
          <p:nvSpPr>
            <p:cNvPr id="16" name="Component 16"/>
            <p:cNvSpPr/>
            <p:nvPr/>
          </p:nvSpPr>
          <p:spPr>
            <a:xfrm>
              <a:off x="-1972655" y="8159636"/>
              <a:ext cx="3082869" cy="943442"/>
            </a:xfrm>
            <a:prstGeom prst="roundRect">
              <a:avLst>
                <a:gd name="adj" fmla="val 13430"/>
              </a:avLst>
            </a:prstGeom>
            <a:solidFill>
              <a:srgbClr val="00AA00"/>
            </a:solidFill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2014">
                <a:latin typeface="+mj-lt"/>
              </a:endParaRPr>
            </a:p>
          </p:txBody>
        </p:sp>
        <p:sp>
          <p:nvSpPr>
            <p:cNvPr id="17" name="Component 17"/>
            <p:cNvSpPr/>
            <p:nvPr/>
          </p:nvSpPr>
          <p:spPr>
            <a:xfrm>
              <a:off x="-2151623" y="8396795"/>
              <a:ext cx="3440804" cy="558672"/>
            </a:xfrm>
            <a:prstGeom prst="rect">
              <a:avLst/>
            </a:prstGeom>
            <a:noFill/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>
              <a:lvl1pPr>
                <a:defRPr sz="2400">
                  <a:solidFill>
                    <a:srgbClr val="FFFFFF"/>
                  </a:solidFill>
                  <a:latin typeface="Lato Black"/>
                  <a:ea typeface="Lato Black"/>
                  <a:cs typeface="Lato Black"/>
                  <a:sym typeface="Lato Black"/>
                </a:defRPr>
              </a:lvl1pPr>
            </a:lstStyle>
            <a:p>
              <a:pPr lvl="0" algn="ctr">
                <a:defRPr sz="1800">
                  <a:solidFill>
                    <a:srgbClr val="1A3A1A"/>
                  </a:solidFill>
                </a:defRPr>
              </a:pPr>
              <a:r>
                <a:rPr sz="1510" dirty="0">
                  <a:solidFill>
                    <a:srgbClr val="FFFFFF"/>
                  </a:solidFill>
                  <a:latin typeface="+mj-lt"/>
                </a:rPr>
                <a:t>CEO</a:t>
              </a:r>
            </a:p>
          </p:txBody>
        </p:sp>
        <p:sp>
          <p:nvSpPr>
            <p:cNvPr id="18" name="Component 18"/>
            <p:cNvSpPr/>
            <p:nvPr/>
          </p:nvSpPr>
          <p:spPr>
            <a:xfrm>
              <a:off x="-2578919" y="571551"/>
              <a:ext cx="4295398" cy="558671"/>
            </a:xfrm>
            <a:prstGeom prst="rect">
              <a:avLst/>
            </a:prstGeom>
            <a:noFill/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>
              <a:lvl1pPr>
                <a:defRPr sz="2400" spc="-96">
                  <a:solidFill>
                    <a:srgbClr val="FFFFFF"/>
                  </a:solidFill>
                  <a:latin typeface="Lato Regular"/>
                  <a:ea typeface="Lato Regular"/>
                  <a:cs typeface="Lato Regular"/>
                  <a:sym typeface="Lato Regular"/>
                </a:defRPr>
              </a:lvl1pPr>
            </a:lstStyle>
            <a:p>
              <a:pPr lvl="0">
                <a:defRPr sz="1800" spc="0">
                  <a:solidFill>
                    <a:srgbClr val="1A3A1A"/>
                  </a:solidFill>
                </a:defRPr>
              </a:pPr>
              <a:r>
                <a:rPr sz="1510" spc="-48" dirty="0">
                  <a:solidFill>
                    <a:srgbClr val="FFFFFF"/>
                  </a:solidFill>
                  <a:latin typeface="+mj-lt"/>
                </a:rPr>
                <a:t>CTO</a:t>
              </a:r>
            </a:p>
          </p:txBody>
        </p:sp>
        <p:sp>
          <p:nvSpPr>
            <p:cNvPr id="19" name="Component 19"/>
            <p:cNvSpPr/>
            <p:nvPr/>
          </p:nvSpPr>
          <p:spPr>
            <a:xfrm>
              <a:off x="-2578919" y="1095317"/>
              <a:ext cx="4295396" cy="943442"/>
            </a:xfrm>
            <a:prstGeom prst="rect">
              <a:avLst/>
            </a:prstGeom>
            <a:noFill/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 sz="1800"/>
              </a:pPr>
              <a:r>
                <a:rPr sz="3147" spc="-100">
                  <a:solidFill>
                    <a:srgbClr val="FFFFFF"/>
                  </a:solidFill>
                  <a:latin typeface="+mj-lt"/>
                  <a:ea typeface="Lato Black"/>
                  <a:cs typeface="Lato Black"/>
                  <a:sym typeface="Lato Black"/>
                </a:rPr>
                <a:t>CFO</a:t>
              </a:r>
              <a:r>
                <a:rPr sz="3147" spc="-100">
                  <a:solidFill>
                    <a:srgbClr val="FFFFFF"/>
                  </a:solidFill>
                  <a:latin typeface="+mj-lt"/>
                  <a:ea typeface="Lato Light"/>
                  <a:cs typeface="Lato Light"/>
                  <a:sym typeface="Lato Light"/>
                </a:rPr>
                <a:t/>
              </a:r>
              <a:r>
                <a:rPr sz="1510" spc="-48">
                  <a:solidFill>
                    <a:srgbClr val="FFFFFF"/>
                  </a:solidFill>
                  <a:latin typeface="+mj-lt"/>
                  <a:ea typeface="Lato Regular"/>
                  <a:cs typeface="Lato Regular"/>
                  <a:sym typeface="Lato Regular"/>
                </a:rPr>
                <a:t/>
              </a:r>
            </a:p>
          </p:txBody>
        </p:sp>
        <p:sp>
          <p:nvSpPr>
            <p:cNvPr id="20" name="Component 20"/>
            <p:cNvSpPr/>
            <p:nvPr/>
          </p:nvSpPr>
          <p:spPr>
            <a:xfrm>
              <a:off x="-2578919" y="2781890"/>
              <a:ext cx="4295396" cy="5049311"/>
            </a:xfrm>
            <a:prstGeom prst="rect">
              <a:avLst/>
            </a:prstGeom>
            <a:noFill/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spcBef>
                  <a:spcPts val="1200"/>
                </a:spcBef>
                <a:defRPr sz="1800"/>
              </a:pPr>
              <a:r>
                <a:rPr sz="1133" spc="-36" dirty="0">
                  <a:solidFill>
                    <a:srgbClr val="E6F5E6"/>
                  </a:solidFill>
                  <a:latin typeface="+mj-lt"/>
                  <a:ea typeface="Lato Black"/>
                  <a:cs typeface="Lato Black"/>
                  <a:sym typeface="Lato Black"/>
                </a:rPr>
                <a:t>VP Sales</a:t>
              </a:r>
              <a:r>
                <a:rPr sz="1133" spc="-36" dirty="0">
                  <a:solidFill>
                    <a:srgbClr val="E6F5E6"/>
                  </a:solidFill>
                  <a:latin typeface="+mj-lt"/>
                  <a:ea typeface="Lato Light"/>
                  <a:cs typeface="Lato Light"/>
                  <a:sym typeface="Lato Light"/>
                </a:rPr>
                <a:t/>
              </a:r>
            </a:p>
            <a:p>
              <a:pPr>
                <a:spcBef>
                  <a:spcPts val="1200"/>
                </a:spcBef>
                <a:defRPr sz="1800"/>
              </a:pPr>
              <a:r>
                <a:rPr sz="1133" spc="-36" dirty="0">
                  <a:solidFill>
                    <a:srgbClr val="E6F5E6"/>
                  </a:solidFill>
                  <a:latin typeface="+mj-lt"/>
                  <a:ea typeface="Lato Black"/>
                  <a:cs typeface="Lato Black"/>
                  <a:sym typeface="Lato Black"/>
                </a:rPr>
                <a:t/>
              </a:r>
              <a:r>
                <a:rPr sz="1133" spc="-36" dirty="0">
                  <a:solidFill>
                    <a:srgbClr val="E6F5E6"/>
                  </a:solidFill>
                  <a:latin typeface="+mj-lt"/>
                  <a:ea typeface="Lato Light"/>
                  <a:cs typeface="Lato Light"/>
                  <a:sym typeface="Lato Light"/>
                </a:rPr>
                <a:t/>
              </a:r>
            </a:p>
            <a:p>
              <a:pPr>
                <a:spcBef>
                  <a:spcPts val="1200"/>
                </a:spcBef>
                <a:defRPr sz="1800"/>
              </a:pPr>
              <a:r>
                <a:rPr sz="1133" spc="-36" dirty="0">
                  <a:solidFill>
                    <a:srgbClr val="E6F5E6"/>
                  </a:solidFill>
                  <a:latin typeface="+mj-lt"/>
                  <a:ea typeface="Lato Black"/>
                  <a:cs typeface="Lato Black"/>
                  <a:sym typeface="Lato Black"/>
                </a:rPr>
                <a:t/>
              </a:r>
              <a:r>
                <a:rPr sz="1133" spc="-36" dirty="0">
                  <a:solidFill>
                    <a:srgbClr val="E6F5E6"/>
                  </a:solidFill>
                  <a:latin typeface="+mj-lt"/>
                  <a:ea typeface="Lato Light"/>
                  <a:cs typeface="Lato Light"/>
                  <a:sym typeface="Lato Light"/>
                </a:rPr>
                <a:t/>
              </a:r>
            </a:p>
            <a:p>
              <a:pPr>
                <a:spcBef>
                  <a:spcPts val="1200"/>
                </a:spcBef>
                <a:defRPr sz="1800"/>
              </a:pPr>
              <a:r>
                <a:rPr sz="1133" spc="-36" dirty="0">
                  <a:solidFill>
                    <a:srgbClr val="E6F5E6"/>
                  </a:solidFill>
                  <a:latin typeface="+mj-lt"/>
                  <a:ea typeface="Lato Black"/>
                  <a:cs typeface="Lato Black"/>
                  <a:sym typeface="Lato Black"/>
                </a:rPr>
                <a:t/>
              </a:r>
              <a:r>
                <a:rPr sz="1133" spc="-36" dirty="0">
                  <a:solidFill>
                    <a:srgbClr val="E6F5E6"/>
                  </a:solidFill>
                  <a:latin typeface="+mj-lt"/>
                  <a:ea typeface="Lato Light"/>
                  <a:cs typeface="Lato Light"/>
                  <a:sym typeface="Lato Light"/>
                </a:rPr>
                <a:t/>
              </a:r>
            </a:p>
            <a:p>
              <a:pPr>
                <a:spcBef>
                  <a:spcPts val="1200"/>
                </a:spcBef>
                <a:defRPr sz="1800"/>
              </a:pPr>
              <a:r>
                <a:rPr sz="1133" spc="-36" dirty="0">
                  <a:solidFill>
                    <a:srgbClr val="E6F5E6"/>
                  </a:solidFill>
                  <a:latin typeface="+mj-lt"/>
                  <a:ea typeface="Lato Black"/>
                  <a:cs typeface="Lato Black"/>
                  <a:sym typeface="Lato Black"/>
                </a:rPr>
                <a:t/>
              </a:r>
              <a:r>
                <a:rPr sz="1133" spc="-36" dirty="0">
                  <a:solidFill>
                    <a:srgbClr val="E6F5E6"/>
                  </a:solidFill>
                  <a:latin typeface="+mj-lt"/>
                  <a:ea typeface="Lato Light"/>
                  <a:cs typeface="Lato Light"/>
                  <a:sym typeface="Lato Light"/>
                </a:rPr>
                <a:t/>
              </a:r>
            </a:p>
            <a:p>
              <a:pPr>
                <a:spcBef>
                  <a:spcPts val="1200"/>
                </a:spcBef>
                <a:defRPr sz="1800"/>
              </a:pPr>
              <a:r>
                <a:rPr sz="1133" spc="-36" dirty="0">
                  <a:solidFill>
                    <a:srgbClr val="E6F5E6"/>
                  </a:solidFill>
                  <a:latin typeface="+mj-lt"/>
                  <a:ea typeface="Lato Black"/>
                  <a:cs typeface="Lato Black"/>
                  <a:sym typeface="Lato Black"/>
                </a:rPr>
                <a:t/>
              </a:r>
              <a:r>
                <a:rPr sz="1133" spc="-36" dirty="0">
                  <a:solidFill>
                    <a:srgbClr val="E6F5E6"/>
                  </a:solidFill>
                  <a:latin typeface="+mj-lt"/>
                  <a:ea typeface="Lato Light"/>
                  <a:cs typeface="Lato Light"/>
                  <a:sym typeface="Lato Light"/>
                </a:rPr>
                <a:t/>
              </a:r>
            </a:p>
            <a:p>
              <a:pPr>
                <a:spcBef>
                  <a:spcPts val="1200"/>
                </a:spcBef>
                <a:defRPr sz="1800"/>
              </a:pPr>
              <a:r>
                <a:rPr sz="1133" spc="-36" dirty="0">
                  <a:solidFill>
                    <a:srgbClr val="E6F5E6"/>
                  </a:solidFill>
                  <a:latin typeface="+mj-lt"/>
                  <a:ea typeface="Lato Black"/>
                  <a:cs typeface="Lato Black"/>
                  <a:sym typeface="Lato Black"/>
                </a:rPr>
                <a:t/>
              </a:r>
              <a:r>
                <a:rPr sz="1133" spc="-36" dirty="0">
                  <a:solidFill>
                    <a:srgbClr val="E6F5E6"/>
                  </a:solidFill>
                  <a:latin typeface="+mj-lt"/>
                  <a:ea typeface="Lato Light"/>
                  <a:cs typeface="Lato Light"/>
                  <a:sym typeface="Lato Light"/>
                </a:rPr>
                <a:t/>
              </a:r>
            </a:p>
          </p:txBody>
        </p:sp>
        <p:sp>
          <p:nvSpPr>
            <p:cNvPr id="21" name="Component 21"/>
            <p:cNvSpPr/>
            <p:nvPr/>
          </p:nvSpPr>
          <p:spPr>
            <a:xfrm>
              <a:off x="-3302542" y="-1159849"/>
              <a:ext cx="5742602" cy="117630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73" y="0"/>
                  </a:moveTo>
                  <a:cubicBezTo>
                    <a:pt x="256" y="0"/>
                    <a:pt x="0" y="1824"/>
                    <a:pt x="0" y="4083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4083"/>
                  </a:lnTo>
                  <a:cubicBezTo>
                    <a:pt x="21600" y="1824"/>
                    <a:pt x="21344" y="0"/>
                    <a:pt x="21027" y="0"/>
                  </a:cubicBezTo>
                  <a:lnTo>
                    <a:pt x="573" y="0"/>
                  </a:lnTo>
                  <a:close/>
                </a:path>
              </a:pathLst>
            </a:custGeom>
            <a:solidFill>
              <a:srgbClr val="E6F5E6"/>
            </a:solidFill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</a:defRPr>
              </a:pPr>
              <a:endParaRPr sz="2014">
                <a:latin typeface="+mj-lt"/>
              </a:endParaRPr>
            </a:p>
          </p:txBody>
        </p:sp>
        <p:sp>
          <p:nvSpPr>
            <p:cNvPr id="22" name="Component 22"/>
            <p:cNvSpPr/>
            <p:nvPr/>
          </p:nvSpPr>
          <p:spPr>
            <a:xfrm>
              <a:off x="-2578919" y="-745243"/>
              <a:ext cx="4295396" cy="558672"/>
            </a:xfrm>
            <a:prstGeom prst="rect">
              <a:avLst/>
            </a:prstGeom>
            <a:noFill/>
            <a:ln w="1599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>
              <a:lvl1pPr>
                <a:spcBef>
                  <a:spcPts val="2400"/>
                </a:spcBef>
                <a:defRPr sz="1800" spc="-72">
                  <a:solidFill>
                    <a:srgbClr val="FFFFFF"/>
                  </a:solidFill>
                  <a:latin typeface="Lato Black"/>
                  <a:ea typeface="Lato Black"/>
                  <a:cs typeface="Lato Black"/>
                  <a:sym typeface="Lato Black"/>
                </a:defRPr>
              </a:lvl1pPr>
            </a:lstStyle>
            <a:p>
              <a:pPr lvl="0">
                <a:defRPr spc="0">
                  <a:solidFill>
                    <a:srgbClr val="1A3A1A"/>
                  </a:solidFill>
                </a:defRPr>
              </a:pPr>
              <a:r>
                <a:rPr sz="1133" spc="-36">
                  <a:latin typeface="+mj-lt"/>
                </a:rPr>
                <a:t>VP Eng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