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A00"/>
                </a:solidFill>
              </a:defRPr>
            </a:pPr>
            <a:r>
              <a:t>组织架构 (hierarchy) — Green Brand</a:t>
            </a:r>
          </a:p>
        </p:txBody>
      </p:sp>
      <p:grpSp>
        <p:nvGrpSpPr>
          <p:cNvPr id="3" name="Component 3">
            <a:extLst>
              <a:ext uri="{FF2B5EF4-FFF2-40B4-BE49-F238E27FC236}">
                <a16:creationId xmlns:a16="http://schemas.microsoft.com/office/drawing/2014/main" id="{7F0E41AE-7DF3-4E06-A43D-4CEC02CB87E1}"/>
              </a:ext>
            </a:extLst>
          </p:cNvPr>
          <p:cNvGrpSpPr/>
          <p:nvPr/>
        </p:nvGrpSpPr>
        <p:grpSpPr>
          <a:xfrm>
            <a:off x="4687417" y="1188720"/>
            <a:ext cx="2786684" cy="5029200"/>
            <a:chOff x="1773224" y="1188720"/>
            <a:chExt cx="2786684" cy="5029200"/>
          </a:xfrm>
        </p:grpSpPr>
        <p:sp>
          <p:nvSpPr>
            <p:cNvPr id="4" name="Component 4">
              <a:extLst>
                <a:ext uri="{FF2B5EF4-FFF2-40B4-BE49-F238E27FC236}">
                  <a16:creationId xmlns:a16="http://schemas.microsoft.com/office/drawing/2014/main" id="{C8BBA05B-3CCD-4AD3-B251-4BCB9CB78BCC}"/>
                </a:ext>
              </a:extLst>
            </p:cNvPr>
            <p:cNvSpPr txBox="1"/>
            <p:nvPr/>
          </p:nvSpPr>
          <p:spPr>
            <a:xfrm>
              <a:off x="1773224" y="2168129"/>
              <a:ext cx="2786684" cy="4049790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>
                    <a:gsLst>
                      <a:gs pos="0">
                        <a:srgbClr val="00AA00">
                          <a:lumMod val="20000"/>
                          <a:lumOff val="8000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</a:gradFill>
                </a:rPr>
                <a:t>CEO</a:t>
              </a:r>
            </a:p>
          </p:txBody>
        </p:sp>
        <p:sp>
          <p:nvSpPr>
            <p:cNvPr id="5" name="Component 5">
              <a:extLst>
                <a:ext uri="{FF2B5EF4-FFF2-40B4-BE49-F238E27FC236}">
                  <a16:creationId xmlns:a16="http://schemas.microsoft.com/office/drawing/2014/main" id="{E56FDF49-D060-4B60-9F77-3FF285192618}"/>
                </a:ext>
              </a:extLst>
            </p:cNvPr>
            <p:cNvSpPr txBox="1"/>
            <p:nvPr/>
          </p:nvSpPr>
          <p:spPr>
            <a:xfrm>
              <a:off x="1773224" y="215843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0297"/>
                          <a:lumOff val="7970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" name="Component 6">
              <a:extLst>
                <a:ext uri="{FF2B5EF4-FFF2-40B4-BE49-F238E27FC236}">
                  <a16:creationId xmlns:a16="http://schemas.microsoft.com/office/drawing/2014/main" id="{2FBCC2F6-76CA-4539-9701-D733ACB8734E}"/>
                </a:ext>
              </a:extLst>
            </p:cNvPr>
            <p:cNvSpPr txBox="1"/>
            <p:nvPr/>
          </p:nvSpPr>
          <p:spPr>
            <a:xfrm>
              <a:off x="1773224" y="214873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0594"/>
                          <a:lumOff val="7940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" name="Component 7">
              <a:extLst>
                <a:ext uri="{FF2B5EF4-FFF2-40B4-BE49-F238E27FC236}">
                  <a16:creationId xmlns:a16="http://schemas.microsoft.com/office/drawing/2014/main" id="{F55D5AAC-59D2-4BD4-A818-05F6854B68BF}"/>
                </a:ext>
              </a:extLst>
            </p:cNvPr>
            <p:cNvSpPr txBox="1"/>
            <p:nvPr/>
          </p:nvSpPr>
          <p:spPr>
            <a:xfrm>
              <a:off x="1773224" y="213903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0891"/>
                          <a:lumOff val="7910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" name="Component 8">
              <a:extLst>
                <a:ext uri="{FF2B5EF4-FFF2-40B4-BE49-F238E27FC236}">
                  <a16:creationId xmlns:a16="http://schemas.microsoft.com/office/drawing/2014/main" id="{47B20596-0B71-4F58-B4F1-58B7FD30ED1E}"/>
                </a:ext>
              </a:extLst>
            </p:cNvPr>
            <p:cNvSpPr txBox="1"/>
            <p:nvPr/>
          </p:nvSpPr>
          <p:spPr>
            <a:xfrm>
              <a:off x="1773224" y="212933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1188"/>
                          <a:lumOff val="7881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" name="Component 9">
              <a:extLst>
                <a:ext uri="{FF2B5EF4-FFF2-40B4-BE49-F238E27FC236}">
                  <a16:creationId xmlns:a16="http://schemas.microsoft.com/office/drawing/2014/main" id="{1255BF07-0380-443F-B4F7-B58486545EA0}"/>
                </a:ext>
              </a:extLst>
            </p:cNvPr>
            <p:cNvSpPr txBox="1"/>
            <p:nvPr/>
          </p:nvSpPr>
          <p:spPr>
            <a:xfrm>
              <a:off x="1773224" y="211964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1485"/>
                          <a:lumOff val="7851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" name="Component 10">
              <a:extLst>
                <a:ext uri="{FF2B5EF4-FFF2-40B4-BE49-F238E27FC236}">
                  <a16:creationId xmlns:a16="http://schemas.microsoft.com/office/drawing/2014/main" id="{88CA9E54-82BC-4B30-BCD9-217F6B4EDC8D}"/>
                </a:ext>
              </a:extLst>
            </p:cNvPr>
            <p:cNvSpPr txBox="1"/>
            <p:nvPr/>
          </p:nvSpPr>
          <p:spPr>
            <a:xfrm>
              <a:off x="1773224" y="210994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1782"/>
                          <a:lumOff val="7821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1" name="Component 11">
              <a:extLst>
                <a:ext uri="{FF2B5EF4-FFF2-40B4-BE49-F238E27FC236}">
                  <a16:creationId xmlns:a16="http://schemas.microsoft.com/office/drawing/2014/main" id="{B4F046EF-5EF2-423A-8061-BC44B5533EF2}"/>
                </a:ext>
              </a:extLst>
            </p:cNvPr>
            <p:cNvSpPr txBox="1"/>
            <p:nvPr/>
          </p:nvSpPr>
          <p:spPr>
            <a:xfrm>
              <a:off x="1773224" y="210024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2079"/>
                          <a:lumOff val="7792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2" name="Component 12">
              <a:extLst>
                <a:ext uri="{FF2B5EF4-FFF2-40B4-BE49-F238E27FC236}">
                  <a16:creationId xmlns:a16="http://schemas.microsoft.com/office/drawing/2014/main" id="{598CDBB5-6E57-4AF1-A760-480602B6F9FF}"/>
                </a:ext>
              </a:extLst>
            </p:cNvPr>
            <p:cNvSpPr txBox="1"/>
            <p:nvPr/>
          </p:nvSpPr>
          <p:spPr>
            <a:xfrm>
              <a:off x="1773224" y="209055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2376"/>
                          <a:lumOff val="7762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3" name="Component 13">
              <a:extLst>
                <a:ext uri="{FF2B5EF4-FFF2-40B4-BE49-F238E27FC236}">
                  <a16:creationId xmlns:a16="http://schemas.microsoft.com/office/drawing/2014/main" id="{2E8D5AE5-BB8D-4BD7-9AEC-16EDA7B56F06}"/>
                </a:ext>
              </a:extLst>
            </p:cNvPr>
            <p:cNvSpPr txBox="1"/>
            <p:nvPr/>
          </p:nvSpPr>
          <p:spPr>
            <a:xfrm>
              <a:off x="1773224" y="208085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2673"/>
                          <a:lumOff val="7732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4" name="Component 14">
              <a:extLst>
                <a:ext uri="{FF2B5EF4-FFF2-40B4-BE49-F238E27FC236}">
                  <a16:creationId xmlns:a16="http://schemas.microsoft.com/office/drawing/2014/main" id="{458B4E88-D3C9-4925-B994-080F9CAE465B}"/>
                </a:ext>
              </a:extLst>
            </p:cNvPr>
            <p:cNvSpPr txBox="1"/>
            <p:nvPr/>
          </p:nvSpPr>
          <p:spPr>
            <a:xfrm>
              <a:off x="1773224" y="207115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2970"/>
                          <a:lumOff val="7703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5" name="Component 15">
              <a:extLst>
                <a:ext uri="{FF2B5EF4-FFF2-40B4-BE49-F238E27FC236}">
                  <a16:creationId xmlns:a16="http://schemas.microsoft.com/office/drawing/2014/main" id="{FAFE13D4-E1BC-4BBE-A39A-99BA96BD0E35}"/>
                </a:ext>
              </a:extLst>
            </p:cNvPr>
            <p:cNvSpPr txBox="1"/>
            <p:nvPr/>
          </p:nvSpPr>
          <p:spPr>
            <a:xfrm>
              <a:off x="1773224" y="206146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3267"/>
                          <a:lumOff val="7673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6" name="Component 16">
              <a:extLst>
                <a:ext uri="{FF2B5EF4-FFF2-40B4-BE49-F238E27FC236}">
                  <a16:creationId xmlns:a16="http://schemas.microsoft.com/office/drawing/2014/main" id="{2BE14408-72E9-42E3-9EA6-7CF1C80E6D39}"/>
                </a:ext>
              </a:extLst>
            </p:cNvPr>
            <p:cNvSpPr txBox="1"/>
            <p:nvPr/>
          </p:nvSpPr>
          <p:spPr>
            <a:xfrm>
              <a:off x="1773224" y="205176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3564"/>
                          <a:lumOff val="7643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7" name="Component 17">
              <a:extLst>
                <a:ext uri="{FF2B5EF4-FFF2-40B4-BE49-F238E27FC236}">
                  <a16:creationId xmlns:a16="http://schemas.microsoft.com/office/drawing/2014/main" id="{DA925527-09EE-4B41-B029-876B20F6BC8E}"/>
                </a:ext>
              </a:extLst>
            </p:cNvPr>
            <p:cNvSpPr txBox="1"/>
            <p:nvPr/>
          </p:nvSpPr>
          <p:spPr>
            <a:xfrm>
              <a:off x="1773224" y="204206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3861"/>
                          <a:lumOff val="7613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8" name="Component 18">
              <a:extLst>
                <a:ext uri="{FF2B5EF4-FFF2-40B4-BE49-F238E27FC236}">
                  <a16:creationId xmlns:a16="http://schemas.microsoft.com/office/drawing/2014/main" id="{8672B23D-20D7-45E7-91F4-CE1E3CA0325A}"/>
                </a:ext>
              </a:extLst>
            </p:cNvPr>
            <p:cNvSpPr txBox="1"/>
            <p:nvPr/>
          </p:nvSpPr>
          <p:spPr>
            <a:xfrm>
              <a:off x="1773224" y="203236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4158"/>
                          <a:lumOff val="7584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9" name="Component 19">
              <a:extLst>
                <a:ext uri="{FF2B5EF4-FFF2-40B4-BE49-F238E27FC236}">
                  <a16:creationId xmlns:a16="http://schemas.microsoft.com/office/drawing/2014/main" id="{1CEFC132-0C9B-45F0-AEFD-8A81C1C0B594}"/>
                </a:ext>
              </a:extLst>
            </p:cNvPr>
            <p:cNvSpPr txBox="1"/>
            <p:nvPr/>
          </p:nvSpPr>
          <p:spPr>
            <a:xfrm>
              <a:off x="1773224" y="202267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4455"/>
                          <a:lumOff val="7554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0" name="Component 20">
              <a:extLst>
                <a:ext uri="{FF2B5EF4-FFF2-40B4-BE49-F238E27FC236}">
                  <a16:creationId xmlns:a16="http://schemas.microsoft.com/office/drawing/2014/main" id="{CC0B3F1F-AAF3-4644-B593-7A3E496266CC}"/>
                </a:ext>
              </a:extLst>
            </p:cNvPr>
            <p:cNvSpPr txBox="1"/>
            <p:nvPr/>
          </p:nvSpPr>
          <p:spPr>
            <a:xfrm>
              <a:off x="1773224" y="201297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4752"/>
                          <a:lumOff val="7524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1" name="Component 21">
              <a:extLst>
                <a:ext uri="{FF2B5EF4-FFF2-40B4-BE49-F238E27FC236}">
                  <a16:creationId xmlns:a16="http://schemas.microsoft.com/office/drawing/2014/main" id="{940DFA09-BEF5-4683-909A-947CB65616B0}"/>
                </a:ext>
              </a:extLst>
            </p:cNvPr>
            <p:cNvSpPr txBox="1"/>
            <p:nvPr/>
          </p:nvSpPr>
          <p:spPr>
            <a:xfrm>
              <a:off x="1773224" y="200327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5050"/>
                          <a:lumOff val="7495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2" name="Component 22">
              <a:extLst>
                <a:ext uri="{FF2B5EF4-FFF2-40B4-BE49-F238E27FC236}">
                  <a16:creationId xmlns:a16="http://schemas.microsoft.com/office/drawing/2014/main" id="{D383ACB3-A7C9-4B65-A229-F6588B33BBF9}"/>
                </a:ext>
              </a:extLst>
            </p:cNvPr>
            <p:cNvSpPr txBox="1"/>
            <p:nvPr/>
          </p:nvSpPr>
          <p:spPr>
            <a:xfrm>
              <a:off x="1773224" y="199358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5347"/>
                          <a:lumOff val="7465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3" name="Component 23">
              <a:extLst>
                <a:ext uri="{FF2B5EF4-FFF2-40B4-BE49-F238E27FC236}">
                  <a16:creationId xmlns:a16="http://schemas.microsoft.com/office/drawing/2014/main" id="{C9707471-09E8-4A0E-A06A-1B66F284FA7F}"/>
                </a:ext>
              </a:extLst>
            </p:cNvPr>
            <p:cNvSpPr txBox="1"/>
            <p:nvPr/>
          </p:nvSpPr>
          <p:spPr>
            <a:xfrm>
              <a:off x="1773224" y="198388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5644"/>
                          <a:lumOff val="7435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4" name="Component 24">
              <a:extLst>
                <a:ext uri="{FF2B5EF4-FFF2-40B4-BE49-F238E27FC236}">
                  <a16:creationId xmlns:a16="http://schemas.microsoft.com/office/drawing/2014/main" id="{A2F76381-8E68-4DE9-B97A-9F56C1A147CE}"/>
                </a:ext>
              </a:extLst>
            </p:cNvPr>
            <p:cNvSpPr txBox="1"/>
            <p:nvPr/>
          </p:nvSpPr>
          <p:spPr>
            <a:xfrm>
              <a:off x="1773224" y="197418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5941"/>
                          <a:lumOff val="7405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CTO</a:t>
              </a:r>
            </a:p>
          </p:txBody>
        </p:sp>
        <p:sp>
          <p:nvSpPr>
            <p:cNvPr id="25" name="Component 25">
              <a:extLst>
                <a:ext uri="{FF2B5EF4-FFF2-40B4-BE49-F238E27FC236}">
                  <a16:creationId xmlns:a16="http://schemas.microsoft.com/office/drawing/2014/main" id="{6B42E065-C740-46DC-99C0-E126086DA438}"/>
                </a:ext>
              </a:extLst>
            </p:cNvPr>
            <p:cNvSpPr txBox="1"/>
            <p:nvPr/>
          </p:nvSpPr>
          <p:spPr>
            <a:xfrm>
              <a:off x="1773224" y="196449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6238"/>
                          <a:lumOff val="7376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6" name="Component 26">
              <a:extLst>
                <a:ext uri="{FF2B5EF4-FFF2-40B4-BE49-F238E27FC236}">
                  <a16:creationId xmlns:a16="http://schemas.microsoft.com/office/drawing/2014/main" id="{910E3D37-18D3-46C4-8911-0CA40BED6133}"/>
                </a:ext>
              </a:extLst>
            </p:cNvPr>
            <p:cNvSpPr txBox="1"/>
            <p:nvPr/>
          </p:nvSpPr>
          <p:spPr>
            <a:xfrm>
              <a:off x="1773224" y="195479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6535"/>
                          <a:lumOff val="7346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7" name="Component 27">
              <a:extLst>
                <a:ext uri="{FF2B5EF4-FFF2-40B4-BE49-F238E27FC236}">
                  <a16:creationId xmlns:a16="http://schemas.microsoft.com/office/drawing/2014/main" id="{045CBA46-6E1F-48F1-B6DA-E83F35DE99A3}"/>
                </a:ext>
              </a:extLst>
            </p:cNvPr>
            <p:cNvSpPr txBox="1"/>
            <p:nvPr/>
          </p:nvSpPr>
          <p:spPr>
            <a:xfrm>
              <a:off x="1773224" y="194509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6832"/>
                          <a:lumOff val="7316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8" name="Component 28">
              <a:extLst>
                <a:ext uri="{FF2B5EF4-FFF2-40B4-BE49-F238E27FC236}">
                  <a16:creationId xmlns:a16="http://schemas.microsoft.com/office/drawing/2014/main" id="{414B0D44-07C7-4F19-9A4B-993F546FCDD6}"/>
                </a:ext>
              </a:extLst>
            </p:cNvPr>
            <p:cNvSpPr txBox="1"/>
            <p:nvPr/>
          </p:nvSpPr>
          <p:spPr>
            <a:xfrm>
              <a:off x="1773224" y="193539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7129"/>
                          <a:lumOff val="7287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29" name="Component 29">
              <a:extLst>
                <a:ext uri="{FF2B5EF4-FFF2-40B4-BE49-F238E27FC236}">
                  <a16:creationId xmlns:a16="http://schemas.microsoft.com/office/drawing/2014/main" id="{AEF1570F-3204-452C-BAC6-4905A49C1FFB}"/>
                </a:ext>
              </a:extLst>
            </p:cNvPr>
            <p:cNvSpPr txBox="1"/>
            <p:nvPr/>
          </p:nvSpPr>
          <p:spPr>
            <a:xfrm>
              <a:off x="1773224" y="192570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7426"/>
                          <a:lumOff val="7257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0" name="Component 30">
              <a:extLst>
                <a:ext uri="{FF2B5EF4-FFF2-40B4-BE49-F238E27FC236}">
                  <a16:creationId xmlns:a16="http://schemas.microsoft.com/office/drawing/2014/main" id="{C6624C01-3AE4-4DDB-B14D-CE43E321633E}"/>
                </a:ext>
              </a:extLst>
            </p:cNvPr>
            <p:cNvSpPr txBox="1"/>
            <p:nvPr/>
          </p:nvSpPr>
          <p:spPr>
            <a:xfrm>
              <a:off x="1773224" y="191600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7723"/>
                          <a:lumOff val="7227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1" name="Component 31">
              <a:extLst>
                <a:ext uri="{FF2B5EF4-FFF2-40B4-BE49-F238E27FC236}">
                  <a16:creationId xmlns:a16="http://schemas.microsoft.com/office/drawing/2014/main" id="{92BD86FD-7765-4CFB-AECE-14DAD1CA8D1A}"/>
                </a:ext>
              </a:extLst>
            </p:cNvPr>
            <p:cNvSpPr txBox="1"/>
            <p:nvPr/>
          </p:nvSpPr>
          <p:spPr>
            <a:xfrm>
              <a:off x="1773224" y="190630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8020"/>
                          <a:lumOff val="7198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2" name="Component 32">
              <a:extLst>
                <a:ext uri="{FF2B5EF4-FFF2-40B4-BE49-F238E27FC236}">
                  <a16:creationId xmlns:a16="http://schemas.microsoft.com/office/drawing/2014/main" id="{7BBE5260-2901-4B97-9C3F-5BE21F581F57}"/>
                </a:ext>
              </a:extLst>
            </p:cNvPr>
            <p:cNvSpPr txBox="1"/>
            <p:nvPr/>
          </p:nvSpPr>
          <p:spPr>
            <a:xfrm>
              <a:off x="1773224" y="189660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8317"/>
                          <a:lumOff val="7168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3" name="Component 33">
              <a:extLst>
                <a:ext uri="{FF2B5EF4-FFF2-40B4-BE49-F238E27FC236}">
                  <a16:creationId xmlns:a16="http://schemas.microsoft.com/office/drawing/2014/main" id="{2A961F6D-04B4-4D39-ABB9-B6564EC8DDBD}"/>
                </a:ext>
              </a:extLst>
            </p:cNvPr>
            <p:cNvSpPr txBox="1"/>
            <p:nvPr/>
          </p:nvSpPr>
          <p:spPr>
            <a:xfrm>
              <a:off x="1773224" y="188691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8614"/>
                          <a:lumOff val="7138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4" name="Component 34">
              <a:extLst>
                <a:ext uri="{FF2B5EF4-FFF2-40B4-BE49-F238E27FC236}">
                  <a16:creationId xmlns:a16="http://schemas.microsoft.com/office/drawing/2014/main" id="{6DB986F5-949C-485A-AA36-DC09ACCEA15A}"/>
                </a:ext>
              </a:extLst>
            </p:cNvPr>
            <p:cNvSpPr txBox="1"/>
            <p:nvPr/>
          </p:nvSpPr>
          <p:spPr>
            <a:xfrm>
              <a:off x="1773224" y="187721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8911"/>
                          <a:lumOff val="7108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5" name="Component 35">
              <a:extLst>
                <a:ext uri="{FF2B5EF4-FFF2-40B4-BE49-F238E27FC236}">
                  <a16:creationId xmlns:a16="http://schemas.microsoft.com/office/drawing/2014/main" id="{76838AC6-33BE-4831-9B7C-E92B9A6B59BF}"/>
                </a:ext>
              </a:extLst>
            </p:cNvPr>
            <p:cNvSpPr txBox="1"/>
            <p:nvPr/>
          </p:nvSpPr>
          <p:spPr>
            <a:xfrm>
              <a:off x="1773224" y="186751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9208"/>
                          <a:lumOff val="7079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6" name="Component 36">
              <a:extLst>
                <a:ext uri="{FF2B5EF4-FFF2-40B4-BE49-F238E27FC236}">
                  <a16:creationId xmlns:a16="http://schemas.microsoft.com/office/drawing/2014/main" id="{BFF98A96-8398-44DC-A72C-D2AFFE27B399}"/>
                </a:ext>
              </a:extLst>
            </p:cNvPr>
            <p:cNvSpPr txBox="1"/>
            <p:nvPr/>
          </p:nvSpPr>
          <p:spPr>
            <a:xfrm>
              <a:off x="1773224" y="185782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9505"/>
                          <a:lumOff val="7049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7" name="Component 37">
              <a:extLst>
                <a:ext uri="{FF2B5EF4-FFF2-40B4-BE49-F238E27FC236}">
                  <a16:creationId xmlns:a16="http://schemas.microsoft.com/office/drawing/2014/main" id="{EC7AB00D-8E7A-42AC-8B4E-D9C8B46334B0}"/>
                </a:ext>
              </a:extLst>
            </p:cNvPr>
            <p:cNvSpPr txBox="1"/>
            <p:nvPr/>
          </p:nvSpPr>
          <p:spPr>
            <a:xfrm>
              <a:off x="1773224" y="184812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29802"/>
                          <a:lumOff val="7019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8" name="Component 38">
              <a:extLst>
                <a:ext uri="{FF2B5EF4-FFF2-40B4-BE49-F238E27FC236}">
                  <a16:creationId xmlns:a16="http://schemas.microsoft.com/office/drawing/2014/main" id="{DE116666-3DF2-4100-BD1B-925F310B9DAF}"/>
                </a:ext>
              </a:extLst>
            </p:cNvPr>
            <p:cNvSpPr txBox="1"/>
            <p:nvPr/>
          </p:nvSpPr>
          <p:spPr>
            <a:xfrm>
              <a:off x="1773224" y="183842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0099"/>
                          <a:lumOff val="6990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39" name="Component 39">
              <a:extLst>
                <a:ext uri="{FF2B5EF4-FFF2-40B4-BE49-F238E27FC236}">
                  <a16:creationId xmlns:a16="http://schemas.microsoft.com/office/drawing/2014/main" id="{E818C665-85DA-4E00-97DC-6E2DE645718F}"/>
                </a:ext>
              </a:extLst>
            </p:cNvPr>
            <p:cNvSpPr txBox="1"/>
            <p:nvPr/>
          </p:nvSpPr>
          <p:spPr>
            <a:xfrm>
              <a:off x="1773224" y="182872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0396"/>
                          <a:lumOff val="6960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0" name="Component 40">
              <a:extLst>
                <a:ext uri="{FF2B5EF4-FFF2-40B4-BE49-F238E27FC236}">
                  <a16:creationId xmlns:a16="http://schemas.microsoft.com/office/drawing/2014/main" id="{46063CA9-37D0-4DD1-9E7A-4DD095FDA629}"/>
                </a:ext>
              </a:extLst>
            </p:cNvPr>
            <p:cNvSpPr txBox="1"/>
            <p:nvPr/>
          </p:nvSpPr>
          <p:spPr>
            <a:xfrm>
              <a:off x="1773224" y="181903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0693"/>
                          <a:lumOff val="6930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1" name="Component 41">
              <a:extLst>
                <a:ext uri="{FF2B5EF4-FFF2-40B4-BE49-F238E27FC236}">
                  <a16:creationId xmlns:a16="http://schemas.microsoft.com/office/drawing/2014/main" id="{29051D82-5E74-4A1F-8E1A-451237C0703A}"/>
                </a:ext>
              </a:extLst>
            </p:cNvPr>
            <p:cNvSpPr txBox="1"/>
            <p:nvPr/>
          </p:nvSpPr>
          <p:spPr>
            <a:xfrm>
              <a:off x="1773224" y="180933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0990"/>
                          <a:lumOff val="6901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2" name="Component 42">
              <a:extLst>
                <a:ext uri="{FF2B5EF4-FFF2-40B4-BE49-F238E27FC236}">
                  <a16:creationId xmlns:a16="http://schemas.microsoft.com/office/drawing/2014/main" id="{94E9961F-C15A-4AB3-AFE3-8ECA651E1644}"/>
                </a:ext>
              </a:extLst>
            </p:cNvPr>
            <p:cNvSpPr txBox="1"/>
            <p:nvPr/>
          </p:nvSpPr>
          <p:spPr>
            <a:xfrm>
              <a:off x="1773224" y="179963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1287"/>
                          <a:lumOff val="6871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3" name="Component 43">
              <a:extLst>
                <a:ext uri="{FF2B5EF4-FFF2-40B4-BE49-F238E27FC236}">
                  <a16:creationId xmlns:a16="http://schemas.microsoft.com/office/drawing/2014/main" id="{3877700A-12D1-42E9-8F37-EA4007AF0273}"/>
                </a:ext>
              </a:extLst>
            </p:cNvPr>
            <p:cNvSpPr txBox="1"/>
            <p:nvPr/>
          </p:nvSpPr>
          <p:spPr>
            <a:xfrm>
              <a:off x="1773224" y="178994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1584"/>
                          <a:lumOff val="6841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4" name="Component 44">
              <a:extLst>
                <a:ext uri="{FF2B5EF4-FFF2-40B4-BE49-F238E27FC236}">
                  <a16:creationId xmlns:a16="http://schemas.microsoft.com/office/drawing/2014/main" id="{7621B131-EF02-425A-8A77-9770401AEB44}"/>
                </a:ext>
              </a:extLst>
            </p:cNvPr>
            <p:cNvSpPr txBox="1"/>
            <p:nvPr/>
          </p:nvSpPr>
          <p:spPr>
            <a:xfrm>
              <a:off x="1773224" y="178024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1881"/>
                          <a:lumOff val="6811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CFO</a:t>
              </a:r>
            </a:p>
          </p:txBody>
        </p:sp>
        <p:sp>
          <p:nvSpPr>
            <p:cNvPr id="45" name="Component 45">
              <a:extLst>
                <a:ext uri="{FF2B5EF4-FFF2-40B4-BE49-F238E27FC236}">
                  <a16:creationId xmlns:a16="http://schemas.microsoft.com/office/drawing/2014/main" id="{AF69C32C-7625-46AC-980B-C92294AC25CB}"/>
                </a:ext>
              </a:extLst>
            </p:cNvPr>
            <p:cNvSpPr txBox="1"/>
            <p:nvPr/>
          </p:nvSpPr>
          <p:spPr>
            <a:xfrm>
              <a:off x="1773224" y="177054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2178"/>
                          <a:lumOff val="6782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6" name="Component 46">
              <a:extLst>
                <a:ext uri="{FF2B5EF4-FFF2-40B4-BE49-F238E27FC236}">
                  <a16:creationId xmlns:a16="http://schemas.microsoft.com/office/drawing/2014/main" id="{A7CF595B-161B-41EE-8896-3A622890F4AD}"/>
                </a:ext>
              </a:extLst>
            </p:cNvPr>
            <p:cNvSpPr txBox="1"/>
            <p:nvPr/>
          </p:nvSpPr>
          <p:spPr>
            <a:xfrm>
              <a:off x="1773224" y="176085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2475"/>
                          <a:lumOff val="6752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7" name="Component 47">
              <a:extLst>
                <a:ext uri="{FF2B5EF4-FFF2-40B4-BE49-F238E27FC236}">
                  <a16:creationId xmlns:a16="http://schemas.microsoft.com/office/drawing/2014/main" id="{8BECC859-28AA-4528-8609-CE3770E706A7}"/>
                </a:ext>
              </a:extLst>
            </p:cNvPr>
            <p:cNvSpPr txBox="1"/>
            <p:nvPr/>
          </p:nvSpPr>
          <p:spPr>
            <a:xfrm>
              <a:off x="1773224" y="175115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2772"/>
                          <a:lumOff val="6722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8" name="Component 48">
              <a:extLst>
                <a:ext uri="{FF2B5EF4-FFF2-40B4-BE49-F238E27FC236}">
                  <a16:creationId xmlns:a16="http://schemas.microsoft.com/office/drawing/2014/main" id="{8494F1FB-123D-4051-9F0F-E62303F7CEBD}"/>
                </a:ext>
              </a:extLst>
            </p:cNvPr>
            <p:cNvSpPr txBox="1"/>
            <p:nvPr/>
          </p:nvSpPr>
          <p:spPr>
            <a:xfrm>
              <a:off x="1773224" y="174145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3069"/>
                          <a:lumOff val="6693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49" name="Component 49">
              <a:extLst>
                <a:ext uri="{FF2B5EF4-FFF2-40B4-BE49-F238E27FC236}">
                  <a16:creationId xmlns:a16="http://schemas.microsoft.com/office/drawing/2014/main" id="{E0E7DBF9-AA8E-4D51-B4CD-14B21067AF09}"/>
                </a:ext>
              </a:extLst>
            </p:cNvPr>
            <p:cNvSpPr txBox="1"/>
            <p:nvPr/>
          </p:nvSpPr>
          <p:spPr>
            <a:xfrm>
              <a:off x="1773224" y="173175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3366"/>
                          <a:lumOff val="6663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0" name="Component 50">
              <a:extLst>
                <a:ext uri="{FF2B5EF4-FFF2-40B4-BE49-F238E27FC236}">
                  <a16:creationId xmlns:a16="http://schemas.microsoft.com/office/drawing/2014/main" id="{583B9301-B6B9-4AAB-A601-6B085772501A}"/>
                </a:ext>
              </a:extLst>
            </p:cNvPr>
            <p:cNvSpPr txBox="1"/>
            <p:nvPr/>
          </p:nvSpPr>
          <p:spPr>
            <a:xfrm>
              <a:off x="1773224" y="172206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3663"/>
                          <a:lumOff val="6633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1" name="Component 51">
              <a:extLst>
                <a:ext uri="{FF2B5EF4-FFF2-40B4-BE49-F238E27FC236}">
                  <a16:creationId xmlns:a16="http://schemas.microsoft.com/office/drawing/2014/main" id="{06775919-2F1E-472B-95D9-9E51BB84000C}"/>
                </a:ext>
              </a:extLst>
            </p:cNvPr>
            <p:cNvSpPr txBox="1"/>
            <p:nvPr/>
          </p:nvSpPr>
          <p:spPr>
            <a:xfrm>
              <a:off x="1773224" y="171236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3960"/>
                          <a:lumOff val="6604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2" name="Component 52">
              <a:extLst>
                <a:ext uri="{FF2B5EF4-FFF2-40B4-BE49-F238E27FC236}">
                  <a16:creationId xmlns:a16="http://schemas.microsoft.com/office/drawing/2014/main" id="{13711520-901E-43E3-80F9-C799DE95673D}"/>
                </a:ext>
              </a:extLst>
            </p:cNvPr>
            <p:cNvSpPr txBox="1"/>
            <p:nvPr/>
          </p:nvSpPr>
          <p:spPr>
            <a:xfrm>
              <a:off x="1773224" y="170266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4257"/>
                          <a:lumOff val="6574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3" name="Component 53">
              <a:extLst>
                <a:ext uri="{FF2B5EF4-FFF2-40B4-BE49-F238E27FC236}">
                  <a16:creationId xmlns:a16="http://schemas.microsoft.com/office/drawing/2014/main" id="{10208916-F7F3-4CBD-9000-046CB03E05CF}"/>
                </a:ext>
              </a:extLst>
            </p:cNvPr>
            <p:cNvSpPr txBox="1"/>
            <p:nvPr/>
          </p:nvSpPr>
          <p:spPr>
            <a:xfrm>
              <a:off x="1773224" y="169297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4554"/>
                          <a:lumOff val="6544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4" name="Component 54">
              <a:extLst>
                <a:ext uri="{FF2B5EF4-FFF2-40B4-BE49-F238E27FC236}">
                  <a16:creationId xmlns:a16="http://schemas.microsoft.com/office/drawing/2014/main" id="{B7556ED9-762C-4CB1-B1B8-0E661103BE24}"/>
                </a:ext>
              </a:extLst>
            </p:cNvPr>
            <p:cNvSpPr txBox="1"/>
            <p:nvPr/>
          </p:nvSpPr>
          <p:spPr>
            <a:xfrm>
              <a:off x="1773224" y="168327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4851"/>
                          <a:lumOff val="6514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5" name="Component 55">
              <a:extLst>
                <a:ext uri="{FF2B5EF4-FFF2-40B4-BE49-F238E27FC236}">
                  <a16:creationId xmlns:a16="http://schemas.microsoft.com/office/drawing/2014/main" id="{4EEA453C-4469-46A3-9A6B-FF0476772BA3}"/>
                </a:ext>
              </a:extLst>
            </p:cNvPr>
            <p:cNvSpPr txBox="1"/>
            <p:nvPr/>
          </p:nvSpPr>
          <p:spPr>
            <a:xfrm>
              <a:off x="1773224" y="167357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5149"/>
                          <a:lumOff val="6485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6" name="Component 56">
              <a:extLst>
                <a:ext uri="{FF2B5EF4-FFF2-40B4-BE49-F238E27FC236}">
                  <a16:creationId xmlns:a16="http://schemas.microsoft.com/office/drawing/2014/main" id="{6F802EE6-60B2-4F33-A3D9-294F50F7FEC1}"/>
                </a:ext>
              </a:extLst>
            </p:cNvPr>
            <p:cNvSpPr txBox="1"/>
            <p:nvPr/>
          </p:nvSpPr>
          <p:spPr>
            <a:xfrm>
              <a:off x="1773224" y="166387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5446"/>
                          <a:lumOff val="6455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7" name="Component 57">
              <a:extLst>
                <a:ext uri="{FF2B5EF4-FFF2-40B4-BE49-F238E27FC236}">
                  <a16:creationId xmlns:a16="http://schemas.microsoft.com/office/drawing/2014/main" id="{C5B6E354-86A5-4F30-841F-127D772E0F4A}"/>
                </a:ext>
              </a:extLst>
            </p:cNvPr>
            <p:cNvSpPr txBox="1"/>
            <p:nvPr/>
          </p:nvSpPr>
          <p:spPr>
            <a:xfrm>
              <a:off x="1773224" y="165418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5743"/>
                          <a:lumOff val="6425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8" name="Component 58">
              <a:extLst>
                <a:ext uri="{FF2B5EF4-FFF2-40B4-BE49-F238E27FC236}">
                  <a16:creationId xmlns:a16="http://schemas.microsoft.com/office/drawing/2014/main" id="{1FCB1995-A5AD-43F8-B254-ADDB72A74A76}"/>
                </a:ext>
              </a:extLst>
            </p:cNvPr>
            <p:cNvSpPr txBox="1"/>
            <p:nvPr/>
          </p:nvSpPr>
          <p:spPr>
            <a:xfrm>
              <a:off x="1773224" y="164448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6040"/>
                          <a:lumOff val="6396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59" name="Component 59">
              <a:extLst>
                <a:ext uri="{FF2B5EF4-FFF2-40B4-BE49-F238E27FC236}">
                  <a16:creationId xmlns:a16="http://schemas.microsoft.com/office/drawing/2014/main" id="{AE117B54-ACB9-4875-88E2-92A891F9AB2F}"/>
                </a:ext>
              </a:extLst>
            </p:cNvPr>
            <p:cNvSpPr txBox="1"/>
            <p:nvPr/>
          </p:nvSpPr>
          <p:spPr>
            <a:xfrm>
              <a:off x="1773224" y="163478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6337"/>
                          <a:lumOff val="6366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0" name="Component 60">
              <a:extLst>
                <a:ext uri="{FF2B5EF4-FFF2-40B4-BE49-F238E27FC236}">
                  <a16:creationId xmlns:a16="http://schemas.microsoft.com/office/drawing/2014/main" id="{53B14737-8FF7-464C-9F61-BACC30DD5962}"/>
                </a:ext>
              </a:extLst>
            </p:cNvPr>
            <p:cNvSpPr txBox="1"/>
            <p:nvPr/>
          </p:nvSpPr>
          <p:spPr>
            <a:xfrm>
              <a:off x="1773224" y="162509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6634"/>
                          <a:lumOff val="6336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1" name="Component 61">
              <a:extLst>
                <a:ext uri="{FF2B5EF4-FFF2-40B4-BE49-F238E27FC236}">
                  <a16:creationId xmlns:a16="http://schemas.microsoft.com/office/drawing/2014/main" id="{D2D81650-3076-4AAD-AF72-D631D7648506}"/>
                </a:ext>
              </a:extLst>
            </p:cNvPr>
            <p:cNvSpPr txBox="1"/>
            <p:nvPr/>
          </p:nvSpPr>
          <p:spPr>
            <a:xfrm>
              <a:off x="1773224" y="161539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6931"/>
                          <a:lumOff val="6306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2" name="Component 62">
              <a:extLst>
                <a:ext uri="{FF2B5EF4-FFF2-40B4-BE49-F238E27FC236}">
                  <a16:creationId xmlns:a16="http://schemas.microsoft.com/office/drawing/2014/main" id="{49A0D76C-77F8-4155-A74A-E32FFD083705}"/>
                </a:ext>
              </a:extLst>
            </p:cNvPr>
            <p:cNvSpPr txBox="1"/>
            <p:nvPr/>
          </p:nvSpPr>
          <p:spPr>
            <a:xfrm>
              <a:off x="1773224" y="160569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7228"/>
                          <a:lumOff val="6277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3" name="Component 63">
              <a:extLst>
                <a:ext uri="{FF2B5EF4-FFF2-40B4-BE49-F238E27FC236}">
                  <a16:creationId xmlns:a16="http://schemas.microsoft.com/office/drawing/2014/main" id="{D633EC1A-F975-422C-B6C6-B783FA6E25B6}"/>
                </a:ext>
              </a:extLst>
            </p:cNvPr>
            <p:cNvSpPr txBox="1"/>
            <p:nvPr/>
          </p:nvSpPr>
          <p:spPr>
            <a:xfrm>
              <a:off x="1773224" y="159599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7525"/>
                          <a:lumOff val="6247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4" name="Component 64">
              <a:extLst>
                <a:ext uri="{FF2B5EF4-FFF2-40B4-BE49-F238E27FC236}">
                  <a16:creationId xmlns:a16="http://schemas.microsoft.com/office/drawing/2014/main" id="{A09E1BE1-EF23-40D8-9B79-602DD12A6C11}"/>
                </a:ext>
              </a:extLst>
            </p:cNvPr>
            <p:cNvSpPr txBox="1"/>
            <p:nvPr/>
          </p:nvSpPr>
          <p:spPr>
            <a:xfrm>
              <a:off x="1773224" y="158630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7822"/>
                          <a:lumOff val="6217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5" name="Component 65">
              <a:extLst>
                <a:ext uri="{FF2B5EF4-FFF2-40B4-BE49-F238E27FC236}">
                  <a16:creationId xmlns:a16="http://schemas.microsoft.com/office/drawing/2014/main" id="{21558399-D7CA-4240-BFA8-41BBEE35DFCE}"/>
                </a:ext>
              </a:extLst>
            </p:cNvPr>
            <p:cNvSpPr txBox="1"/>
            <p:nvPr/>
          </p:nvSpPr>
          <p:spPr>
            <a:xfrm>
              <a:off x="1773224" y="157660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8119"/>
                          <a:lumOff val="6188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VP Eng</a:t>
              </a:r>
            </a:p>
          </p:txBody>
        </p:sp>
        <p:sp>
          <p:nvSpPr>
            <p:cNvPr id="66" name="Component 66">
              <a:extLst>
                <a:ext uri="{FF2B5EF4-FFF2-40B4-BE49-F238E27FC236}">
                  <a16:creationId xmlns:a16="http://schemas.microsoft.com/office/drawing/2014/main" id="{9AA89703-F387-42CB-8FC8-68B5534C5117}"/>
                </a:ext>
              </a:extLst>
            </p:cNvPr>
            <p:cNvSpPr txBox="1"/>
            <p:nvPr/>
          </p:nvSpPr>
          <p:spPr>
            <a:xfrm>
              <a:off x="1773224" y="156690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8416"/>
                          <a:lumOff val="6158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7" name="Component 67">
              <a:extLst>
                <a:ext uri="{FF2B5EF4-FFF2-40B4-BE49-F238E27FC236}">
                  <a16:creationId xmlns:a16="http://schemas.microsoft.com/office/drawing/2014/main" id="{52BF28F0-52FC-4331-B104-95C335A53DB2}"/>
                </a:ext>
              </a:extLst>
            </p:cNvPr>
            <p:cNvSpPr txBox="1"/>
            <p:nvPr/>
          </p:nvSpPr>
          <p:spPr>
            <a:xfrm>
              <a:off x="1773224" y="155721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8713"/>
                          <a:lumOff val="6128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8" name="Component 68">
              <a:extLst>
                <a:ext uri="{FF2B5EF4-FFF2-40B4-BE49-F238E27FC236}">
                  <a16:creationId xmlns:a16="http://schemas.microsoft.com/office/drawing/2014/main" id="{72E3D105-A177-4784-9C04-7873F871AC95}"/>
                </a:ext>
              </a:extLst>
            </p:cNvPr>
            <p:cNvSpPr txBox="1"/>
            <p:nvPr/>
          </p:nvSpPr>
          <p:spPr>
            <a:xfrm>
              <a:off x="1773224" y="154751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9010"/>
                          <a:lumOff val="6099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69" name="Component 69">
              <a:extLst>
                <a:ext uri="{FF2B5EF4-FFF2-40B4-BE49-F238E27FC236}">
                  <a16:creationId xmlns:a16="http://schemas.microsoft.com/office/drawing/2014/main" id="{24BD5457-1658-4F31-B4F9-B33071172745}"/>
                </a:ext>
              </a:extLst>
            </p:cNvPr>
            <p:cNvSpPr txBox="1"/>
            <p:nvPr/>
          </p:nvSpPr>
          <p:spPr>
            <a:xfrm>
              <a:off x="1773224" y="153781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9307"/>
                          <a:lumOff val="6069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0" name="Component 70">
              <a:extLst>
                <a:ext uri="{FF2B5EF4-FFF2-40B4-BE49-F238E27FC236}">
                  <a16:creationId xmlns:a16="http://schemas.microsoft.com/office/drawing/2014/main" id="{07E9CF86-2DFA-41AE-AA06-623B40C5FC64}"/>
                </a:ext>
              </a:extLst>
            </p:cNvPr>
            <p:cNvSpPr txBox="1"/>
            <p:nvPr/>
          </p:nvSpPr>
          <p:spPr>
            <a:xfrm>
              <a:off x="1773224" y="152811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9604"/>
                          <a:lumOff val="6039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1" name="Component 71">
              <a:extLst>
                <a:ext uri="{FF2B5EF4-FFF2-40B4-BE49-F238E27FC236}">
                  <a16:creationId xmlns:a16="http://schemas.microsoft.com/office/drawing/2014/main" id="{7B45D88D-1B5E-4955-A1EA-51F0CFDEABAD}"/>
                </a:ext>
              </a:extLst>
            </p:cNvPr>
            <p:cNvSpPr txBox="1"/>
            <p:nvPr/>
          </p:nvSpPr>
          <p:spPr>
            <a:xfrm>
              <a:off x="1773224" y="151842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39901"/>
                          <a:lumOff val="6009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2" name="Component 72">
              <a:extLst>
                <a:ext uri="{FF2B5EF4-FFF2-40B4-BE49-F238E27FC236}">
                  <a16:creationId xmlns:a16="http://schemas.microsoft.com/office/drawing/2014/main" id="{37BE9A80-5B08-41DF-9FC1-F3DB077179B3}"/>
                </a:ext>
              </a:extLst>
            </p:cNvPr>
            <p:cNvSpPr txBox="1"/>
            <p:nvPr/>
          </p:nvSpPr>
          <p:spPr>
            <a:xfrm>
              <a:off x="1773224" y="150872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0198"/>
                          <a:lumOff val="5980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3" name="Component 73">
              <a:extLst>
                <a:ext uri="{FF2B5EF4-FFF2-40B4-BE49-F238E27FC236}">
                  <a16:creationId xmlns:a16="http://schemas.microsoft.com/office/drawing/2014/main" id="{8433EA00-D396-46E7-AD26-45C6550BD902}"/>
                </a:ext>
              </a:extLst>
            </p:cNvPr>
            <p:cNvSpPr txBox="1"/>
            <p:nvPr/>
          </p:nvSpPr>
          <p:spPr>
            <a:xfrm>
              <a:off x="1773224" y="149902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0495"/>
                          <a:lumOff val="5950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4" name="Component 74">
              <a:extLst>
                <a:ext uri="{FF2B5EF4-FFF2-40B4-BE49-F238E27FC236}">
                  <a16:creationId xmlns:a16="http://schemas.microsoft.com/office/drawing/2014/main" id="{091893D3-8CDE-4FBE-9C29-5AA5A1160F2C}"/>
                </a:ext>
              </a:extLst>
            </p:cNvPr>
            <p:cNvSpPr txBox="1"/>
            <p:nvPr/>
          </p:nvSpPr>
          <p:spPr>
            <a:xfrm>
              <a:off x="1773224" y="148933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0792"/>
                          <a:lumOff val="5920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5" name="Component 75">
              <a:extLst>
                <a:ext uri="{FF2B5EF4-FFF2-40B4-BE49-F238E27FC236}">
                  <a16:creationId xmlns:a16="http://schemas.microsoft.com/office/drawing/2014/main" id="{4CD65C2A-8129-4CBE-87F1-C4DEFC66BD3C}"/>
                </a:ext>
              </a:extLst>
            </p:cNvPr>
            <p:cNvSpPr txBox="1"/>
            <p:nvPr/>
          </p:nvSpPr>
          <p:spPr>
            <a:xfrm>
              <a:off x="1773224" y="147963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1089"/>
                          <a:lumOff val="5891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6" name="Component 76">
              <a:extLst>
                <a:ext uri="{FF2B5EF4-FFF2-40B4-BE49-F238E27FC236}">
                  <a16:creationId xmlns:a16="http://schemas.microsoft.com/office/drawing/2014/main" id="{90227C53-8DBC-4EA6-BE99-BADE6F8FD721}"/>
                </a:ext>
              </a:extLst>
            </p:cNvPr>
            <p:cNvSpPr txBox="1"/>
            <p:nvPr/>
          </p:nvSpPr>
          <p:spPr>
            <a:xfrm>
              <a:off x="1773224" y="146993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1386"/>
                          <a:lumOff val="5861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7" name="Component 77">
              <a:extLst>
                <a:ext uri="{FF2B5EF4-FFF2-40B4-BE49-F238E27FC236}">
                  <a16:creationId xmlns:a16="http://schemas.microsoft.com/office/drawing/2014/main" id="{642D2992-F2E4-407C-96AA-7831659E639E}"/>
                </a:ext>
              </a:extLst>
            </p:cNvPr>
            <p:cNvSpPr txBox="1"/>
            <p:nvPr/>
          </p:nvSpPr>
          <p:spPr>
            <a:xfrm>
              <a:off x="1773224" y="146023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1683"/>
                          <a:lumOff val="5831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8" name="Component 78">
              <a:extLst>
                <a:ext uri="{FF2B5EF4-FFF2-40B4-BE49-F238E27FC236}">
                  <a16:creationId xmlns:a16="http://schemas.microsoft.com/office/drawing/2014/main" id="{1CB9D2E3-EAF0-4C3B-BBD3-F53C43155715}"/>
                </a:ext>
              </a:extLst>
            </p:cNvPr>
            <p:cNvSpPr txBox="1"/>
            <p:nvPr/>
          </p:nvSpPr>
          <p:spPr>
            <a:xfrm>
              <a:off x="1773224" y="145054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1980"/>
                          <a:lumOff val="5802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79" name="Component 79">
              <a:extLst>
                <a:ext uri="{FF2B5EF4-FFF2-40B4-BE49-F238E27FC236}">
                  <a16:creationId xmlns:a16="http://schemas.microsoft.com/office/drawing/2014/main" id="{804E35E5-0BE7-4A26-B76F-20399110FB42}"/>
                </a:ext>
              </a:extLst>
            </p:cNvPr>
            <p:cNvSpPr txBox="1"/>
            <p:nvPr/>
          </p:nvSpPr>
          <p:spPr>
            <a:xfrm>
              <a:off x="1773224" y="144084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2277"/>
                          <a:lumOff val="5772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0" name="Component 80">
              <a:extLst>
                <a:ext uri="{FF2B5EF4-FFF2-40B4-BE49-F238E27FC236}">
                  <a16:creationId xmlns:a16="http://schemas.microsoft.com/office/drawing/2014/main" id="{8F80A378-8069-43F7-8EEB-62B170B21A56}"/>
                </a:ext>
              </a:extLst>
            </p:cNvPr>
            <p:cNvSpPr txBox="1"/>
            <p:nvPr/>
          </p:nvSpPr>
          <p:spPr>
            <a:xfrm>
              <a:off x="1773224" y="143114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2574"/>
                          <a:lumOff val="5742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1" name="Component 81">
              <a:extLst>
                <a:ext uri="{FF2B5EF4-FFF2-40B4-BE49-F238E27FC236}">
                  <a16:creationId xmlns:a16="http://schemas.microsoft.com/office/drawing/2014/main" id="{860046E9-D6B2-49E6-A099-1403FA8BB7D7}"/>
                </a:ext>
              </a:extLst>
            </p:cNvPr>
            <p:cNvSpPr txBox="1"/>
            <p:nvPr/>
          </p:nvSpPr>
          <p:spPr>
            <a:xfrm>
              <a:off x="1773224" y="142145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2871"/>
                          <a:lumOff val="5712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2" name="Component 82">
              <a:extLst>
                <a:ext uri="{FF2B5EF4-FFF2-40B4-BE49-F238E27FC236}">
                  <a16:creationId xmlns:a16="http://schemas.microsoft.com/office/drawing/2014/main" id="{46EB53FD-A1C9-47C0-964A-F5BF0B362416}"/>
                </a:ext>
              </a:extLst>
            </p:cNvPr>
            <p:cNvSpPr txBox="1"/>
            <p:nvPr/>
          </p:nvSpPr>
          <p:spPr>
            <a:xfrm>
              <a:off x="1773224" y="141175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3168"/>
                          <a:lumOff val="5683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3" name="Component 83">
              <a:extLst>
                <a:ext uri="{FF2B5EF4-FFF2-40B4-BE49-F238E27FC236}">
                  <a16:creationId xmlns:a16="http://schemas.microsoft.com/office/drawing/2014/main" id="{13C4F2B4-927A-4BC6-889A-DC6D25564F72}"/>
                </a:ext>
              </a:extLst>
            </p:cNvPr>
            <p:cNvSpPr txBox="1"/>
            <p:nvPr/>
          </p:nvSpPr>
          <p:spPr>
            <a:xfrm>
              <a:off x="1773224" y="140205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3465"/>
                          <a:lumOff val="5653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4" name="Component 84">
              <a:extLst>
                <a:ext uri="{FF2B5EF4-FFF2-40B4-BE49-F238E27FC236}">
                  <a16:creationId xmlns:a16="http://schemas.microsoft.com/office/drawing/2014/main" id="{6EF69EE4-88F0-4966-9177-D4C0DC4D8B89}"/>
                </a:ext>
              </a:extLst>
            </p:cNvPr>
            <p:cNvSpPr txBox="1"/>
            <p:nvPr/>
          </p:nvSpPr>
          <p:spPr>
            <a:xfrm>
              <a:off x="1773224" y="1392360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3762"/>
                          <a:lumOff val="5623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5" name="Component 85">
              <a:extLst>
                <a:ext uri="{FF2B5EF4-FFF2-40B4-BE49-F238E27FC236}">
                  <a16:creationId xmlns:a16="http://schemas.microsoft.com/office/drawing/2014/main" id="{752A06B8-625F-45D0-ADCE-2E4B1BED237B}"/>
                </a:ext>
              </a:extLst>
            </p:cNvPr>
            <p:cNvSpPr txBox="1"/>
            <p:nvPr/>
          </p:nvSpPr>
          <p:spPr>
            <a:xfrm>
              <a:off x="1773224" y="138266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4059"/>
                          <a:lumOff val="5594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VP Sales</a:t>
              </a:r>
            </a:p>
          </p:txBody>
        </p:sp>
        <p:sp>
          <p:nvSpPr>
            <p:cNvPr id="86" name="Component 86">
              <a:extLst>
                <a:ext uri="{FF2B5EF4-FFF2-40B4-BE49-F238E27FC236}">
                  <a16:creationId xmlns:a16="http://schemas.microsoft.com/office/drawing/2014/main" id="{37589CD9-C244-4F45-840D-55A80D98F6FA}"/>
                </a:ext>
              </a:extLst>
            </p:cNvPr>
            <p:cNvSpPr txBox="1"/>
            <p:nvPr/>
          </p:nvSpPr>
          <p:spPr>
            <a:xfrm>
              <a:off x="1773224" y="1372965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4356"/>
                          <a:lumOff val="5564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7" name="Component 87">
              <a:extLst>
                <a:ext uri="{FF2B5EF4-FFF2-40B4-BE49-F238E27FC236}">
                  <a16:creationId xmlns:a16="http://schemas.microsoft.com/office/drawing/2014/main" id="{492A2A72-CB04-40BA-ACEC-FE1DEE18FD3A}"/>
                </a:ext>
              </a:extLst>
            </p:cNvPr>
            <p:cNvSpPr txBox="1"/>
            <p:nvPr/>
          </p:nvSpPr>
          <p:spPr>
            <a:xfrm>
              <a:off x="1773224" y="136326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4653"/>
                          <a:lumOff val="5534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8" name="Component 88">
              <a:extLst>
                <a:ext uri="{FF2B5EF4-FFF2-40B4-BE49-F238E27FC236}">
                  <a16:creationId xmlns:a16="http://schemas.microsoft.com/office/drawing/2014/main" id="{20D695FB-3110-4C49-B6E3-D9C69E50CCC5}"/>
                </a:ext>
              </a:extLst>
            </p:cNvPr>
            <p:cNvSpPr txBox="1"/>
            <p:nvPr/>
          </p:nvSpPr>
          <p:spPr>
            <a:xfrm>
              <a:off x="1773224" y="135357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4950"/>
                          <a:lumOff val="5505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89" name="Component 89">
              <a:extLst>
                <a:ext uri="{FF2B5EF4-FFF2-40B4-BE49-F238E27FC236}">
                  <a16:creationId xmlns:a16="http://schemas.microsoft.com/office/drawing/2014/main" id="{4AB23187-9C29-455C-A40D-644D5A85B886}"/>
                </a:ext>
              </a:extLst>
            </p:cNvPr>
            <p:cNvSpPr txBox="1"/>
            <p:nvPr/>
          </p:nvSpPr>
          <p:spPr>
            <a:xfrm>
              <a:off x="1773224" y="1343873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5248"/>
                          <a:lumOff val="5475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0" name="Component 90">
              <a:extLst>
                <a:ext uri="{FF2B5EF4-FFF2-40B4-BE49-F238E27FC236}">
                  <a16:creationId xmlns:a16="http://schemas.microsoft.com/office/drawing/2014/main" id="{8C1BE718-62EA-4E72-B339-DED9E9591BD5}"/>
                </a:ext>
              </a:extLst>
            </p:cNvPr>
            <p:cNvSpPr txBox="1"/>
            <p:nvPr/>
          </p:nvSpPr>
          <p:spPr>
            <a:xfrm>
              <a:off x="1773224" y="133417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5545"/>
                          <a:lumOff val="5445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1" name="Component 91">
              <a:extLst>
                <a:ext uri="{FF2B5EF4-FFF2-40B4-BE49-F238E27FC236}">
                  <a16:creationId xmlns:a16="http://schemas.microsoft.com/office/drawing/2014/main" id="{BB9E3A1C-B07D-41E2-AB54-14405F8D289D}"/>
                </a:ext>
              </a:extLst>
            </p:cNvPr>
            <p:cNvSpPr txBox="1"/>
            <p:nvPr/>
          </p:nvSpPr>
          <p:spPr>
            <a:xfrm>
              <a:off x="1773224" y="132447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5842"/>
                          <a:lumOff val="5415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2" name="Component 92">
              <a:extLst>
                <a:ext uri="{FF2B5EF4-FFF2-40B4-BE49-F238E27FC236}">
                  <a16:creationId xmlns:a16="http://schemas.microsoft.com/office/drawing/2014/main" id="{06018A4A-EE02-4452-937B-190CAD3A48E8}"/>
                </a:ext>
              </a:extLst>
            </p:cNvPr>
            <p:cNvSpPr txBox="1"/>
            <p:nvPr/>
          </p:nvSpPr>
          <p:spPr>
            <a:xfrm>
              <a:off x="1773224" y="131478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6139"/>
                          <a:lumOff val="5386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3" name="Component 93">
              <a:extLst>
                <a:ext uri="{FF2B5EF4-FFF2-40B4-BE49-F238E27FC236}">
                  <a16:creationId xmlns:a16="http://schemas.microsoft.com/office/drawing/2014/main" id="{9E938DA2-6B83-4928-A4EF-B00198B78E3F}"/>
                </a:ext>
              </a:extLst>
            </p:cNvPr>
            <p:cNvSpPr txBox="1"/>
            <p:nvPr/>
          </p:nvSpPr>
          <p:spPr>
            <a:xfrm>
              <a:off x="1773224" y="130508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6436"/>
                          <a:lumOff val="5356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4" name="Component 94">
              <a:extLst>
                <a:ext uri="{FF2B5EF4-FFF2-40B4-BE49-F238E27FC236}">
                  <a16:creationId xmlns:a16="http://schemas.microsoft.com/office/drawing/2014/main" id="{89519047-E905-4961-8FE8-C12D779CC02F}"/>
                </a:ext>
              </a:extLst>
            </p:cNvPr>
            <p:cNvSpPr txBox="1"/>
            <p:nvPr/>
          </p:nvSpPr>
          <p:spPr>
            <a:xfrm>
              <a:off x="1773224" y="1295388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6733"/>
                          <a:lumOff val="5326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5" name="Component 95">
              <a:extLst>
                <a:ext uri="{FF2B5EF4-FFF2-40B4-BE49-F238E27FC236}">
                  <a16:creationId xmlns:a16="http://schemas.microsoft.com/office/drawing/2014/main" id="{18C9DFE2-4208-4363-9E5A-083F56FE366C}"/>
                </a:ext>
              </a:extLst>
            </p:cNvPr>
            <p:cNvSpPr txBox="1"/>
            <p:nvPr/>
          </p:nvSpPr>
          <p:spPr>
            <a:xfrm>
              <a:off x="1773224" y="128569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7030"/>
                          <a:lumOff val="52970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6" name="Component 96">
              <a:extLst>
                <a:ext uri="{FF2B5EF4-FFF2-40B4-BE49-F238E27FC236}">
                  <a16:creationId xmlns:a16="http://schemas.microsoft.com/office/drawing/2014/main" id="{8C7CA9ED-3C0A-439D-BBEC-6A0143ACECB6}"/>
                </a:ext>
              </a:extLst>
            </p:cNvPr>
            <p:cNvSpPr txBox="1"/>
            <p:nvPr/>
          </p:nvSpPr>
          <p:spPr>
            <a:xfrm>
              <a:off x="1773224" y="127599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7327"/>
                          <a:lumOff val="52673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7" name="Component 97">
              <a:extLst>
                <a:ext uri="{FF2B5EF4-FFF2-40B4-BE49-F238E27FC236}">
                  <a16:creationId xmlns:a16="http://schemas.microsoft.com/office/drawing/2014/main" id="{AAFBF48B-D269-4ADF-BE81-32A8D22694E4}"/>
                </a:ext>
              </a:extLst>
            </p:cNvPr>
            <p:cNvSpPr txBox="1"/>
            <p:nvPr/>
          </p:nvSpPr>
          <p:spPr>
            <a:xfrm>
              <a:off x="1773224" y="1266296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7624"/>
                          <a:lumOff val="52376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8" name="Component 98">
              <a:extLst>
                <a:ext uri="{FF2B5EF4-FFF2-40B4-BE49-F238E27FC236}">
                  <a16:creationId xmlns:a16="http://schemas.microsoft.com/office/drawing/2014/main" id="{A4141B5B-6EA4-4F6F-A998-53542A997BE9}"/>
                </a:ext>
              </a:extLst>
            </p:cNvPr>
            <p:cNvSpPr txBox="1"/>
            <p:nvPr/>
          </p:nvSpPr>
          <p:spPr>
            <a:xfrm>
              <a:off x="1773224" y="125659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7921"/>
                          <a:lumOff val="52079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99" name="Component 99">
              <a:extLst>
                <a:ext uri="{FF2B5EF4-FFF2-40B4-BE49-F238E27FC236}">
                  <a16:creationId xmlns:a16="http://schemas.microsoft.com/office/drawing/2014/main" id="{AAF9F967-D013-4D58-8765-597565C4D9F2}"/>
                </a:ext>
              </a:extLst>
            </p:cNvPr>
            <p:cNvSpPr txBox="1"/>
            <p:nvPr/>
          </p:nvSpPr>
          <p:spPr>
            <a:xfrm>
              <a:off x="1773224" y="1246902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8218"/>
                          <a:lumOff val="51782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0" name="Component 100">
              <a:extLst>
                <a:ext uri="{FF2B5EF4-FFF2-40B4-BE49-F238E27FC236}">
                  <a16:creationId xmlns:a16="http://schemas.microsoft.com/office/drawing/2014/main" id="{B1B83E9F-6799-4C00-B8B2-FE4A5FD41BC8}"/>
                </a:ext>
              </a:extLst>
            </p:cNvPr>
            <p:cNvSpPr txBox="1"/>
            <p:nvPr/>
          </p:nvSpPr>
          <p:spPr>
            <a:xfrm>
              <a:off x="1773224" y="123720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8515"/>
                          <a:lumOff val="51485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1" name="Component 101">
              <a:extLst>
                <a:ext uri="{FF2B5EF4-FFF2-40B4-BE49-F238E27FC236}">
                  <a16:creationId xmlns:a16="http://schemas.microsoft.com/office/drawing/2014/main" id="{56D513EF-977A-494F-BC64-AC16A7099462}"/>
                </a:ext>
              </a:extLst>
            </p:cNvPr>
            <p:cNvSpPr txBox="1"/>
            <p:nvPr/>
          </p:nvSpPr>
          <p:spPr>
            <a:xfrm>
              <a:off x="1773224" y="1227509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8812"/>
                          <a:lumOff val="51188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2" name="Component 102">
              <a:extLst>
                <a:ext uri="{FF2B5EF4-FFF2-40B4-BE49-F238E27FC236}">
                  <a16:creationId xmlns:a16="http://schemas.microsoft.com/office/drawing/2014/main" id="{B6909F37-F11D-4CFA-B2F8-AEC611E9E9E8}"/>
                </a:ext>
              </a:extLst>
            </p:cNvPr>
            <p:cNvSpPr txBox="1"/>
            <p:nvPr/>
          </p:nvSpPr>
          <p:spPr>
            <a:xfrm>
              <a:off x="1773224" y="1217811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9109"/>
                          <a:lumOff val="50891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3" name="Component 103">
              <a:extLst>
                <a:ext uri="{FF2B5EF4-FFF2-40B4-BE49-F238E27FC236}">
                  <a16:creationId xmlns:a16="http://schemas.microsoft.com/office/drawing/2014/main" id="{C21313EB-BE0D-45EB-BE27-ECDBFB548EE8}"/>
                </a:ext>
              </a:extLst>
            </p:cNvPr>
            <p:cNvSpPr txBox="1"/>
            <p:nvPr/>
          </p:nvSpPr>
          <p:spPr>
            <a:xfrm>
              <a:off x="1773224" y="1208114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9406"/>
                          <a:lumOff val="50594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4" name="Component 104">
              <a:extLst>
                <a:ext uri="{FF2B5EF4-FFF2-40B4-BE49-F238E27FC236}">
                  <a16:creationId xmlns:a16="http://schemas.microsoft.com/office/drawing/2014/main" id="{7D610CEB-F8BA-4FA7-82A7-20A07CFDD91C}"/>
                </a:ext>
              </a:extLst>
            </p:cNvPr>
            <p:cNvSpPr txBox="1"/>
            <p:nvPr/>
          </p:nvSpPr>
          <p:spPr>
            <a:xfrm>
              <a:off x="1773224" y="1198417"/>
              <a:ext cx="2786684" cy="4049790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1A3A1A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00AA00">
                          <a:lumMod val="49703"/>
                          <a:lumOff val="50297"/>
                        </a:srgbClr>
                      </a:gs>
                      <a:gs pos="98000">
                        <a:srgbClr val="00AA00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/>
              </a:r>
            </a:p>
          </p:txBody>
        </p:sp>
        <p:sp>
          <p:nvSpPr>
            <p:cNvPr id="105" name="Component 105">
              <a:extLst>
                <a:ext uri="{FF2B5EF4-FFF2-40B4-BE49-F238E27FC236}">
                  <a16:creationId xmlns:a16="http://schemas.microsoft.com/office/drawing/2014/main" id="{47A5C9C3-C302-4D84-8665-D7CD0F4FB7D4}"/>
                </a:ext>
              </a:extLst>
            </p:cNvPr>
            <p:cNvSpPr txBox="1"/>
            <p:nvPr/>
          </p:nvSpPr>
          <p:spPr>
            <a:xfrm>
              <a:off x="1773224" y="1188720"/>
              <a:ext cx="2786684" cy="4049790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7200" dirty="0">
                  <a:gradFill>
                    <a:gsLst>
                      <a:gs pos="0">
                        <a:srgbClr val="00AA00">
                          <a:lumMod val="50000"/>
                          <a:lumOff val="50000"/>
                        </a:srgbClr>
                      </a:gs>
                      <a:gs pos="98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/>
              </a:r>
              <a:endParaRPr lang="zh-CN" altLang="en-US" sz="7200" dirty="0">
                <a:gradFill>
                  <a:gsLst>
                    <a:gs pos="0">
                      <a:srgbClr val="00AA00">
                        <a:lumMod val="50000"/>
                        <a:lumOff val="50000"/>
                      </a:srgbClr>
                    </a:gs>
                    <a:gs pos="98000">
                      <a:srgbClr val="00AA00">
                        <a:lumMod val="50000"/>
                      </a:srgbClr>
                    </a:gs>
                  </a:gsLst>
                  <a:lin ang="5400000" scaled="1"/>
                </a:gra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A00"/>
                </a:solidFill>
              </a:defRPr>
            </a:pPr>
            <a:r>
              <a:t>流程图 (process)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1695738" y="1188720"/>
            <a:ext cx="8770042" cy="5029200"/>
            <a:chOff x="71987" y="1444261"/>
            <a:chExt cx="8770042" cy="5029200"/>
          </a:xfrm>
        </p:grpSpPr>
        <p:sp>
          <p:nvSpPr>
            <p:cNvPr id="4" name="Component 4"/>
            <p:cNvSpPr>
              <a:spLocks noChangeArrowheads="1"/>
            </p:cNvSpPr>
            <p:nvPr/>
          </p:nvSpPr>
          <p:spPr bwMode="auto">
            <a:xfrm>
              <a:off x="3040881" y="5788468"/>
              <a:ext cx="2832251" cy="81631"/>
            </a:xfrm>
            <a:prstGeom prst="rect">
              <a:avLst/>
            </a:prstGeom>
            <a:solidFill>
              <a:srgbClr val="66CC00">
                <a:lumMod val="7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5" name="Component 5"/>
            <p:cNvSpPr>
              <a:spLocks noChangeArrowheads="1"/>
            </p:cNvSpPr>
            <p:nvPr/>
          </p:nvSpPr>
          <p:spPr bwMode="auto">
            <a:xfrm>
              <a:off x="3040881" y="4191333"/>
              <a:ext cx="2832251" cy="81631"/>
            </a:xfrm>
            <a:prstGeom prst="rect">
              <a:avLst/>
            </a:prstGeom>
            <a:solidFill>
              <a:srgbClr val="00AA00">
                <a:lumMod val="7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6" name="Component 6"/>
            <p:cNvSpPr>
              <a:spLocks noChangeArrowheads="1"/>
            </p:cNvSpPr>
            <p:nvPr/>
          </p:nvSpPr>
          <p:spPr bwMode="auto">
            <a:xfrm>
              <a:off x="3040881" y="2594199"/>
              <a:ext cx="2832251" cy="81631"/>
            </a:xfrm>
            <a:prstGeom prst="rect">
              <a:avLst/>
            </a:prstGeom>
            <a:solidFill>
              <a:srgbClr val="00AA00">
                <a:lumMod val="7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7" name="Component 7"/>
            <p:cNvSpPr/>
            <p:nvPr/>
          </p:nvSpPr>
          <p:spPr bwMode="auto">
            <a:xfrm>
              <a:off x="71987" y="1444261"/>
              <a:ext cx="8770042" cy="1149936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5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5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5"/>
                    <a:pt x="2472" y="45"/>
                    <a:pt x="2472" y="45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AA00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8" name="Component 8"/>
            <p:cNvSpPr/>
            <p:nvPr/>
          </p:nvSpPr>
          <p:spPr bwMode="auto">
            <a:xfrm>
              <a:off x="3040881" y="1444262"/>
              <a:ext cx="2832251" cy="1834930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9" name="Component 9"/>
            <p:cNvSpPr/>
            <p:nvPr/>
          </p:nvSpPr>
          <p:spPr bwMode="auto">
            <a:xfrm>
              <a:off x="3491627" y="1444262"/>
              <a:ext cx="1930757" cy="1330945"/>
            </a:xfrm>
            <a:custGeom>
              <a:avLst/>
              <a:gdLst>
                <a:gd name="T0" fmla="*/ 544 w 544"/>
                <a:gd name="T1" fmla="*/ 275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5 h 375"/>
                <a:gd name="T10" fmla="*/ 272 w 544"/>
                <a:gd name="T11" fmla="*/ 375 h 375"/>
                <a:gd name="T12" fmla="*/ 544 w 544"/>
                <a:gd name="T13" fmla="*/ 2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5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73" y="337"/>
                    <a:pt x="168" y="375"/>
                    <a:pt x="272" y="375"/>
                  </a:cubicBezTo>
                  <a:cubicBezTo>
                    <a:pt x="376" y="375"/>
                    <a:pt x="471" y="337"/>
                    <a:pt x="544" y="275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0" name="Component 10"/>
            <p:cNvSpPr/>
            <p:nvPr/>
          </p:nvSpPr>
          <p:spPr bwMode="auto">
            <a:xfrm>
              <a:off x="3491627" y="1444262"/>
              <a:ext cx="1930757" cy="571419"/>
            </a:xfrm>
            <a:custGeom>
              <a:avLst/>
              <a:gdLst>
                <a:gd name="T0" fmla="*/ 1088 w 1088"/>
                <a:gd name="T1" fmla="*/ 90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0 h 322"/>
                <a:gd name="T10" fmla="*/ 544 w 1088"/>
                <a:gd name="T11" fmla="*/ 322 h 322"/>
                <a:gd name="T12" fmla="*/ 1088 w 1088"/>
                <a:gd name="T13" fmla="*/ 9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0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0"/>
                  </a:lnTo>
                  <a:lnTo>
                    <a:pt x="544" y="322"/>
                  </a:lnTo>
                  <a:lnTo>
                    <a:pt x="1088" y="90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1" name="Component 11"/>
            <p:cNvSpPr>
              <a:spLocks noEditPoints="1"/>
            </p:cNvSpPr>
            <p:nvPr/>
          </p:nvSpPr>
          <p:spPr bwMode="auto">
            <a:xfrm>
              <a:off x="341725" y="1735296"/>
              <a:ext cx="393959" cy="578517"/>
            </a:xfrm>
            <a:custGeom>
              <a:avLst/>
              <a:gdLst>
                <a:gd name="T0" fmla="*/ 56 w 111"/>
                <a:gd name="T1" fmla="*/ 23 h 163"/>
                <a:gd name="T2" fmla="*/ 59 w 111"/>
                <a:gd name="T3" fmla="*/ 20 h 163"/>
                <a:gd name="T4" fmla="*/ 56 w 111"/>
                <a:gd name="T5" fmla="*/ 17 h 163"/>
                <a:gd name="T6" fmla="*/ 17 w 111"/>
                <a:gd name="T7" fmla="*/ 56 h 163"/>
                <a:gd name="T8" fmla="*/ 20 w 111"/>
                <a:gd name="T9" fmla="*/ 59 h 163"/>
                <a:gd name="T10" fmla="*/ 23 w 111"/>
                <a:gd name="T11" fmla="*/ 56 h 163"/>
                <a:gd name="T12" fmla="*/ 56 w 111"/>
                <a:gd name="T13" fmla="*/ 23 h 163"/>
                <a:gd name="T14" fmla="*/ 30 w 111"/>
                <a:gd name="T15" fmla="*/ 125 h 163"/>
                <a:gd name="T16" fmla="*/ 31 w 111"/>
                <a:gd name="T17" fmla="*/ 133 h 163"/>
                <a:gd name="T18" fmla="*/ 56 w 111"/>
                <a:gd name="T19" fmla="*/ 138 h 163"/>
                <a:gd name="T20" fmla="*/ 80 w 111"/>
                <a:gd name="T21" fmla="*/ 134 h 163"/>
                <a:gd name="T22" fmla="*/ 81 w 111"/>
                <a:gd name="T23" fmla="*/ 125 h 163"/>
                <a:gd name="T24" fmla="*/ 56 w 111"/>
                <a:gd name="T25" fmla="*/ 130 h 163"/>
                <a:gd name="T26" fmla="*/ 30 w 111"/>
                <a:gd name="T27" fmla="*/ 125 h 163"/>
                <a:gd name="T28" fmla="*/ 32 w 111"/>
                <a:gd name="T29" fmla="*/ 141 h 163"/>
                <a:gd name="T30" fmla="*/ 33 w 111"/>
                <a:gd name="T31" fmla="*/ 150 h 163"/>
                <a:gd name="T32" fmla="*/ 41 w 111"/>
                <a:gd name="T33" fmla="*/ 154 h 163"/>
                <a:gd name="T34" fmla="*/ 41 w 111"/>
                <a:gd name="T35" fmla="*/ 159 h 163"/>
                <a:gd name="T36" fmla="*/ 56 w 111"/>
                <a:gd name="T37" fmla="*/ 163 h 163"/>
                <a:gd name="T38" fmla="*/ 70 w 111"/>
                <a:gd name="T39" fmla="*/ 159 h 163"/>
                <a:gd name="T40" fmla="*/ 70 w 111"/>
                <a:gd name="T41" fmla="*/ 154 h 163"/>
                <a:gd name="T42" fmla="*/ 78 w 111"/>
                <a:gd name="T43" fmla="*/ 150 h 163"/>
                <a:gd name="T44" fmla="*/ 79 w 111"/>
                <a:gd name="T45" fmla="*/ 141 h 163"/>
                <a:gd name="T46" fmla="*/ 56 w 111"/>
                <a:gd name="T47" fmla="*/ 145 h 163"/>
                <a:gd name="T48" fmla="*/ 32 w 111"/>
                <a:gd name="T49" fmla="*/ 141 h 163"/>
                <a:gd name="T50" fmla="*/ 56 w 111"/>
                <a:gd name="T51" fmla="*/ 0 h 163"/>
                <a:gd name="T52" fmla="*/ 0 w 111"/>
                <a:gd name="T53" fmla="*/ 56 h 163"/>
                <a:gd name="T54" fmla="*/ 27 w 111"/>
                <a:gd name="T55" fmla="*/ 104 h 163"/>
                <a:gd name="T56" fmla="*/ 29 w 111"/>
                <a:gd name="T57" fmla="*/ 118 h 163"/>
                <a:gd name="T58" fmla="*/ 56 w 111"/>
                <a:gd name="T59" fmla="*/ 123 h 163"/>
                <a:gd name="T60" fmla="*/ 82 w 111"/>
                <a:gd name="T61" fmla="*/ 118 h 163"/>
                <a:gd name="T62" fmla="*/ 84 w 111"/>
                <a:gd name="T63" fmla="*/ 104 h 163"/>
                <a:gd name="T64" fmla="*/ 111 w 111"/>
                <a:gd name="T65" fmla="*/ 56 h 163"/>
                <a:gd name="T66" fmla="*/ 56 w 111"/>
                <a:gd name="T67" fmla="*/ 0 h 163"/>
                <a:gd name="T68" fmla="*/ 76 w 111"/>
                <a:gd name="T69" fmla="*/ 97 h 163"/>
                <a:gd name="T70" fmla="*/ 75 w 111"/>
                <a:gd name="T71" fmla="*/ 110 h 163"/>
                <a:gd name="T72" fmla="*/ 56 w 111"/>
                <a:gd name="T73" fmla="*/ 113 h 163"/>
                <a:gd name="T74" fmla="*/ 36 w 111"/>
                <a:gd name="T75" fmla="*/ 110 h 163"/>
                <a:gd name="T76" fmla="*/ 35 w 111"/>
                <a:gd name="T77" fmla="*/ 97 h 163"/>
                <a:gd name="T78" fmla="*/ 10 w 111"/>
                <a:gd name="T79" fmla="*/ 56 h 163"/>
                <a:gd name="T80" fmla="*/ 56 w 111"/>
                <a:gd name="T81" fmla="*/ 10 h 163"/>
                <a:gd name="T82" fmla="*/ 102 w 111"/>
                <a:gd name="T83" fmla="*/ 56 h 163"/>
                <a:gd name="T84" fmla="*/ 76 w 111"/>
                <a:gd name="T85" fmla="*/ 97 h 163"/>
                <a:gd name="T86" fmla="*/ 68 w 111"/>
                <a:gd name="T87" fmla="*/ 77 h 163"/>
                <a:gd name="T88" fmla="*/ 56 w 111"/>
                <a:gd name="T89" fmla="*/ 54 h 163"/>
                <a:gd name="T90" fmla="*/ 43 w 111"/>
                <a:gd name="T91" fmla="*/ 77 h 163"/>
                <a:gd name="T92" fmla="*/ 38 w 111"/>
                <a:gd name="T93" fmla="*/ 66 h 163"/>
                <a:gd name="T94" fmla="*/ 30 w 111"/>
                <a:gd name="T95" fmla="*/ 70 h 163"/>
                <a:gd name="T96" fmla="*/ 43 w 111"/>
                <a:gd name="T97" fmla="*/ 96 h 163"/>
                <a:gd name="T98" fmla="*/ 56 w 111"/>
                <a:gd name="T99" fmla="*/ 72 h 163"/>
                <a:gd name="T100" fmla="*/ 69 w 111"/>
                <a:gd name="T101" fmla="*/ 96 h 163"/>
                <a:gd name="T102" fmla="*/ 81 w 111"/>
                <a:gd name="T103" fmla="*/ 70 h 163"/>
                <a:gd name="T104" fmla="*/ 73 w 111"/>
                <a:gd name="T105" fmla="*/ 66 h 163"/>
                <a:gd name="T106" fmla="*/ 68 w 111"/>
                <a:gd name="T107" fmla="*/ 7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163">
                  <a:moveTo>
                    <a:pt x="56" y="23"/>
                  </a:moveTo>
                  <a:cubicBezTo>
                    <a:pt x="57" y="23"/>
                    <a:pt x="59" y="22"/>
                    <a:pt x="59" y="20"/>
                  </a:cubicBezTo>
                  <a:cubicBezTo>
                    <a:pt x="59" y="19"/>
                    <a:pt x="57" y="17"/>
                    <a:pt x="56" y="17"/>
                  </a:cubicBezTo>
                  <a:cubicBezTo>
                    <a:pt x="34" y="17"/>
                    <a:pt x="17" y="35"/>
                    <a:pt x="17" y="56"/>
                  </a:cubicBezTo>
                  <a:cubicBezTo>
                    <a:pt x="17" y="58"/>
                    <a:pt x="18" y="59"/>
                    <a:pt x="20" y="59"/>
                  </a:cubicBezTo>
                  <a:cubicBezTo>
                    <a:pt x="21" y="59"/>
                    <a:pt x="23" y="58"/>
                    <a:pt x="23" y="56"/>
                  </a:cubicBezTo>
                  <a:cubicBezTo>
                    <a:pt x="23" y="38"/>
                    <a:pt x="37" y="23"/>
                    <a:pt x="56" y="23"/>
                  </a:cubicBezTo>
                  <a:close/>
                  <a:moveTo>
                    <a:pt x="30" y="125"/>
                  </a:moveTo>
                  <a:cubicBezTo>
                    <a:pt x="31" y="133"/>
                    <a:pt x="31" y="133"/>
                    <a:pt x="31" y="133"/>
                  </a:cubicBezTo>
                  <a:cubicBezTo>
                    <a:pt x="38" y="136"/>
                    <a:pt x="47" y="138"/>
                    <a:pt x="56" y="138"/>
                  </a:cubicBezTo>
                  <a:cubicBezTo>
                    <a:pt x="65" y="138"/>
                    <a:pt x="73" y="136"/>
                    <a:pt x="80" y="13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74" y="128"/>
                    <a:pt x="65" y="130"/>
                    <a:pt x="56" y="130"/>
                  </a:cubicBezTo>
                  <a:cubicBezTo>
                    <a:pt x="46" y="130"/>
                    <a:pt x="38" y="128"/>
                    <a:pt x="30" y="125"/>
                  </a:cubicBezTo>
                  <a:close/>
                  <a:moveTo>
                    <a:pt x="32" y="141"/>
                  </a:move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5" y="152"/>
                    <a:pt x="41" y="154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5" y="163"/>
                    <a:pt x="56" y="163"/>
                  </a:cubicBezTo>
                  <a:cubicBezTo>
                    <a:pt x="67" y="163"/>
                    <a:pt x="70" y="159"/>
                    <a:pt x="70" y="159"/>
                  </a:cubicBezTo>
                  <a:cubicBezTo>
                    <a:pt x="70" y="154"/>
                    <a:pt x="70" y="154"/>
                    <a:pt x="70" y="154"/>
                  </a:cubicBezTo>
                  <a:cubicBezTo>
                    <a:pt x="76" y="152"/>
                    <a:pt x="78" y="150"/>
                    <a:pt x="78" y="15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2" y="143"/>
                    <a:pt x="64" y="145"/>
                    <a:pt x="56" y="145"/>
                  </a:cubicBezTo>
                  <a:cubicBezTo>
                    <a:pt x="47" y="145"/>
                    <a:pt x="39" y="143"/>
                    <a:pt x="32" y="141"/>
                  </a:cubicBezTo>
                  <a:close/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76"/>
                    <a:pt x="11" y="94"/>
                    <a:pt x="27" y="104"/>
                  </a:cubicBezTo>
                  <a:cubicBezTo>
                    <a:pt x="29" y="118"/>
                    <a:pt x="29" y="118"/>
                    <a:pt x="29" y="118"/>
                  </a:cubicBezTo>
                  <a:cubicBezTo>
                    <a:pt x="37" y="121"/>
                    <a:pt x="46" y="123"/>
                    <a:pt x="56" y="123"/>
                  </a:cubicBezTo>
                  <a:cubicBezTo>
                    <a:pt x="65" y="123"/>
                    <a:pt x="75" y="121"/>
                    <a:pt x="82" y="118"/>
                  </a:cubicBezTo>
                  <a:cubicBezTo>
                    <a:pt x="84" y="104"/>
                    <a:pt x="84" y="104"/>
                    <a:pt x="84" y="104"/>
                  </a:cubicBezTo>
                  <a:cubicBezTo>
                    <a:pt x="101" y="94"/>
                    <a:pt x="111" y="76"/>
                    <a:pt x="111" y="56"/>
                  </a:cubicBezTo>
                  <a:cubicBezTo>
                    <a:pt x="111" y="25"/>
                    <a:pt x="86" y="0"/>
                    <a:pt x="56" y="0"/>
                  </a:cubicBezTo>
                  <a:close/>
                  <a:moveTo>
                    <a:pt x="76" y="97"/>
                  </a:moveTo>
                  <a:cubicBezTo>
                    <a:pt x="75" y="110"/>
                    <a:pt x="75" y="110"/>
                    <a:pt x="75" y="110"/>
                  </a:cubicBezTo>
                  <a:cubicBezTo>
                    <a:pt x="75" y="110"/>
                    <a:pt x="70" y="113"/>
                    <a:pt x="56" y="113"/>
                  </a:cubicBezTo>
                  <a:cubicBezTo>
                    <a:pt x="41" y="113"/>
                    <a:pt x="36" y="110"/>
                    <a:pt x="36" y="110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20" y="90"/>
                    <a:pt x="10" y="74"/>
                    <a:pt x="10" y="56"/>
                  </a:cubicBezTo>
                  <a:cubicBezTo>
                    <a:pt x="10" y="31"/>
                    <a:pt x="30" y="10"/>
                    <a:pt x="56" y="10"/>
                  </a:cubicBezTo>
                  <a:cubicBezTo>
                    <a:pt x="81" y="10"/>
                    <a:pt x="102" y="31"/>
                    <a:pt x="102" y="56"/>
                  </a:cubicBezTo>
                  <a:cubicBezTo>
                    <a:pt x="102" y="74"/>
                    <a:pt x="91" y="90"/>
                    <a:pt x="76" y="97"/>
                  </a:cubicBezTo>
                  <a:close/>
                  <a:moveTo>
                    <a:pt x="68" y="77"/>
                  </a:moveTo>
                  <a:cubicBezTo>
                    <a:pt x="56" y="54"/>
                    <a:pt x="56" y="54"/>
                    <a:pt x="56" y="54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81" y="70"/>
                    <a:pt x="81" y="70"/>
                    <a:pt x="81" y="70"/>
                  </a:cubicBezTo>
                  <a:cubicBezTo>
                    <a:pt x="73" y="66"/>
                    <a:pt x="73" y="66"/>
                    <a:pt x="73" y="66"/>
                  </a:cubicBezTo>
                  <a:lnTo>
                    <a:pt x="68" y="77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2" name="Component 12"/>
            <p:cNvSpPr/>
            <p:nvPr/>
          </p:nvSpPr>
          <p:spPr bwMode="auto">
            <a:xfrm>
              <a:off x="71987" y="3041395"/>
              <a:ext cx="8770042" cy="1149936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AA00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3" name="Component 13"/>
            <p:cNvSpPr/>
            <p:nvPr/>
          </p:nvSpPr>
          <p:spPr bwMode="auto">
            <a:xfrm>
              <a:off x="3040881" y="3041397"/>
              <a:ext cx="2832251" cy="1834930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4" name="Component 14"/>
            <p:cNvSpPr/>
            <p:nvPr/>
          </p:nvSpPr>
          <p:spPr bwMode="auto">
            <a:xfrm>
              <a:off x="3491627" y="3041397"/>
              <a:ext cx="1930757" cy="1330945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5" name="Component 15"/>
            <p:cNvSpPr/>
            <p:nvPr/>
          </p:nvSpPr>
          <p:spPr bwMode="auto">
            <a:xfrm>
              <a:off x="3491627" y="3041397"/>
              <a:ext cx="1930757" cy="571419"/>
            </a:xfrm>
            <a:custGeom>
              <a:avLst/>
              <a:gdLst>
                <a:gd name="T0" fmla="*/ 1088 w 1088"/>
                <a:gd name="T1" fmla="*/ 92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2 h 322"/>
                <a:gd name="T10" fmla="*/ 544 w 1088"/>
                <a:gd name="T11" fmla="*/ 322 h 322"/>
                <a:gd name="T12" fmla="*/ 1088 w 1088"/>
                <a:gd name="T13" fmla="*/ 9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2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6" name="Component 16"/>
            <p:cNvSpPr/>
            <p:nvPr/>
          </p:nvSpPr>
          <p:spPr bwMode="auto">
            <a:xfrm>
              <a:off x="71987" y="4638530"/>
              <a:ext cx="8770042" cy="1149936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1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66CC00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7" name="Component 17"/>
            <p:cNvSpPr/>
            <p:nvPr/>
          </p:nvSpPr>
          <p:spPr bwMode="auto">
            <a:xfrm>
              <a:off x="3040881" y="4638531"/>
              <a:ext cx="2832251" cy="1834930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8" name="Component 18"/>
            <p:cNvSpPr/>
            <p:nvPr/>
          </p:nvSpPr>
          <p:spPr bwMode="auto">
            <a:xfrm>
              <a:off x="3491627" y="4638531"/>
              <a:ext cx="1930757" cy="1330945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19" name="Component 19"/>
            <p:cNvSpPr/>
            <p:nvPr/>
          </p:nvSpPr>
          <p:spPr bwMode="auto">
            <a:xfrm>
              <a:off x="3491627" y="4638530"/>
              <a:ext cx="1930757" cy="574968"/>
            </a:xfrm>
            <a:custGeom>
              <a:avLst/>
              <a:gdLst>
                <a:gd name="T0" fmla="*/ 1088 w 1088"/>
                <a:gd name="T1" fmla="*/ 92 h 324"/>
                <a:gd name="T2" fmla="*/ 1088 w 1088"/>
                <a:gd name="T3" fmla="*/ 0 h 324"/>
                <a:gd name="T4" fmla="*/ 544 w 1088"/>
                <a:gd name="T5" fmla="*/ 232 h 324"/>
                <a:gd name="T6" fmla="*/ 0 w 1088"/>
                <a:gd name="T7" fmla="*/ 0 h 324"/>
                <a:gd name="T8" fmla="*/ 0 w 1088"/>
                <a:gd name="T9" fmla="*/ 92 h 324"/>
                <a:gd name="T10" fmla="*/ 544 w 1088"/>
                <a:gd name="T11" fmla="*/ 324 h 324"/>
                <a:gd name="T12" fmla="*/ 1088 w 1088"/>
                <a:gd name="T13" fmla="*/ 92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4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4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20" name="Component 20"/>
            <p:cNvSpPr>
              <a:spLocks noEditPoints="1"/>
            </p:cNvSpPr>
            <p:nvPr/>
          </p:nvSpPr>
          <p:spPr bwMode="auto">
            <a:xfrm>
              <a:off x="299135" y="3389217"/>
              <a:ext cx="479140" cy="493337"/>
            </a:xfrm>
            <a:custGeom>
              <a:avLst/>
              <a:gdLst>
                <a:gd name="T0" fmla="*/ 113 w 135"/>
                <a:gd name="T1" fmla="*/ 88 h 139"/>
                <a:gd name="T2" fmla="*/ 114 w 135"/>
                <a:gd name="T3" fmla="*/ 88 h 139"/>
                <a:gd name="T4" fmla="*/ 114 w 135"/>
                <a:gd name="T5" fmla="*/ 87 h 139"/>
                <a:gd name="T6" fmla="*/ 94 w 135"/>
                <a:gd name="T7" fmla="*/ 75 h 139"/>
                <a:gd name="T8" fmla="*/ 79 w 135"/>
                <a:gd name="T9" fmla="*/ 67 h 139"/>
                <a:gd name="T10" fmla="*/ 74 w 135"/>
                <a:gd name="T11" fmla="*/ 62 h 139"/>
                <a:gd name="T12" fmla="*/ 73 w 135"/>
                <a:gd name="T13" fmla="*/ 57 h 139"/>
                <a:gd name="T14" fmla="*/ 78 w 135"/>
                <a:gd name="T15" fmla="*/ 45 h 139"/>
                <a:gd name="T16" fmla="*/ 82 w 135"/>
                <a:gd name="T17" fmla="*/ 36 h 139"/>
                <a:gd name="T18" fmla="*/ 81 w 135"/>
                <a:gd name="T19" fmla="*/ 33 h 139"/>
                <a:gd name="T20" fmla="*/ 78 w 135"/>
                <a:gd name="T21" fmla="*/ 11 h 139"/>
                <a:gd name="T22" fmla="*/ 64 w 135"/>
                <a:gd name="T23" fmla="*/ 2 h 139"/>
                <a:gd name="T24" fmla="*/ 59 w 135"/>
                <a:gd name="T25" fmla="*/ 1 h 139"/>
                <a:gd name="T26" fmla="*/ 52 w 135"/>
                <a:gd name="T27" fmla="*/ 0 h 139"/>
                <a:gd name="T28" fmla="*/ 54 w 135"/>
                <a:gd name="T29" fmla="*/ 2 h 139"/>
                <a:gd name="T30" fmla="*/ 40 w 135"/>
                <a:gd name="T31" fmla="*/ 11 h 139"/>
                <a:gd name="T32" fmla="*/ 37 w 135"/>
                <a:gd name="T33" fmla="*/ 33 h 139"/>
                <a:gd name="T34" fmla="*/ 36 w 135"/>
                <a:gd name="T35" fmla="*/ 36 h 139"/>
                <a:gd name="T36" fmla="*/ 40 w 135"/>
                <a:gd name="T37" fmla="*/ 45 h 139"/>
                <a:gd name="T38" fmla="*/ 45 w 135"/>
                <a:gd name="T39" fmla="*/ 57 h 139"/>
                <a:gd name="T40" fmla="*/ 44 w 135"/>
                <a:gd name="T41" fmla="*/ 62 h 139"/>
                <a:gd name="T42" fmla="*/ 39 w 135"/>
                <a:gd name="T43" fmla="*/ 67 h 139"/>
                <a:gd name="T44" fmla="*/ 24 w 135"/>
                <a:gd name="T45" fmla="*/ 75 h 139"/>
                <a:gd name="T46" fmla="*/ 4 w 135"/>
                <a:gd name="T47" fmla="*/ 87 h 139"/>
                <a:gd name="T48" fmla="*/ 0 w 135"/>
                <a:gd name="T49" fmla="*/ 118 h 139"/>
                <a:gd name="T50" fmla="*/ 0 w 135"/>
                <a:gd name="T51" fmla="*/ 120 h 139"/>
                <a:gd name="T52" fmla="*/ 0 w 135"/>
                <a:gd name="T53" fmla="*/ 120 h 139"/>
                <a:gd name="T54" fmla="*/ 59 w 135"/>
                <a:gd name="T55" fmla="*/ 136 h 139"/>
                <a:gd name="T56" fmla="*/ 88 w 135"/>
                <a:gd name="T57" fmla="*/ 132 h 139"/>
                <a:gd name="T58" fmla="*/ 84 w 135"/>
                <a:gd name="T59" fmla="*/ 117 h 139"/>
                <a:gd name="T60" fmla="*/ 113 w 135"/>
                <a:gd name="T61" fmla="*/ 88 h 139"/>
                <a:gd name="T62" fmla="*/ 116 w 135"/>
                <a:gd name="T63" fmla="*/ 96 h 139"/>
                <a:gd name="T64" fmla="*/ 113 w 135"/>
                <a:gd name="T65" fmla="*/ 96 h 139"/>
                <a:gd name="T66" fmla="*/ 92 w 135"/>
                <a:gd name="T67" fmla="*/ 117 h 139"/>
                <a:gd name="T68" fmla="*/ 96 w 135"/>
                <a:gd name="T69" fmla="*/ 130 h 139"/>
                <a:gd name="T70" fmla="*/ 113 w 135"/>
                <a:gd name="T71" fmla="*/ 139 h 139"/>
                <a:gd name="T72" fmla="*/ 135 w 135"/>
                <a:gd name="T73" fmla="*/ 117 h 139"/>
                <a:gd name="T74" fmla="*/ 116 w 135"/>
                <a:gd name="T75" fmla="*/ 96 h 139"/>
                <a:gd name="T76" fmla="*/ 127 w 135"/>
                <a:gd name="T77" fmla="*/ 120 h 139"/>
                <a:gd name="T78" fmla="*/ 116 w 135"/>
                <a:gd name="T79" fmla="*/ 120 h 139"/>
                <a:gd name="T80" fmla="*/ 116 w 135"/>
                <a:gd name="T81" fmla="*/ 131 h 139"/>
                <a:gd name="T82" fmla="*/ 111 w 135"/>
                <a:gd name="T83" fmla="*/ 131 h 139"/>
                <a:gd name="T84" fmla="*/ 111 w 135"/>
                <a:gd name="T85" fmla="*/ 120 h 139"/>
                <a:gd name="T86" fmla="*/ 100 w 135"/>
                <a:gd name="T87" fmla="*/ 120 h 139"/>
                <a:gd name="T88" fmla="*/ 100 w 135"/>
                <a:gd name="T89" fmla="*/ 114 h 139"/>
                <a:gd name="T90" fmla="*/ 111 w 135"/>
                <a:gd name="T91" fmla="*/ 114 h 139"/>
                <a:gd name="T92" fmla="*/ 111 w 135"/>
                <a:gd name="T93" fmla="*/ 103 h 139"/>
                <a:gd name="T94" fmla="*/ 116 w 135"/>
                <a:gd name="T95" fmla="*/ 103 h 139"/>
                <a:gd name="T96" fmla="*/ 116 w 135"/>
                <a:gd name="T97" fmla="*/ 114 h 139"/>
                <a:gd name="T98" fmla="*/ 127 w 135"/>
                <a:gd name="T99" fmla="*/ 114 h 139"/>
                <a:gd name="T100" fmla="*/ 127 w 135"/>
                <a:gd name="T101" fmla="*/ 12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5" h="139">
                  <a:moveTo>
                    <a:pt x="113" y="88"/>
                  </a:moveTo>
                  <a:cubicBezTo>
                    <a:pt x="114" y="88"/>
                    <a:pt x="114" y="88"/>
                    <a:pt x="114" y="88"/>
                  </a:cubicBezTo>
                  <a:cubicBezTo>
                    <a:pt x="114" y="88"/>
                    <a:pt x="114" y="87"/>
                    <a:pt x="114" y="87"/>
                  </a:cubicBezTo>
                  <a:cubicBezTo>
                    <a:pt x="109" y="76"/>
                    <a:pt x="97" y="76"/>
                    <a:pt x="94" y="75"/>
                  </a:cubicBezTo>
                  <a:cubicBezTo>
                    <a:pt x="85" y="72"/>
                    <a:pt x="82" y="71"/>
                    <a:pt x="79" y="67"/>
                  </a:cubicBezTo>
                  <a:cubicBezTo>
                    <a:pt x="77" y="63"/>
                    <a:pt x="74" y="62"/>
                    <a:pt x="74" y="62"/>
                  </a:cubicBezTo>
                  <a:cubicBezTo>
                    <a:pt x="74" y="61"/>
                    <a:pt x="73" y="59"/>
                    <a:pt x="73" y="57"/>
                  </a:cubicBezTo>
                  <a:cubicBezTo>
                    <a:pt x="77" y="51"/>
                    <a:pt x="78" y="45"/>
                    <a:pt x="78" y="45"/>
                  </a:cubicBezTo>
                  <a:cubicBezTo>
                    <a:pt x="81" y="44"/>
                    <a:pt x="82" y="38"/>
                    <a:pt x="82" y="36"/>
                  </a:cubicBezTo>
                  <a:cubicBezTo>
                    <a:pt x="82" y="33"/>
                    <a:pt x="81" y="33"/>
                    <a:pt x="81" y="33"/>
                  </a:cubicBezTo>
                  <a:cubicBezTo>
                    <a:pt x="81" y="33"/>
                    <a:pt x="83" y="20"/>
                    <a:pt x="78" y="11"/>
                  </a:cubicBezTo>
                  <a:cubicBezTo>
                    <a:pt x="73" y="3"/>
                    <a:pt x="64" y="2"/>
                    <a:pt x="64" y="2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4" y="1"/>
                    <a:pt x="52" y="0"/>
                  </a:cubicBezTo>
                  <a:cubicBezTo>
                    <a:pt x="52" y="0"/>
                    <a:pt x="53" y="2"/>
                    <a:pt x="54" y="2"/>
                  </a:cubicBezTo>
                  <a:cubicBezTo>
                    <a:pt x="54" y="2"/>
                    <a:pt x="45" y="3"/>
                    <a:pt x="40" y="11"/>
                  </a:cubicBezTo>
                  <a:cubicBezTo>
                    <a:pt x="35" y="20"/>
                    <a:pt x="37" y="33"/>
                    <a:pt x="37" y="33"/>
                  </a:cubicBezTo>
                  <a:cubicBezTo>
                    <a:pt x="37" y="33"/>
                    <a:pt x="36" y="33"/>
                    <a:pt x="36" y="36"/>
                  </a:cubicBezTo>
                  <a:cubicBezTo>
                    <a:pt x="35" y="38"/>
                    <a:pt x="37" y="44"/>
                    <a:pt x="40" y="45"/>
                  </a:cubicBezTo>
                  <a:cubicBezTo>
                    <a:pt x="40" y="45"/>
                    <a:pt x="41" y="51"/>
                    <a:pt x="45" y="57"/>
                  </a:cubicBezTo>
                  <a:cubicBezTo>
                    <a:pt x="44" y="59"/>
                    <a:pt x="44" y="61"/>
                    <a:pt x="44" y="62"/>
                  </a:cubicBezTo>
                  <a:cubicBezTo>
                    <a:pt x="44" y="62"/>
                    <a:pt x="41" y="63"/>
                    <a:pt x="39" y="67"/>
                  </a:cubicBezTo>
                  <a:cubicBezTo>
                    <a:pt x="36" y="71"/>
                    <a:pt x="33" y="72"/>
                    <a:pt x="24" y="75"/>
                  </a:cubicBezTo>
                  <a:cubicBezTo>
                    <a:pt x="20" y="76"/>
                    <a:pt x="8" y="76"/>
                    <a:pt x="4" y="87"/>
                  </a:cubicBezTo>
                  <a:cubicBezTo>
                    <a:pt x="1" y="93"/>
                    <a:pt x="1" y="106"/>
                    <a:pt x="0" y="118"/>
                  </a:cubicBezTo>
                  <a:cubicBezTo>
                    <a:pt x="0" y="119"/>
                    <a:pt x="0" y="119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1" y="128"/>
                    <a:pt x="30" y="136"/>
                    <a:pt x="59" y="136"/>
                  </a:cubicBezTo>
                  <a:cubicBezTo>
                    <a:pt x="70" y="136"/>
                    <a:pt x="80" y="134"/>
                    <a:pt x="88" y="132"/>
                  </a:cubicBezTo>
                  <a:cubicBezTo>
                    <a:pt x="85" y="128"/>
                    <a:pt x="84" y="123"/>
                    <a:pt x="84" y="117"/>
                  </a:cubicBezTo>
                  <a:cubicBezTo>
                    <a:pt x="84" y="101"/>
                    <a:pt x="97" y="88"/>
                    <a:pt x="113" y="88"/>
                  </a:cubicBezTo>
                  <a:close/>
                  <a:moveTo>
                    <a:pt x="116" y="96"/>
                  </a:moveTo>
                  <a:cubicBezTo>
                    <a:pt x="115" y="96"/>
                    <a:pt x="114" y="96"/>
                    <a:pt x="113" y="96"/>
                  </a:cubicBezTo>
                  <a:cubicBezTo>
                    <a:pt x="101" y="96"/>
                    <a:pt x="92" y="105"/>
                    <a:pt x="92" y="117"/>
                  </a:cubicBezTo>
                  <a:cubicBezTo>
                    <a:pt x="92" y="122"/>
                    <a:pt x="93" y="127"/>
                    <a:pt x="96" y="130"/>
                  </a:cubicBezTo>
                  <a:cubicBezTo>
                    <a:pt x="100" y="135"/>
                    <a:pt x="106" y="139"/>
                    <a:pt x="113" y="139"/>
                  </a:cubicBezTo>
                  <a:cubicBezTo>
                    <a:pt x="125" y="139"/>
                    <a:pt x="135" y="129"/>
                    <a:pt x="135" y="117"/>
                  </a:cubicBezTo>
                  <a:cubicBezTo>
                    <a:pt x="135" y="106"/>
                    <a:pt x="127" y="97"/>
                    <a:pt x="116" y="96"/>
                  </a:cubicBezTo>
                  <a:close/>
                  <a:moveTo>
                    <a:pt x="127" y="120"/>
                  </a:moveTo>
                  <a:cubicBezTo>
                    <a:pt x="116" y="120"/>
                    <a:pt x="116" y="120"/>
                    <a:pt x="116" y="120"/>
                  </a:cubicBezTo>
                  <a:cubicBezTo>
                    <a:pt x="116" y="131"/>
                    <a:pt x="116" y="131"/>
                    <a:pt x="116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03"/>
                    <a:pt x="111" y="103"/>
                    <a:pt x="111" y="103"/>
                  </a:cubicBezTo>
                  <a:cubicBezTo>
                    <a:pt x="116" y="103"/>
                    <a:pt x="116" y="103"/>
                    <a:pt x="116" y="10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27" y="114"/>
                    <a:pt x="127" y="114"/>
                    <a:pt x="127" y="114"/>
                  </a:cubicBezTo>
                  <a:lnTo>
                    <a:pt x="127" y="120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sp>
          <p:nvSpPr>
            <p:cNvPr id="21" name="Component 21"/>
            <p:cNvSpPr>
              <a:spLocks noEditPoints="1"/>
            </p:cNvSpPr>
            <p:nvPr/>
          </p:nvSpPr>
          <p:spPr bwMode="auto">
            <a:xfrm>
              <a:off x="284937" y="4947309"/>
              <a:ext cx="511082" cy="511083"/>
            </a:xfrm>
            <a:custGeom>
              <a:avLst/>
              <a:gdLst>
                <a:gd name="T0" fmla="*/ 113 w 144"/>
                <a:gd name="T1" fmla="*/ 31 h 144"/>
                <a:gd name="T2" fmla="*/ 109 w 144"/>
                <a:gd name="T3" fmla="*/ 31 h 144"/>
                <a:gd name="T4" fmla="*/ 109 w 144"/>
                <a:gd name="T5" fmla="*/ 35 h 144"/>
                <a:gd name="T6" fmla="*/ 109 w 144"/>
                <a:gd name="T7" fmla="*/ 77 h 144"/>
                <a:gd name="T8" fmla="*/ 109 w 144"/>
                <a:gd name="T9" fmla="*/ 82 h 144"/>
                <a:gd name="T10" fmla="*/ 113 w 144"/>
                <a:gd name="T11" fmla="*/ 82 h 144"/>
                <a:gd name="T12" fmla="*/ 113 w 144"/>
                <a:gd name="T13" fmla="*/ 31 h 144"/>
                <a:gd name="T14" fmla="*/ 124 w 144"/>
                <a:gd name="T15" fmla="*/ 20 h 144"/>
                <a:gd name="T16" fmla="*/ 51 w 144"/>
                <a:gd name="T17" fmla="*/ 20 h 144"/>
                <a:gd name="T18" fmla="*/ 44 w 144"/>
                <a:gd name="T19" fmla="*/ 83 h 144"/>
                <a:gd name="T20" fmla="*/ 6 w 144"/>
                <a:gd name="T21" fmla="*/ 121 h 144"/>
                <a:gd name="T22" fmla="*/ 10 w 144"/>
                <a:gd name="T23" fmla="*/ 134 h 144"/>
                <a:gd name="T24" fmla="*/ 23 w 144"/>
                <a:gd name="T25" fmla="*/ 137 h 144"/>
                <a:gd name="T26" fmla="*/ 61 w 144"/>
                <a:gd name="T27" fmla="*/ 100 h 144"/>
                <a:gd name="T28" fmla="*/ 124 w 144"/>
                <a:gd name="T29" fmla="*/ 93 h 144"/>
                <a:gd name="T30" fmla="*/ 124 w 144"/>
                <a:gd name="T31" fmla="*/ 20 h 144"/>
                <a:gd name="T32" fmla="*/ 117 w 144"/>
                <a:gd name="T33" fmla="*/ 86 h 144"/>
                <a:gd name="T34" fmla="*/ 58 w 144"/>
                <a:gd name="T35" fmla="*/ 86 h 144"/>
                <a:gd name="T36" fmla="*/ 58 w 144"/>
                <a:gd name="T37" fmla="*/ 26 h 144"/>
                <a:gd name="T38" fmla="*/ 117 w 144"/>
                <a:gd name="T39" fmla="*/ 26 h 144"/>
                <a:gd name="T40" fmla="*/ 117 w 144"/>
                <a:gd name="T41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144">
                  <a:moveTo>
                    <a:pt x="113" y="31"/>
                  </a:moveTo>
                  <a:cubicBezTo>
                    <a:pt x="112" y="30"/>
                    <a:pt x="110" y="30"/>
                    <a:pt x="109" y="31"/>
                  </a:cubicBezTo>
                  <a:cubicBezTo>
                    <a:pt x="107" y="32"/>
                    <a:pt x="107" y="34"/>
                    <a:pt x="109" y="35"/>
                  </a:cubicBezTo>
                  <a:cubicBezTo>
                    <a:pt x="120" y="47"/>
                    <a:pt x="120" y="66"/>
                    <a:pt x="109" y="77"/>
                  </a:cubicBezTo>
                  <a:cubicBezTo>
                    <a:pt x="107" y="79"/>
                    <a:pt x="107" y="80"/>
                    <a:pt x="109" y="82"/>
                  </a:cubicBezTo>
                  <a:cubicBezTo>
                    <a:pt x="110" y="83"/>
                    <a:pt x="112" y="83"/>
                    <a:pt x="113" y="82"/>
                  </a:cubicBezTo>
                  <a:cubicBezTo>
                    <a:pt x="127" y="68"/>
                    <a:pt x="127" y="45"/>
                    <a:pt x="113" y="31"/>
                  </a:cubicBezTo>
                  <a:close/>
                  <a:moveTo>
                    <a:pt x="124" y="20"/>
                  </a:moveTo>
                  <a:cubicBezTo>
                    <a:pt x="104" y="0"/>
                    <a:pt x="71" y="0"/>
                    <a:pt x="51" y="20"/>
                  </a:cubicBezTo>
                  <a:cubicBezTo>
                    <a:pt x="34" y="37"/>
                    <a:pt x="32" y="63"/>
                    <a:pt x="44" y="83"/>
                  </a:cubicBezTo>
                  <a:cubicBezTo>
                    <a:pt x="6" y="121"/>
                    <a:pt x="6" y="121"/>
                    <a:pt x="6" y="121"/>
                  </a:cubicBezTo>
                  <a:cubicBezTo>
                    <a:pt x="6" y="121"/>
                    <a:pt x="0" y="125"/>
                    <a:pt x="10" y="134"/>
                  </a:cubicBezTo>
                  <a:cubicBezTo>
                    <a:pt x="19" y="144"/>
                    <a:pt x="23" y="137"/>
                    <a:pt x="23" y="137"/>
                  </a:cubicBezTo>
                  <a:cubicBezTo>
                    <a:pt x="61" y="100"/>
                    <a:pt x="61" y="100"/>
                    <a:pt x="61" y="100"/>
                  </a:cubicBezTo>
                  <a:cubicBezTo>
                    <a:pt x="80" y="112"/>
                    <a:pt x="107" y="110"/>
                    <a:pt x="124" y="93"/>
                  </a:cubicBezTo>
                  <a:cubicBezTo>
                    <a:pt x="144" y="73"/>
                    <a:pt x="144" y="40"/>
                    <a:pt x="124" y="20"/>
                  </a:cubicBezTo>
                  <a:close/>
                  <a:moveTo>
                    <a:pt x="117" y="86"/>
                  </a:moveTo>
                  <a:cubicBezTo>
                    <a:pt x="101" y="103"/>
                    <a:pt x="74" y="103"/>
                    <a:pt x="58" y="86"/>
                  </a:cubicBezTo>
                  <a:cubicBezTo>
                    <a:pt x="41" y="70"/>
                    <a:pt x="41" y="43"/>
                    <a:pt x="58" y="26"/>
                  </a:cubicBezTo>
                  <a:cubicBezTo>
                    <a:pt x="74" y="10"/>
                    <a:pt x="101" y="10"/>
                    <a:pt x="117" y="26"/>
                  </a:cubicBezTo>
                  <a:cubicBezTo>
                    <a:pt x="134" y="43"/>
                    <a:pt x="134" y="70"/>
                    <a:pt x="117" y="86"/>
                  </a:cubicBez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2216" tIns="51108" rIns="102216" bIns="51108" numCol="1" anchor="t" anchorCtr="0" compatLnSpc="1"/>
            <a:lstStyle/>
            <a:p>
              <a:endParaRPr lang="en-US" spc="-30"/>
            </a:p>
          </p:txBody>
        </p:sp>
        <p:grpSp>
          <p:nvGrpSpPr>
            <p:cNvPr id="22" name="Component 22"/>
            <p:cNvGrpSpPr/>
            <p:nvPr/>
          </p:nvGrpSpPr>
          <p:grpSpPr>
            <a:xfrm>
              <a:off x="935613" y="1680855"/>
              <a:ext cx="7762718" cy="1147175"/>
              <a:chOff x="-767998" y="1680855"/>
              <a:chExt cx="7762718" cy="1147175"/>
            </a:xfrm>
          </p:grpSpPr>
          <p:grpSp>
            <p:nvGrpSpPr>
              <p:cNvPr id="23" name="Component 23"/>
              <p:cNvGrpSpPr/>
              <p:nvPr/>
            </p:nvGrpSpPr>
            <p:grpSpPr>
              <a:xfrm>
                <a:off x="-767998" y="1680855"/>
                <a:ext cx="2306740" cy="731228"/>
                <a:chOff x="-449397" y="3280481"/>
                <a:chExt cx="1753893" cy="731228"/>
              </a:xfrm>
            </p:grpSpPr>
            <p:sp>
              <p:nvSpPr>
                <p:cNvPr id="24" name="Component 24"/>
                <p:cNvSpPr txBox="1"/>
                <p:nvPr/>
              </p:nvSpPr>
              <p:spPr>
                <a:xfrm>
                  <a:off x="-449397" y="3594408"/>
                  <a:ext cx="1753893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endParaRPr lang="en-US" sz="1117" spc="-30" dirty="0">
                    <a:solidFill>
                      <a:srgbClr val="00AA00"/>
                    </a:solidFill>
                  </a:endParaRPr>
                </a:p>
              </p:txBody>
            </p:sp>
            <p:sp>
              <p:nvSpPr>
                <p:cNvPr id="25" name="Component 25"/>
                <p:cNvSpPr txBox="1"/>
                <p:nvPr/>
              </p:nvSpPr>
              <p:spPr>
                <a:xfrm>
                  <a:off x="-449397" y="3280481"/>
                  <a:ext cx="1753893" cy="275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788" b="1" spc="-30" dirty="0">
                      <a:solidFill>
                        <a:srgbClr val="E6F5E6"/>
                      </a:solidFill>
                    </a:rPr>
                    <a:t>Plan</a:t>
                  </a:r>
                </a:p>
              </p:txBody>
            </p:sp>
          </p:grpSp>
          <p:sp>
            <p:nvSpPr>
              <p:cNvPr id="26" name="Component 26"/>
              <p:cNvSpPr txBox="1"/>
              <p:nvPr/>
            </p:nvSpPr>
            <p:spPr>
              <a:xfrm>
                <a:off x="3982197" y="1693883"/>
                <a:ext cx="3012523" cy="645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17" spc="-30" dirty="0" err="1">
                    <a:solidFill>
                      <a:srgbClr val="00AA00"/>
                    </a:solidFill>
                  </a:rPr>
                  <a:t>Build</a:t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endParaRPr lang="en-US" sz="1117" spc="-30" dirty="0">
                  <a:solidFill>
                    <a:srgbClr val="00AA00"/>
                  </a:solidFill>
                </a:endParaRPr>
              </a:p>
            </p:txBody>
          </p:sp>
          <p:grpSp>
            <p:nvGrpSpPr>
              <p:cNvPr id="27" name="Component 27"/>
              <p:cNvGrpSpPr/>
              <p:nvPr/>
            </p:nvGrpSpPr>
            <p:grpSpPr>
              <a:xfrm>
                <a:off x="1600026" y="2070251"/>
                <a:ext cx="2306740" cy="757780"/>
                <a:chOff x="1600026" y="2070251"/>
                <a:chExt cx="2306740" cy="757780"/>
              </a:xfrm>
            </p:grpSpPr>
            <p:sp>
              <p:nvSpPr>
                <p:cNvPr id="28" name="Component 28"/>
                <p:cNvSpPr txBox="1"/>
                <p:nvPr/>
              </p:nvSpPr>
              <p:spPr>
                <a:xfrm>
                  <a:off x="2179695" y="2070251"/>
                  <a:ext cx="1147402" cy="3551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/>
                  </a:r>
                </a:p>
              </p:txBody>
            </p:sp>
            <p:sp>
              <p:nvSpPr>
                <p:cNvPr id="29" name="Component 29"/>
                <p:cNvSpPr txBox="1"/>
                <p:nvPr/>
              </p:nvSpPr>
              <p:spPr>
                <a:xfrm>
                  <a:off x="1600026" y="2410729"/>
                  <a:ext cx="2306740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endParaRPr lang="en-US" sz="1117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30" name="Component 30"/>
            <p:cNvGrpSpPr/>
            <p:nvPr/>
          </p:nvGrpSpPr>
          <p:grpSpPr>
            <a:xfrm>
              <a:off x="935613" y="3273841"/>
              <a:ext cx="7762718" cy="1147175"/>
              <a:chOff x="-767998" y="1680855"/>
              <a:chExt cx="7762718" cy="1147175"/>
            </a:xfrm>
          </p:grpSpPr>
          <p:grpSp>
            <p:nvGrpSpPr>
              <p:cNvPr id="31" name="Component 31"/>
              <p:cNvGrpSpPr/>
              <p:nvPr/>
            </p:nvGrpSpPr>
            <p:grpSpPr>
              <a:xfrm>
                <a:off x="-767998" y="1680855"/>
                <a:ext cx="2306740" cy="731228"/>
                <a:chOff x="-449397" y="3280481"/>
                <a:chExt cx="1753893" cy="731228"/>
              </a:xfrm>
            </p:grpSpPr>
            <p:sp>
              <p:nvSpPr>
                <p:cNvPr id="32" name="Component 32"/>
                <p:cNvSpPr txBox="1"/>
                <p:nvPr/>
              </p:nvSpPr>
              <p:spPr>
                <a:xfrm>
                  <a:off x="-449397" y="3594408"/>
                  <a:ext cx="1753893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endParaRPr lang="en-US" sz="1117" spc="-30" dirty="0">
                    <a:solidFill>
                      <a:srgbClr val="00AA00"/>
                    </a:solidFill>
                  </a:endParaRPr>
                </a:p>
              </p:txBody>
            </p:sp>
            <p:sp>
              <p:nvSpPr>
                <p:cNvPr id="33" name="Component 33"/>
                <p:cNvSpPr txBox="1"/>
                <p:nvPr/>
              </p:nvSpPr>
              <p:spPr>
                <a:xfrm>
                  <a:off x="-449397" y="3280481"/>
                  <a:ext cx="1753893" cy="275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788" b="1" spc="-30" dirty="0">
                      <a:solidFill>
                        <a:srgbClr val="E6F5E6"/>
                      </a:solidFill>
                    </a:rPr>
                    <a:t/>
                  </a:r>
                </a:p>
              </p:txBody>
            </p:sp>
          </p:grpSp>
          <p:sp>
            <p:nvSpPr>
              <p:cNvPr id="34" name="Component 34"/>
              <p:cNvSpPr txBox="1"/>
              <p:nvPr/>
            </p:nvSpPr>
            <p:spPr>
              <a:xfrm>
                <a:off x="3982197" y="1693883"/>
                <a:ext cx="3012523" cy="645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endParaRPr lang="en-US" sz="1117" spc="-30" dirty="0">
                  <a:solidFill>
                    <a:srgbClr val="00AA00"/>
                  </a:solidFill>
                </a:endParaRPr>
              </a:p>
            </p:txBody>
          </p:sp>
          <p:grpSp>
            <p:nvGrpSpPr>
              <p:cNvPr id="35" name="Component 35"/>
              <p:cNvGrpSpPr/>
              <p:nvPr/>
            </p:nvGrpSpPr>
            <p:grpSpPr>
              <a:xfrm>
                <a:off x="1600026" y="2070251"/>
                <a:ext cx="2306740" cy="757780"/>
                <a:chOff x="1600026" y="2070251"/>
                <a:chExt cx="2306740" cy="757780"/>
              </a:xfrm>
            </p:grpSpPr>
            <p:sp>
              <p:nvSpPr>
                <p:cNvPr id="36" name="Component 36"/>
                <p:cNvSpPr txBox="1"/>
                <p:nvPr/>
              </p:nvSpPr>
              <p:spPr>
                <a:xfrm>
                  <a:off x="2179695" y="2070251"/>
                  <a:ext cx="1147402" cy="3551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Design</a:t>
                  </a:r>
                </a:p>
              </p:txBody>
            </p:sp>
            <p:sp>
              <p:nvSpPr>
                <p:cNvPr id="37" name="Component 37"/>
                <p:cNvSpPr txBox="1"/>
                <p:nvPr/>
              </p:nvSpPr>
              <p:spPr>
                <a:xfrm>
                  <a:off x="1600026" y="2410729"/>
                  <a:ext cx="2306740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>Launch</a:t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endParaRPr lang="en-US" sz="1117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38" name="Component 38"/>
            <p:cNvGrpSpPr/>
            <p:nvPr/>
          </p:nvGrpSpPr>
          <p:grpSpPr>
            <a:xfrm>
              <a:off x="935613" y="4873465"/>
              <a:ext cx="7762718" cy="1147175"/>
              <a:chOff x="-767998" y="1680855"/>
              <a:chExt cx="7762718" cy="1147175"/>
            </a:xfrm>
          </p:grpSpPr>
          <p:grpSp>
            <p:nvGrpSpPr>
              <p:cNvPr id="39" name="Component 39"/>
              <p:cNvGrpSpPr/>
              <p:nvPr/>
            </p:nvGrpSpPr>
            <p:grpSpPr>
              <a:xfrm>
                <a:off x="-767998" y="1680855"/>
                <a:ext cx="2306740" cy="731228"/>
                <a:chOff x="-449397" y="3280481"/>
                <a:chExt cx="1753893" cy="731228"/>
              </a:xfrm>
            </p:grpSpPr>
            <p:sp>
              <p:nvSpPr>
                <p:cNvPr id="40" name="Component 40"/>
                <p:cNvSpPr txBox="1"/>
                <p:nvPr/>
              </p:nvSpPr>
              <p:spPr>
                <a:xfrm>
                  <a:off x="-449397" y="3594408"/>
                  <a:ext cx="1753893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00AA00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00AA00"/>
                      </a:solidFill>
                    </a:rPr>
                    <a:t/>
                  </a:r>
                  <a:endParaRPr lang="en-US" sz="1117" spc="-30" dirty="0">
                    <a:solidFill>
                      <a:srgbClr val="00AA00"/>
                    </a:solidFill>
                  </a:endParaRPr>
                </a:p>
              </p:txBody>
            </p:sp>
            <p:sp>
              <p:nvSpPr>
                <p:cNvPr id="41" name="Component 41"/>
                <p:cNvSpPr txBox="1"/>
                <p:nvPr/>
              </p:nvSpPr>
              <p:spPr>
                <a:xfrm>
                  <a:off x="-449397" y="3280481"/>
                  <a:ext cx="1753893" cy="2752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788" b="1" spc="-30" dirty="0">
                      <a:solidFill>
                        <a:srgbClr val="E6F5E6"/>
                      </a:solidFill>
                    </a:rPr>
                    <a:t/>
                  </a:r>
                </a:p>
              </p:txBody>
            </p:sp>
          </p:grpSp>
          <p:sp>
            <p:nvSpPr>
              <p:cNvPr id="42" name="Component 42"/>
              <p:cNvSpPr txBox="1"/>
              <p:nvPr/>
            </p:nvSpPr>
            <p:spPr>
              <a:xfrm>
                <a:off x="3982197" y="1693883"/>
                <a:ext cx="3012523" cy="6451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> </a:t>
                </a:r>
                <a:r>
                  <a:rPr lang="es-ES" sz="1117" spc="-30" dirty="0" err="1">
                    <a:solidFill>
                      <a:srgbClr val="00AA00"/>
                    </a:solidFill>
                  </a:rPr>
                  <a:t/>
                </a:r>
                <a:r>
                  <a:rPr lang="es-ES" sz="1117" spc="-30" dirty="0">
                    <a:solidFill>
                      <a:srgbClr val="00AA00"/>
                    </a:solidFill>
                  </a:rPr>
                  <a:t/>
                </a:r>
                <a:endParaRPr lang="en-US" sz="1117" spc="-30" dirty="0">
                  <a:solidFill>
                    <a:srgbClr val="00AA00"/>
                  </a:solidFill>
                </a:endParaRPr>
              </a:p>
            </p:txBody>
          </p:sp>
          <p:grpSp>
            <p:nvGrpSpPr>
              <p:cNvPr id="43" name="Component 43"/>
              <p:cNvGrpSpPr/>
              <p:nvPr/>
            </p:nvGrpSpPr>
            <p:grpSpPr>
              <a:xfrm>
                <a:off x="1600026" y="2070251"/>
                <a:ext cx="2306740" cy="757780"/>
                <a:chOff x="1600026" y="2070251"/>
                <a:chExt cx="2306740" cy="757780"/>
              </a:xfrm>
            </p:grpSpPr>
            <p:sp>
              <p:nvSpPr>
                <p:cNvPr id="44" name="Component 44"/>
                <p:cNvSpPr txBox="1"/>
                <p:nvPr/>
              </p:nvSpPr>
              <p:spPr>
                <a:xfrm>
                  <a:off x="2179695" y="2070251"/>
                  <a:ext cx="1147402" cy="3551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/>
                  </a:r>
                </a:p>
              </p:txBody>
            </p:sp>
            <p:sp>
              <p:nvSpPr>
                <p:cNvPr id="45" name="Component 45"/>
                <p:cNvSpPr txBox="1"/>
                <p:nvPr/>
              </p:nvSpPr>
              <p:spPr>
                <a:xfrm>
                  <a:off x="1600026" y="2410729"/>
                  <a:ext cx="2306740" cy="41730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117" spc="-30" dirty="0" err="1">
                      <a:solidFill>
                        <a:srgbClr val="FFFFFF"/>
                      </a:solidFill>
                    </a:rPr>
                    <a:t/>
                  </a:r>
                  <a:r>
                    <a:rPr lang="es-ES" sz="1117" spc="-30" dirty="0">
                      <a:solidFill>
                        <a:srgbClr val="FFFFFF"/>
                      </a:solidFill>
                    </a:rPr>
                    <a:t/>
                  </a:r>
                  <a:endParaRPr lang="en-US" sz="1117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A00"/>
                </a:solidFill>
              </a:defRPr>
            </a:pPr>
            <a:r>
              <a:t>SWOT分析 (swot)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1517713" y="1188720"/>
            <a:ext cx="9126093" cy="5029200"/>
            <a:chOff x="-141076" y="1444762"/>
            <a:chExt cx="9126093" cy="5029200"/>
          </a:xfrm>
        </p:grpSpPr>
        <p:sp>
          <p:nvSpPr>
            <p:cNvPr id="4" name="Component 4"/>
            <p:cNvSpPr/>
            <p:nvPr/>
          </p:nvSpPr>
          <p:spPr bwMode="auto">
            <a:xfrm>
              <a:off x="4473178" y="1734118"/>
              <a:ext cx="2169047" cy="2169047"/>
            </a:xfrm>
            <a:custGeom>
              <a:avLst/>
              <a:gdLst>
                <a:gd name="T0" fmla="*/ 0 w 1186"/>
                <a:gd name="T1" fmla="*/ 0 h 1186"/>
                <a:gd name="T2" fmla="*/ 0 w 1186"/>
                <a:gd name="T3" fmla="*/ 58 h 1186"/>
                <a:gd name="T4" fmla="*/ 1128 w 1186"/>
                <a:gd name="T5" fmla="*/ 1186 h 1186"/>
                <a:gd name="T6" fmla="*/ 1186 w 1186"/>
                <a:gd name="T7" fmla="*/ 1186 h 1186"/>
                <a:gd name="T8" fmla="*/ 0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0"/>
                  </a:moveTo>
                  <a:lnTo>
                    <a:pt x="0" y="58"/>
                  </a:lnTo>
                  <a:lnTo>
                    <a:pt x="1128" y="1186"/>
                  </a:lnTo>
                  <a:lnTo>
                    <a:pt x="1186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5" name="Component 5"/>
            <p:cNvSpPr/>
            <p:nvPr/>
          </p:nvSpPr>
          <p:spPr bwMode="auto">
            <a:xfrm>
              <a:off x="4473178" y="1982845"/>
              <a:ext cx="1920320" cy="1920320"/>
            </a:xfrm>
            <a:custGeom>
              <a:avLst/>
              <a:gdLst>
                <a:gd name="T0" fmla="*/ 0 w 1050"/>
                <a:gd name="T1" fmla="*/ 0 h 1050"/>
                <a:gd name="T2" fmla="*/ 0 w 1050"/>
                <a:gd name="T3" fmla="*/ 58 h 1050"/>
                <a:gd name="T4" fmla="*/ 992 w 1050"/>
                <a:gd name="T5" fmla="*/ 1050 h 1050"/>
                <a:gd name="T6" fmla="*/ 1050 w 1050"/>
                <a:gd name="T7" fmla="*/ 1050 h 1050"/>
                <a:gd name="T8" fmla="*/ 0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0"/>
                  </a:moveTo>
                  <a:lnTo>
                    <a:pt x="0" y="58"/>
                  </a:lnTo>
                  <a:lnTo>
                    <a:pt x="992" y="1050"/>
                  </a:lnTo>
                  <a:lnTo>
                    <a:pt x="1050" y="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6" name="Component 6"/>
            <p:cNvSpPr/>
            <p:nvPr/>
          </p:nvSpPr>
          <p:spPr bwMode="auto">
            <a:xfrm>
              <a:off x="4473178" y="1485390"/>
              <a:ext cx="2417774" cy="2417774"/>
            </a:xfrm>
            <a:custGeom>
              <a:avLst/>
              <a:gdLst>
                <a:gd name="T0" fmla="*/ 0 w 1322"/>
                <a:gd name="T1" fmla="*/ 0 h 1322"/>
                <a:gd name="T2" fmla="*/ 0 w 1322"/>
                <a:gd name="T3" fmla="*/ 58 h 1322"/>
                <a:gd name="T4" fmla="*/ 1264 w 1322"/>
                <a:gd name="T5" fmla="*/ 1322 h 1322"/>
                <a:gd name="T6" fmla="*/ 1322 w 1322"/>
                <a:gd name="T7" fmla="*/ 1322 h 1322"/>
                <a:gd name="T8" fmla="*/ 0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0"/>
                  </a:moveTo>
                  <a:lnTo>
                    <a:pt x="0" y="58"/>
                  </a:lnTo>
                  <a:lnTo>
                    <a:pt x="1264" y="1322"/>
                  </a:lnTo>
                  <a:lnTo>
                    <a:pt x="1322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7" name="Component 7"/>
            <p:cNvSpPr/>
            <p:nvPr/>
          </p:nvSpPr>
          <p:spPr bwMode="auto">
            <a:xfrm>
              <a:off x="2201713" y="1734118"/>
              <a:ext cx="2169047" cy="2169047"/>
            </a:xfrm>
            <a:custGeom>
              <a:avLst/>
              <a:gdLst>
                <a:gd name="T0" fmla="*/ 0 w 1186"/>
                <a:gd name="T1" fmla="*/ 1186 h 1186"/>
                <a:gd name="T2" fmla="*/ 58 w 1186"/>
                <a:gd name="T3" fmla="*/ 1186 h 1186"/>
                <a:gd name="T4" fmla="*/ 1186 w 1186"/>
                <a:gd name="T5" fmla="*/ 58 h 1186"/>
                <a:gd name="T6" fmla="*/ 1186 w 1186"/>
                <a:gd name="T7" fmla="*/ 0 h 1186"/>
                <a:gd name="T8" fmla="*/ 0 w 1186"/>
                <a:gd name="T9" fmla="*/ 1186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1186"/>
                  </a:moveTo>
                  <a:lnTo>
                    <a:pt x="58" y="1186"/>
                  </a:lnTo>
                  <a:lnTo>
                    <a:pt x="1186" y="58"/>
                  </a:lnTo>
                  <a:lnTo>
                    <a:pt x="1186" y="0"/>
                  </a:lnTo>
                  <a:lnTo>
                    <a:pt x="0" y="1186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8" name="Component 8"/>
            <p:cNvSpPr/>
            <p:nvPr/>
          </p:nvSpPr>
          <p:spPr bwMode="auto">
            <a:xfrm>
              <a:off x="2450441" y="1982845"/>
              <a:ext cx="1920320" cy="1920320"/>
            </a:xfrm>
            <a:custGeom>
              <a:avLst/>
              <a:gdLst>
                <a:gd name="T0" fmla="*/ 0 w 1050"/>
                <a:gd name="T1" fmla="*/ 1050 h 1050"/>
                <a:gd name="T2" fmla="*/ 58 w 1050"/>
                <a:gd name="T3" fmla="*/ 1050 h 1050"/>
                <a:gd name="T4" fmla="*/ 1050 w 1050"/>
                <a:gd name="T5" fmla="*/ 58 h 1050"/>
                <a:gd name="T6" fmla="*/ 1050 w 1050"/>
                <a:gd name="T7" fmla="*/ 0 h 1050"/>
                <a:gd name="T8" fmla="*/ 0 w 105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1050"/>
                  </a:moveTo>
                  <a:lnTo>
                    <a:pt x="58" y="1050"/>
                  </a:lnTo>
                  <a:lnTo>
                    <a:pt x="1050" y="58"/>
                  </a:lnTo>
                  <a:lnTo>
                    <a:pt x="105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9" name="Component 9"/>
            <p:cNvSpPr/>
            <p:nvPr/>
          </p:nvSpPr>
          <p:spPr bwMode="auto">
            <a:xfrm>
              <a:off x="1952986" y="1485390"/>
              <a:ext cx="2417774" cy="2417774"/>
            </a:xfrm>
            <a:custGeom>
              <a:avLst/>
              <a:gdLst>
                <a:gd name="T0" fmla="*/ 0 w 1322"/>
                <a:gd name="T1" fmla="*/ 1322 h 1322"/>
                <a:gd name="T2" fmla="*/ 58 w 1322"/>
                <a:gd name="T3" fmla="*/ 1322 h 1322"/>
                <a:gd name="T4" fmla="*/ 1322 w 1322"/>
                <a:gd name="T5" fmla="*/ 58 h 1322"/>
                <a:gd name="T6" fmla="*/ 1322 w 1322"/>
                <a:gd name="T7" fmla="*/ 0 h 1322"/>
                <a:gd name="T8" fmla="*/ 0 w 1322"/>
                <a:gd name="T9" fmla="*/ 1322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1322"/>
                  </a:moveTo>
                  <a:lnTo>
                    <a:pt x="58" y="1322"/>
                  </a:lnTo>
                  <a:lnTo>
                    <a:pt x="1322" y="58"/>
                  </a:lnTo>
                  <a:lnTo>
                    <a:pt x="1322" y="0"/>
                  </a:lnTo>
                  <a:lnTo>
                    <a:pt x="0" y="1322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0" name="Component 10"/>
            <p:cNvSpPr/>
            <p:nvPr/>
          </p:nvSpPr>
          <p:spPr bwMode="auto">
            <a:xfrm>
              <a:off x="2201713" y="4005582"/>
              <a:ext cx="2169047" cy="2169047"/>
            </a:xfrm>
            <a:custGeom>
              <a:avLst/>
              <a:gdLst>
                <a:gd name="T0" fmla="*/ 58 w 1186"/>
                <a:gd name="T1" fmla="*/ 0 h 1186"/>
                <a:gd name="T2" fmla="*/ 0 w 1186"/>
                <a:gd name="T3" fmla="*/ 0 h 1186"/>
                <a:gd name="T4" fmla="*/ 1186 w 1186"/>
                <a:gd name="T5" fmla="*/ 1186 h 1186"/>
                <a:gd name="T6" fmla="*/ 1186 w 1186"/>
                <a:gd name="T7" fmla="*/ 1130 h 1186"/>
                <a:gd name="T8" fmla="*/ 5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58" y="0"/>
                  </a:moveTo>
                  <a:lnTo>
                    <a:pt x="0" y="0"/>
                  </a:lnTo>
                  <a:lnTo>
                    <a:pt x="1186" y="1186"/>
                  </a:lnTo>
                  <a:lnTo>
                    <a:pt x="1186" y="113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1" name="Component 11"/>
            <p:cNvSpPr/>
            <p:nvPr/>
          </p:nvSpPr>
          <p:spPr bwMode="auto">
            <a:xfrm>
              <a:off x="2450441" y="4005582"/>
              <a:ext cx="1920320" cy="1920320"/>
            </a:xfrm>
            <a:custGeom>
              <a:avLst/>
              <a:gdLst>
                <a:gd name="T0" fmla="*/ 58 w 1050"/>
                <a:gd name="T1" fmla="*/ 0 h 1050"/>
                <a:gd name="T2" fmla="*/ 0 w 1050"/>
                <a:gd name="T3" fmla="*/ 0 h 1050"/>
                <a:gd name="T4" fmla="*/ 1050 w 1050"/>
                <a:gd name="T5" fmla="*/ 1050 h 1050"/>
                <a:gd name="T6" fmla="*/ 1050 w 1050"/>
                <a:gd name="T7" fmla="*/ 992 h 1050"/>
                <a:gd name="T8" fmla="*/ 58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58" y="0"/>
                  </a:moveTo>
                  <a:lnTo>
                    <a:pt x="0" y="0"/>
                  </a:lnTo>
                  <a:lnTo>
                    <a:pt x="1050" y="1050"/>
                  </a:lnTo>
                  <a:lnTo>
                    <a:pt x="1050" y="99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2" name="Component 12"/>
            <p:cNvSpPr/>
            <p:nvPr/>
          </p:nvSpPr>
          <p:spPr bwMode="auto">
            <a:xfrm>
              <a:off x="1952986" y="4005582"/>
              <a:ext cx="2417774" cy="2417774"/>
            </a:xfrm>
            <a:custGeom>
              <a:avLst/>
              <a:gdLst>
                <a:gd name="T0" fmla="*/ 58 w 1322"/>
                <a:gd name="T1" fmla="*/ 0 h 1322"/>
                <a:gd name="T2" fmla="*/ 0 w 1322"/>
                <a:gd name="T3" fmla="*/ 0 h 1322"/>
                <a:gd name="T4" fmla="*/ 1322 w 1322"/>
                <a:gd name="T5" fmla="*/ 1322 h 1322"/>
                <a:gd name="T6" fmla="*/ 1322 w 1322"/>
                <a:gd name="T7" fmla="*/ 1266 h 1322"/>
                <a:gd name="T8" fmla="*/ 58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58" y="0"/>
                  </a:moveTo>
                  <a:lnTo>
                    <a:pt x="0" y="0"/>
                  </a:lnTo>
                  <a:lnTo>
                    <a:pt x="1322" y="1322"/>
                  </a:lnTo>
                  <a:lnTo>
                    <a:pt x="1322" y="126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3" name="Component 13"/>
            <p:cNvSpPr/>
            <p:nvPr/>
          </p:nvSpPr>
          <p:spPr bwMode="auto">
            <a:xfrm>
              <a:off x="4473178" y="4005582"/>
              <a:ext cx="2169047" cy="2169047"/>
            </a:xfrm>
            <a:custGeom>
              <a:avLst/>
              <a:gdLst>
                <a:gd name="T0" fmla="*/ 1128 w 1186"/>
                <a:gd name="T1" fmla="*/ 0 h 1186"/>
                <a:gd name="T2" fmla="*/ 0 w 1186"/>
                <a:gd name="T3" fmla="*/ 1128 h 1186"/>
                <a:gd name="T4" fmla="*/ 0 w 1186"/>
                <a:gd name="T5" fmla="*/ 1186 h 1186"/>
                <a:gd name="T6" fmla="*/ 1186 w 1186"/>
                <a:gd name="T7" fmla="*/ 0 h 1186"/>
                <a:gd name="T8" fmla="*/ 112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1128" y="0"/>
                  </a:moveTo>
                  <a:lnTo>
                    <a:pt x="0" y="1128"/>
                  </a:lnTo>
                  <a:lnTo>
                    <a:pt x="0" y="1186"/>
                  </a:lnTo>
                  <a:lnTo>
                    <a:pt x="1186" y="0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rgbClr val="E6F5E6">
                <a:alpha val="3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4" name="Component 14"/>
            <p:cNvSpPr/>
            <p:nvPr/>
          </p:nvSpPr>
          <p:spPr bwMode="auto">
            <a:xfrm>
              <a:off x="4473178" y="4005582"/>
              <a:ext cx="1920320" cy="1920320"/>
            </a:xfrm>
            <a:custGeom>
              <a:avLst/>
              <a:gdLst>
                <a:gd name="T0" fmla="*/ 992 w 1050"/>
                <a:gd name="T1" fmla="*/ 0 h 1050"/>
                <a:gd name="T2" fmla="*/ 0 w 1050"/>
                <a:gd name="T3" fmla="*/ 992 h 1050"/>
                <a:gd name="T4" fmla="*/ 0 w 1050"/>
                <a:gd name="T5" fmla="*/ 1050 h 1050"/>
                <a:gd name="T6" fmla="*/ 1050 w 1050"/>
                <a:gd name="T7" fmla="*/ 0 h 1050"/>
                <a:gd name="T8" fmla="*/ 992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992" y="0"/>
                  </a:moveTo>
                  <a:lnTo>
                    <a:pt x="0" y="992"/>
                  </a:lnTo>
                  <a:lnTo>
                    <a:pt x="0" y="1050"/>
                  </a:lnTo>
                  <a:lnTo>
                    <a:pt x="1050" y="0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5" name="Component 15"/>
            <p:cNvSpPr/>
            <p:nvPr/>
          </p:nvSpPr>
          <p:spPr bwMode="auto">
            <a:xfrm>
              <a:off x="4473178" y="4005582"/>
              <a:ext cx="2417774" cy="2417774"/>
            </a:xfrm>
            <a:custGeom>
              <a:avLst/>
              <a:gdLst>
                <a:gd name="T0" fmla="*/ 1264 w 1322"/>
                <a:gd name="T1" fmla="*/ 0 h 1322"/>
                <a:gd name="T2" fmla="*/ 0 w 1322"/>
                <a:gd name="T3" fmla="*/ 1264 h 1322"/>
                <a:gd name="T4" fmla="*/ 0 w 1322"/>
                <a:gd name="T5" fmla="*/ 1322 h 1322"/>
                <a:gd name="T6" fmla="*/ 1322 w 1322"/>
                <a:gd name="T7" fmla="*/ 0 h 1322"/>
                <a:gd name="T8" fmla="*/ 1264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1264" y="0"/>
                  </a:moveTo>
                  <a:lnTo>
                    <a:pt x="0" y="1264"/>
                  </a:lnTo>
                  <a:lnTo>
                    <a:pt x="0" y="1322"/>
                  </a:lnTo>
                  <a:lnTo>
                    <a:pt x="1322" y="0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E6F5E6">
                <a:alpha val="10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6" name="Component 16"/>
            <p:cNvSpPr/>
            <p:nvPr/>
          </p:nvSpPr>
          <p:spPr bwMode="auto">
            <a:xfrm>
              <a:off x="4513412" y="4045817"/>
              <a:ext cx="2121496" cy="2121496"/>
            </a:xfrm>
            <a:custGeom>
              <a:avLst/>
              <a:gdLst>
                <a:gd name="T0" fmla="*/ 527 w 580"/>
                <a:gd name="T1" fmla="*/ 501 h 580"/>
                <a:gd name="T2" fmla="*/ 501 w 580"/>
                <a:gd name="T3" fmla="*/ 527 h 580"/>
                <a:gd name="T4" fmla="*/ 184 w 580"/>
                <a:gd name="T5" fmla="*/ 578 h 580"/>
                <a:gd name="T6" fmla="*/ 151 w 580"/>
                <a:gd name="T7" fmla="*/ 561 h 580"/>
                <a:gd name="T8" fmla="*/ 6 w 580"/>
                <a:gd name="T9" fmla="*/ 275 h 580"/>
                <a:gd name="T10" fmla="*/ 11 w 580"/>
                <a:gd name="T11" fmla="*/ 239 h 580"/>
                <a:gd name="T12" fmla="*/ 238 w 580"/>
                <a:gd name="T13" fmla="*/ 11 h 580"/>
                <a:gd name="T14" fmla="*/ 275 w 580"/>
                <a:gd name="T15" fmla="*/ 6 h 580"/>
                <a:gd name="T16" fmla="*/ 561 w 580"/>
                <a:gd name="T17" fmla="*/ 152 h 580"/>
                <a:gd name="T18" fmla="*/ 578 w 580"/>
                <a:gd name="T19" fmla="*/ 184 h 580"/>
                <a:gd name="T20" fmla="*/ 527 w 580"/>
                <a:gd name="T21" fmla="*/ 501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527" y="501"/>
                  </a:moveTo>
                  <a:cubicBezTo>
                    <a:pt x="525" y="514"/>
                    <a:pt x="514" y="525"/>
                    <a:pt x="501" y="527"/>
                  </a:cubicBezTo>
                  <a:cubicBezTo>
                    <a:pt x="184" y="578"/>
                    <a:pt x="184" y="578"/>
                    <a:pt x="184" y="578"/>
                  </a:cubicBezTo>
                  <a:cubicBezTo>
                    <a:pt x="172" y="580"/>
                    <a:pt x="157" y="572"/>
                    <a:pt x="151" y="561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0" y="264"/>
                    <a:pt x="3" y="247"/>
                    <a:pt x="11" y="239"/>
                  </a:cubicBezTo>
                  <a:cubicBezTo>
                    <a:pt x="238" y="11"/>
                    <a:pt x="238" y="11"/>
                    <a:pt x="238" y="11"/>
                  </a:cubicBezTo>
                  <a:cubicBezTo>
                    <a:pt x="247" y="3"/>
                    <a:pt x="264" y="0"/>
                    <a:pt x="275" y="6"/>
                  </a:cubicBezTo>
                  <a:cubicBezTo>
                    <a:pt x="561" y="152"/>
                    <a:pt x="561" y="152"/>
                    <a:pt x="561" y="152"/>
                  </a:cubicBezTo>
                  <a:cubicBezTo>
                    <a:pt x="572" y="157"/>
                    <a:pt x="580" y="172"/>
                    <a:pt x="578" y="184"/>
                  </a:cubicBezTo>
                  <a:lnTo>
                    <a:pt x="527" y="501"/>
                  </a:ln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17" name="Component 17"/>
            <p:cNvSpPr/>
            <p:nvPr/>
          </p:nvSpPr>
          <p:spPr bwMode="auto">
            <a:xfrm>
              <a:off x="2209028" y="4045817"/>
              <a:ext cx="2121496" cy="2121496"/>
            </a:xfrm>
            <a:custGeom>
              <a:avLst/>
              <a:gdLst>
                <a:gd name="T0" fmla="*/ 79 w 580"/>
                <a:gd name="T1" fmla="*/ 527 h 580"/>
                <a:gd name="T2" fmla="*/ 53 w 580"/>
                <a:gd name="T3" fmla="*/ 501 h 580"/>
                <a:gd name="T4" fmla="*/ 2 w 580"/>
                <a:gd name="T5" fmla="*/ 184 h 580"/>
                <a:gd name="T6" fmla="*/ 19 w 580"/>
                <a:gd name="T7" fmla="*/ 152 h 580"/>
                <a:gd name="T8" fmla="*/ 305 w 580"/>
                <a:gd name="T9" fmla="*/ 6 h 580"/>
                <a:gd name="T10" fmla="*/ 342 w 580"/>
                <a:gd name="T11" fmla="*/ 11 h 580"/>
                <a:gd name="T12" fmla="*/ 569 w 580"/>
                <a:gd name="T13" fmla="*/ 239 h 580"/>
                <a:gd name="T14" fmla="*/ 574 w 580"/>
                <a:gd name="T15" fmla="*/ 275 h 580"/>
                <a:gd name="T16" fmla="*/ 429 w 580"/>
                <a:gd name="T17" fmla="*/ 561 h 580"/>
                <a:gd name="T18" fmla="*/ 396 w 580"/>
                <a:gd name="T19" fmla="*/ 578 h 580"/>
                <a:gd name="T20" fmla="*/ 79 w 580"/>
                <a:gd name="T21" fmla="*/ 527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79" y="527"/>
                  </a:moveTo>
                  <a:cubicBezTo>
                    <a:pt x="66" y="525"/>
                    <a:pt x="55" y="514"/>
                    <a:pt x="53" y="501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0" y="172"/>
                    <a:pt x="8" y="157"/>
                    <a:pt x="19" y="152"/>
                  </a:cubicBezTo>
                  <a:cubicBezTo>
                    <a:pt x="305" y="6"/>
                    <a:pt x="305" y="6"/>
                    <a:pt x="305" y="6"/>
                  </a:cubicBezTo>
                  <a:cubicBezTo>
                    <a:pt x="316" y="0"/>
                    <a:pt x="333" y="3"/>
                    <a:pt x="342" y="11"/>
                  </a:cubicBezTo>
                  <a:cubicBezTo>
                    <a:pt x="569" y="239"/>
                    <a:pt x="569" y="239"/>
                    <a:pt x="569" y="239"/>
                  </a:cubicBezTo>
                  <a:cubicBezTo>
                    <a:pt x="577" y="247"/>
                    <a:pt x="580" y="264"/>
                    <a:pt x="574" y="275"/>
                  </a:cubicBezTo>
                  <a:cubicBezTo>
                    <a:pt x="429" y="561"/>
                    <a:pt x="429" y="561"/>
                    <a:pt x="429" y="561"/>
                  </a:cubicBezTo>
                  <a:cubicBezTo>
                    <a:pt x="423" y="572"/>
                    <a:pt x="408" y="580"/>
                    <a:pt x="396" y="578"/>
                  </a:cubicBezTo>
                  <a:lnTo>
                    <a:pt x="79" y="527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18" name="Component 18"/>
            <p:cNvGrpSpPr/>
            <p:nvPr/>
          </p:nvGrpSpPr>
          <p:grpSpPr>
            <a:xfrm>
              <a:off x="2454098" y="5194352"/>
              <a:ext cx="727892" cy="727892"/>
              <a:chOff x="698377" y="5194351"/>
              <a:chExt cx="727892" cy="727892"/>
            </a:xfrm>
          </p:grpSpPr>
          <p:sp>
            <p:nvSpPr>
              <p:cNvPr id="19" name="Component 19"/>
              <p:cNvSpPr/>
              <p:nvPr/>
            </p:nvSpPr>
            <p:spPr bwMode="auto">
              <a:xfrm>
                <a:off x="698377" y="5194351"/>
                <a:ext cx="727892" cy="727892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6 h 199"/>
                  <a:gd name="T6" fmla="*/ 35 w 199"/>
                  <a:gd name="T7" fmla="*/ 36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0" name="Component 20"/>
              <p:cNvSpPr>
                <a:spLocks noEditPoints="1"/>
              </p:cNvSpPr>
              <p:nvPr/>
            </p:nvSpPr>
            <p:spPr bwMode="auto">
              <a:xfrm>
                <a:off x="837371" y="5391870"/>
                <a:ext cx="391379" cy="391379"/>
              </a:xfrm>
              <a:custGeom>
                <a:avLst/>
                <a:gdLst>
                  <a:gd name="T0" fmla="*/ 106 w 107"/>
                  <a:gd name="T1" fmla="*/ 63 h 107"/>
                  <a:gd name="T2" fmla="*/ 97 w 107"/>
                  <a:gd name="T3" fmla="*/ 15 h 107"/>
                  <a:gd name="T4" fmla="*/ 92 w 107"/>
                  <a:gd name="T5" fmla="*/ 10 h 107"/>
                  <a:gd name="T6" fmla="*/ 44 w 107"/>
                  <a:gd name="T7" fmla="*/ 1 h 107"/>
                  <a:gd name="T8" fmla="*/ 39 w 107"/>
                  <a:gd name="T9" fmla="*/ 2 h 107"/>
                  <a:gd name="T10" fmla="*/ 2 w 107"/>
                  <a:gd name="T11" fmla="*/ 39 h 107"/>
                  <a:gd name="T12" fmla="*/ 2 w 107"/>
                  <a:gd name="T13" fmla="*/ 48 h 107"/>
                  <a:gd name="T14" fmla="*/ 59 w 107"/>
                  <a:gd name="T15" fmla="*/ 105 h 107"/>
                  <a:gd name="T16" fmla="*/ 68 w 107"/>
                  <a:gd name="T17" fmla="*/ 105 h 107"/>
                  <a:gd name="T18" fmla="*/ 105 w 107"/>
                  <a:gd name="T19" fmla="*/ 68 h 107"/>
                  <a:gd name="T20" fmla="*/ 106 w 107"/>
                  <a:gd name="T21" fmla="*/ 63 h 107"/>
                  <a:gd name="T22" fmla="*/ 99 w 107"/>
                  <a:gd name="T23" fmla="*/ 66 h 107"/>
                  <a:gd name="T24" fmla="*/ 95 w 107"/>
                  <a:gd name="T25" fmla="*/ 70 h 107"/>
                  <a:gd name="T26" fmla="*/ 47 w 107"/>
                  <a:gd name="T27" fmla="*/ 60 h 107"/>
                  <a:gd name="T28" fmla="*/ 37 w 107"/>
                  <a:gd name="T29" fmla="*/ 12 h 107"/>
                  <a:gd name="T30" fmla="*/ 41 w 107"/>
                  <a:gd name="T31" fmla="*/ 9 h 107"/>
                  <a:gd name="T32" fmla="*/ 45 w 107"/>
                  <a:gd name="T33" fmla="*/ 9 h 107"/>
                  <a:gd name="T34" fmla="*/ 99 w 107"/>
                  <a:gd name="T35" fmla="*/ 62 h 107"/>
                  <a:gd name="T36" fmla="*/ 99 w 107"/>
                  <a:gd name="T37" fmla="*/ 66 h 107"/>
                  <a:gd name="T38" fmla="*/ 50 w 107"/>
                  <a:gd name="T39" fmla="*/ 56 h 107"/>
                  <a:gd name="T40" fmla="*/ 51 w 107"/>
                  <a:gd name="T41" fmla="*/ 57 h 107"/>
                  <a:gd name="T42" fmla="*/ 59 w 107"/>
                  <a:gd name="T43" fmla="*/ 59 h 107"/>
                  <a:gd name="T44" fmla="*/ 49 w 107"/>
                  <a:gd name="T45" fmla="*/ 48 h 107"/>
                  <a:gd name="T46" fmla="*/ 50 w 107"/>
                  <a:gd name="T47" fmla="*/ 56 h 107"/>
                  <a:gd name="T48" fmla="*/ 47 w 107"/>
                  <a:gd name="T49" fmla="*/ 41 h 107"/>
                  <a:gd name="T50" fmla="*/ 66 w 107"/>
                  <a:gd name="T51" fmla="*/ 60 h 107"/>
                  <a:gd name="T52" fmla="*/ 74 w 107"/>
                  <a:gd name="T53" fmla="*/ 61 h 107"/>
                  <a:gd name="T54" fmla="*/ 46 w 107"/>
                  <a:gd name="T55" fmla="*/ 33 h 107"/>
                  <a:gd name="T56" fmla="*/ 47 w 107"/>
                  <a:gd name="T57" fmla="*/ 41 h 107"/>
                  <a:gd name="T58" fmla="*/ 44 w 107"/>
                  <a:gd name="T59" fmla="*/ 24 h 107"/>
                  <a:gd name="T60" fmla="*/ 44 w 107"/>
                  <a:gd name="T61" fmla="*/ 25 h 107"/>
                  <a:gd name="T62" fmla="*/ 82 w 107"/>
                  <a:gd name="T63" fmla="*/ 63 h 107"/>
                  <a:gd name="T64" fmla="*/ 83 w 107"/>
                  <a:gd name="T65" fmla="*/ 63 h 107"/>
                  <a:gd name="T66" fmla="*/ 86 w 107"/>
                  <a:gd name="T67" fmla="*/ 61 h 107"/>
                  <a:gd name="T68" fmla="*/ 47 w 107"/>
                  <a:gd name="T69" fmla="*/ 21 h 107"/>
                  <a:gd name="T70" fmla="*/ 44 w 107"/>
                  <a:gd name="T71" fmla="*/ 2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" h="107">
                    <a:moveTo>
                      <a:pt x="106" y="63"/>
                    </a:move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2"/>
                      <a:pt x="95" y="11"/>
                      <a:pt x="92" y="10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2" y="0"/>
                      <a:pt x="40" y="1"/>
                      <a:pt x="39" y="2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42"/>
                      <a:pt x="0" y="45"/>
                      <a:pt x="2" y="48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62" y="107"/>
                      <a:pt x="65" y="107"/>
                      <a:pt x="68" y="105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6" y="67"/>
                      <a:pt x="107" y="65"/>
                      <a:pt x="106" y="63"/>
                    </a:cubicBezTo>
                    <a:close/>
                    <a:moveTo>
                      <a:pt x="99" y="66"/>
                    </a:moveTo>
                    <a:cubicBezTo>
                      <a:pt x="95" y="70"/>
                      <a:pt x="95" y="70"/>
                      <a:pt x="95" y="70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2" y="7"/>
                      <a:pt x="44" y="7"/>
                      <a:pt x="45" y="9"/>
                    </a:cubicBezTo>
                    <a:cubicBezTo>
                      <a:pt x="99" y="62"/>
                      <a:pt x="99" y="62"/>
                      <a:pt x="99" y="62"/>
                    </a:cubicBezTo>
                    <a:cubicBezTo>
                      <a:pt x="100" y="63"/>
                      <a:pt x="100" y="65"/>
                      <a:pt x="99" y="66"/>
                    </a:cubicBezTo>
                    <a:close/>
                    <a:moveTo>
                      <a:pt x="50" y="56"/>
                    </a:moveTo>
                    <a:cubicBezTo>
                      <a:pt x="51" y="57"/>
                      <a:pt x="51" y="57"/>
                      <a:pt x="51" y="57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49" y="48"/>
                      <a:pt x="49" y="48"/>
                      <a:pt x="49" y="48"/>
                    </a:cubicBezTo>
                    <a:lnTo>
                      <a:pt x="50" y="56"/>
                    </a:lnTo>
                    <a:close/>
                    <a:moveTo>
                      <a:pt x="47" y="41"/>
                    </a:moveTo>
                    <a:cubicBezTo>
                      <a:pt x="66" y="60"/>
                      <a:pt x="66" y="60"/>
                      <a:pt x="66" y="60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46" y="33"/>
                      <a:pt x="46" y="33"/>
                      <a:pt x="46" y="33"/>
                    </a:cubicBezTo>
                    <a:lnTo>
                      <a:pt x="47" y="41"/>
                    </a:lnTo>
                    <a:close/>
                    <a:moveTo>
                      <a:pt x="44" y="24"/>
                    </a:moveTo>
                    <a:cubicBezTo>
                      <a:pt x="44" y="25"/>
                      <a:pt x="44" y="25"/>
                      <a:pt x="44" y="25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47" y="21"/>
                      <a:pt x="47" y="21"/>
                      <a:pt x="47" y="21"/>
                    </a:cubicBezTo>
                    <a:lnTo>
                      <a:pt x="44" y="24"/>
                    </a:lnTo>
                    <a:close/>
                  </a:path>
                </a:pathLst>
              </a:custGeom>
              <a:solidFill>
                <a:srgbClr val="00AA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sp>
          <p:nvSpPr>
            <p:cNvPr id="21" name="Component 21"/>
            <p:cNvSpPr/>
            <p:nvPr/>
          </p:nvSpPr>
          <p:spPr bwMode="auto">
            <a:xfrm>
              <a:off x="4513412" y="1745091"/>
              <a:ext cx="2121496" cy="2117839"/>
            </a:xfrm>
            <a:custGeom>
              <a:avLst/>
              <a:gdLst>
                <a:gd name="T0" fmla="*/ 527 w 580"/>
                <a:gd name="T1" fmla="*/ 78 h 579"/>
                <a:gd name="T2" fmla="*/ 501 w 580"/>
                <a:gd name="T3" fmla="*/ 52 h 579"/>
                <a:gd name="T4" fmla="*/ 184 w 580"/>
                <a:gd name="T5" fmla="*/ 2 h 579"/>
                <a:gd name="T6" fmla="*/ 151 w 580"/>
                <a:gd name="T7" fmla="*/ 18 h 579"/>
                <a:gd name="T8" fmla="*/ 6 w 580"/>
                <a:gd name="T9" fmla="*/ 304 h 579"/>
                <a:gd name="T10" fmla="*/ 11 w 580"/>
                <a:gd name="T11" fmla="*/ 341 h 579"/>
                <a:gd name="T12" fmla="*/ 238 w 580"/>
                <a:gd name="T13" fmla="*/ 568 h 579"/>
                <a:gd name="T14" fmla="*/ 275 w 580"/>
                <a:gd name="T15" fmla="*/ 573 h 579"/>
                <a:gd name="T16" fmla="*/ 561 w 580"/>
                <a:gd name="T17" fmla="*/ 428 h 579"/>
                <a:gd name="T18" fmla="*/ 578 w 580"/>
                <a:gd name="T19" fmla="*/ 395 h 579"/>
                <a:gd name="T20" fmla="*/ 527 w 580"/>
                <a:gd name="T21" fmla="*/ 7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527" y="78"/>
                  </a:moveTo>
                  <a:cubicBezTo>
                    <a:pt x="525" y="65"/>
                    <a:pt x="514" y="54"/>
                    <a:pt x="501" y="5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72" y="0"/>
                    <a:pt x="157" y="7"/>
                    <a:pt x="151" y="18"/>
                  </a:cubicBezTo>
                  <a:cubicBezTo>
                    <a:pt x="6" y="304"/>
                    <a:pt x="6" y="304"/>
                    <a:pt x="6" y="304"/>
                  </a:cubicBezTo>
                  <a:cubicBezTo>
                    <a:pt x="0" y="315"/>
                    <a:pt x="3" y="332"/>
                    <a:pt x="11" y="341"/>
                  </a:cubicBezTo>
                  <a:cubicBezTo>
                    <a:pt x="238" y="568"/>
                    <a:pt x="238" y="568"/>
                    <a:pt x="238" y="568"/>
                  </a:cubicBezTo>
                  <a:cubicBezTo>
                    <a:pt x="247" y="577"/>
                    <a:pt x="264" y="579"/>
                    <a:pt x="275" y="573"/>
                  </a:cubicBezTo>
                  <a:cubicBezTo>
                    <a:pt x="561" y="428"/>
                    <a:pt x="561" y="428"/>
                    <a:pt x="561" y="428"/>
                  </a:cubicBezTo>
                  <a:cubicBezTo>
                    <a:pt x="572" y="422"/>
                    <a:pt x="580" y="407"/>
                    <a:pt x="578" y="395"/>
                  </a:cubicBezTo>
                  <a:lnTo>
                    <a:pt x="527" y="78"/>
                  </a:lnTo>
                  <a:close/>
                </a:path>
              </a:pathLst>
            </a:custGeom>
            <a:solidFill>
              <a:srgbClr val="66CC00"/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sp>
          <p:nvSpPr>
            <p:cNvPr id="22" name="Component 22"/>
            <p:cNvSpPr/>
            <p:nvPr/>
          </p:nvSpPr>
          <p:spPr bwMode="auto">
            <a:xfrm>
              <a:off x="2209028" y="1745091"/>
              <a:ext cx="2121496" cy="2117839"/>
            </a:xfrm>
            <a:custGeom>
              <a:avLst/>
              <a:gdLst>
                <a:gd name="T0" fmla="*/ 79 w 580"/>
                <a:gd name="T1" fmla="*/ 52 h 579"/>
                <a:gd name="T2" fmla="*/ 53 w 580"/>
                <a:gd name="T3" fmla="*/ 78 h 579"/>
                <a:gd name="T4" fmla="*/ 2 w 580"/>
                <a:gd name="T5" fmla="*/ 395 h 579"/>
                <a:gd name="T6" fmla="*/ 19 w 580"/>
                <a:gd name="T7" fmla="*/ 428 h 579"/>
                <a:gd name="T8" fmla="*/ 305 w 580"/>
                <a:gd name="T9" fmla="*/ 573 h 579"/>
                <a:gd name="T10" fmla="*/ 342 w 580"/>
                <a:gd name="T11" fmla="*/ 568 h 579"/>
                <a:gd name="T12" fmla="*/ 569 w 580"/>
                <a:gd name="T13" fmla="*/ 341 h 579"/>
                <a:gd name="T14" fmla="*/ 574 w 580"/>
                <a:gd name="T15" fmla="*/ 304 h 579"/>
                <a:gd name="T16" fmla="*/ 429 w 580"/>
                <a:gd name="T17" fmla="*/ 18 h 579"/>
                <a:gd name="T18" fmla="*/ 396 w 580"/>
                <a:gd name="T19" fmla="*/ 2 h 579"/>
                <a:gd name="T20" fmla="*/ 79 w 580"/>
                <a:gd name="T21" fmla="*/ 5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79" y="52"/>
                  </a:moveTo>
                  <a:cubicBezTo>
                    <a:pt x="66" y="54"/>
                    <a:pt x="55" y="65"/>
                    <a:pt x="53" y="78"/>
                  </a:cubicBezTo>
                  <a:cubicBezTo>
                    <a:pt x="2" y="395"/>
                    <a:pt x="2" y="395"/>
                    <a:pt x="2" y="395"/>
                  </a:cubicBezTo>
                  <a:cubicBezTo>
                    <a:pt x="0" y="407"/>
                    <a:pt x="8" y="422"/>
                    <a:pt x="19" y="428"/>
                  </a:cubicBezTo>
                  <a:cubicBezTo>
                    <a:pt x="305" y="573"/>
                    <a:pt x="305" y="573"/>
                    <a:pt x="305" y="573"/>
                  </a:cubicBezTo>
                  <a:cubicBezTo>
                    <a:pt x="316" y="579"/>
                    <a:pt x="333" y="577"/>
                    <a:pt x="342" y="568"/>
                  </a:cubicBezTo>
                  <a:cubicBezTo>
                    <a:pt x="569" y="341"/>
                    <a:pt x="569" y="341"/>
                    <a:pt x="569" y="341"/>
                  </a:cubicBezTo>
                  <a:cubicBezTo>
                    <a:pt x="577" y="332"/>
                    <a:pt x="580" y="315"/>
                    <a:pt x="574" y="304"/>
                  </a:cubicBezTo>
                  <a:cubicBezTo>
                    <a:pt x="429" y="18"/>
                    <a:pt x="429" y="18"/>
                    <a:pt x="429" y="18"/>
                  </a:cubicBezTo>
                  <a:cubicBezTo>
                    <a:pt x="423" y="7"/>
                    <a:pt x="408" y="0"/>
                    <a:pt x="396" y="2"/>
                  </a:cubicBezTo>
                  <a:lnTo>
                    <a:pt x="79" y="52"/>
                  </a:lnTo>
                  <a:close/>
                </a:path>
              </a:pathLst>
            </a:custGeom>
            <a:solidFill>
              <a:srgbClr val="00AA00">
                <a:lumMod val="75000"/>
              </a:srgbClr>
            </a:solidFill>
            <a:ln>
              <a:noFill/>
            </a:ln>
          </p:spPr>
          <p:txBody>
            <a:bodyPr vert="horz" wrap="square" lIns="105343" tIns="52671" rIns="105343" bIns="52671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23" name="Component 23"/>
            <p:cNvGrpSpPr/>
            <p:nvPr/>
          </p:nvGrpSpPr>
          <p:grpSpPr>
            <a:xfrm>
              <a:off x="2454098" y="1986503"/>
              <a:ext cx="727892" cy="727892"/>
              <a:chOff x="698377" y="1986501"/>
              <a:chExt cx="727892" cy="727892"/>
            </a:xfrm>
          </p:grpSpPr>
          <p:sp>
            <p:nvSpPr>
              <p:cNvPr id="24" name="Component 24"/>
              <p:cNvSpPr/>
              <p:nvPr/>
            </p:nvSpPr>
            <p:spPr bwMode="auto">
              <a:xfrm>
                <a:off x="698377" y="1986501"/>
                <a:ext cx="727892" cy="727892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5 h 199"/>
                  <a:gd name="T4" fmla="*/ 35 w 199"/>
                  <a:gd name="T5" fmla="*/ 35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5" name="Component 25"/>
              <p:cNvSpPr>
                <a:spLocks noEditPoints="1"/>
              </p:cNvSpPr>
              <p:nvPr/>
            </p:nvSpPr>
            <p:spPr bwMode="auto">
              <a:xfrm>
                <a:off x="862976" y="2151100"/>
                <a:ext cx="376748" cy="376748"/>
              </a:xfrm>
              <a:custGeom>
                <a:avLst/>
                <a:gdLst>
                  <a:gd name="T0" fmla="*/ 58 w 103"/>
                  <a:gd name="T1" fmla="*/ 40 h 103"/>
                  <a:gd name="T2" fmla="*/ 60 w 103"/>
                  <a:gd name="T3" fmla="*/ 48 h 103"/>
                  <a:gd name="T4" fmla="*/ 43 w 103"/>
                  <a:gd name="T5" fmla="*/ 43 h 103"/>
                  <a:gd name="T6" fmla="*/ 48 w 103"/>
                  <a:gd name="T7" fmla="*/ 61 h 103"/>
                  <a:gd name="T8" fmla="*/ 40 w 103"/>
                  <a:gd name="T9" fmla="*/ 58 h 103"/>
                  <a:gd name="T10" fmla="*/ 38 w 103"/>
                  <a:gd name="T11" fmla="*/ 64 h 103"/>
                  <a:gd name="T12" fmla="*/ 57 w 103"/>
                  <a:gd name="T13" fmla="*/ 71 h 103"/>
                  <a:gd name="T14" fmla="*/ 52 w 103"/>
                  <a:gd name="T15" fmla="*/ 52 h 103"/>
                  <a:gd name="T16" fmla="*/ 71 w 103"/>
                  <a:gd name="T17" fmla="*/ 57 h 103"/>
                  <a:gd name="T18" fmla="*/ 63 w 103"/>
                  <a:gd name="T19" fmla="*/ 38 h 103"/>
                  <a:gd name="T20" fmla="*/ 58 w 103"/>
                  <a:gd name="T21" fmla="*/ 40 h 103"/>
                  <a:gd name="T22" fmla="*/ 27 w 103"/>
                  <a:gd name="T23" fmla="*/ 24 h 103"/>
                  <a:gd name="T24" fmla="*/ 24 w 103"/>
                  <a:gd name="T25" fmla="*/ 24 h 103"/>
                  <a:gd name="T26" fmla="*/ 24 w 103"/>
                  <a:gd name="T27" fmla="*/ 63 h 103"/>
                  <a:gd name="T28" fmla="*/ 27 w 103"/>
                  <a:gd name="T29" fmla="*/ 63 h 103"/>
                  <a:gd name="T30" fmla="*/ 27 w 103"/>
                  <a:gd name="T31" fmla="*/ 60 h 103"/>
                  <a:gd name="T32" fmla="*/ 27 w 103"/>
                  <a:gd name="T33" fmla="*/ 27 h 103"/>
                  <a:gd name="T34" fmla="*/ 27 w 103"/>
                  <a:gd name="T35" fmla="*/ 24 h 103"/>
                  <a:gd name="T36" fmla="*/ 103 w 103"/>
                  <a:gd name="T37" fmla="*/ 89 h 103"/>
                  <a:gd name="T38" fmla="*/ 101 w 103"/>
                  <a:gd name="T39" fmla="*/ 86 h 103"/>
                  <a:gd name="T40" fmla="*/ 102 w 103"/>
                  <a:gd name="T41" fmla="*/ 80 h 103"/>
                  <a:gd name="T42" fmla="*/ 99 w 103"/>
                  <a:gd name="T43" fmla="*/ 75 h 103"/>
                  <a:gd name="T44" fmla="*/ 89 w 103"/>
                  <a:gd name="T45" fmla="*/ 89 h 103"/>
                  <a:gd name="T46" fmla="*/ 75 w 103"/>
                  <a:gd name="T47" fmla="*/ 99 h 103"/>
                  <a:gd name="T48" fmla="*/ 80 w 103"/>
                  <a:gd name="T49" fmla="*/ 102 h 103"/>
                  <a:gd name="T50" fmla="*/ 86 w 103"/>
                  <a:gd name="T51" fmla="*/ 101 h 103"/>
                  <a:gd name="T52" fmla="*/ 89 w 103"/>
                  <a:gd name="T53" fmla="*/ 103 h 103"/>
                  <a:gd name="T54" fmla="*/ 98 w 103"/>
                  <a:gd name="T55" fmla="*/ 98 h 103"/>
                  <a:gd name="T56" fmla="*/ 103 w 103"/>
                  <a:gd name="T57" fmla="*/ 89 h 103"/>
                  <a:gd name="T58" fmla="*/ 95 w 103"/>
                  <a:gd name="T59" fmla="*/ 71 h 103"/>
                  <a:gd name="T60" fmla="*/ 92 w 103"/>
                  <a:gd name="T61" fmla="*/ 66 h 103"/>
                  <a:gd name="T62" fmla="*/ 81 w 103"/>
                  <a:gd name="T63" fmla="*/ 81 h 103"/>
                  <a:gd name="T64" fmla="*/ 66 w 103"/>
                  <a:gd name="T65" fmla="*/ 92 h 103"/>
                  <a:gd name="T66" fmla="*/ 70 w 103"/>
                  <a:gd name="T67" fmla="*/ 96 h 103"/>
                  <a:gd name="T68" fmla="*/ 85 w 103"/>
                  <a:gd name="T69" fmla="*/ 85 h 103"/>
                  <a:gd name="T70" fmla="*/ 95 w 103"/>
                  <a:gd name="T71" fmla="*/ 71 h 103"/>
                  <a:gd name="T72" fmla="*/ 89 w 103"/>
                  <a:gd name="T73" fmla="*/ 61 h 103"/>
                  <a:gd name="T74" fmla="*/ 83 w 103"/>
                  <a:gd name="T75" fmla="*/ 53 h 103"/>
                  <a:gd name="T76" fmla="*/ 72 w 103"/>
                  <a:gd name="T77" fmla="*/ 16 h 103"/>
                  <a:gd name="T78" fmla="*/ 15 w 103"/>
                  <a:gd name="T79" fmla="*/ 16 h 103"/>
                  <a:gd name="T80" fmla="*/ 15 w 103"/>
                  <a:gd name="T81" fmla="*/ 72 h 103"/>
                  <a:gd name="T82" fmla="*/ 53 w 103"/>
                  <a:gd name="T83" fmla="*/ 83 h 103"/>
                  <a:gd name="T84" fmla="*/ 61 w 103"/>
                  <a:gd name="T85" fmla="*/ 89 h 103"/>
                  <a:gd name="T86" fmla="*/ 78 w 103"/>
                  <a:gd name="T87" fmla="*/ 78 h 103"/>
                  <a:gd name="T88" fmla="*/ 89 w 103"/>
                  <a:gd name="T89" fmla="*/ 61 h 103"/>
                  <a:gd name="T90" fmla="*/ 61 w 103"/>
                  <a:gd name="T91" fmla="*/ 81 h 103"/>
                  <a:gd name="T92" fmla="*/ 54 w 103"/>
                  <a:gd name="T93" fmla="*/ 75 h 103"/>
                  <a:gd name="T94" fmla="*/ 20 w 103"/>
                  <a:gd name="T95" fmla="*/ 67 h 103"/>
                  <a:gd name="T96" fmla="*/ 20 w 103"/>
                  <a:gd name="T97" fmla="*/ 21 h 103"/>
                  <a:gd name="T98" fmla="*/ 67 w 103"/>
                  <a:gd name="T99" fmla="*/ 20 h 103"/>
                  <a:gd name="T100" fmla="*/ 75 w 103"/>
                  <a:gd name="T101" fmla="*/ 54 h 103"/>
                  <a:gd name="T102" fmla="*/ 81 w 103"/>
                  <a:gd name="T103" fmla="*/ 62 h 103"/>
                  <a:gd name="T104" fmla="*/ 73 w 103"/>
                  <a:gd name="T105" fmla="*/ 73 h 103"/>
                  <a:gd name="T106" fmla="*/ 61 w 103"/>
                  <a:gd name="T107" fmla="*/ 8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3" h="103">
                    <a:moveTo>
                      <a:pt x="58" y="40"/>
                    </a:moveTo>
                    <a:cubicBezTo>
                      <a:pt x="60" y="48"/>
                      <a:pt x="60" y="48"/>
                      <a:pt x="60" y="48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63" y="38"/>
                      <a:pt x="63" y="38"/>
                      <a:pt x="63" y="38"/>
                    </a:cubicBezTo>
                    <a:lnTo>
                      <a:pt x="58" y="40"/>
                    </a:lnTo>
                    <a:close/>
                    <a:moveTo>
                      <a:pt x="27" y="24"/>
                    </a:moveTo>
                    <a:cubicBezTo>
                      <a:pt x="26" y="23"/>
                      <a:pt x="25" y="23"/>
                      <a:pt x="24" y="24"/>
                    </a:cubicBezTo>
                    <a:cubicBezTo>
                      <a:pt x="13" y="35"/>
                      <a:pt x="13" y="53"/>
                      <a:pt x="24" y="63"/>
                    </a:cubicBezTo>
                    <a:cubicBezTo>
                      <a:pt x="25" y="64"/>
                      <a:pt x="26" y="64"/>
                      <a:pt x="27" y="63"/>
                    </a:cubicBezTo>
                    <a:cubicBezTo>
                      <a:pt x="28" y="63"/>
                      <a:pt x="28" y="61"/>
                      <a:pt x="27" y="60"/>
                    </a:cubicBezTo>
                    <a:cubicBezTo>
                      <a:pt x="18" y="51"/>
                      <a:pt x="18" y="36"/>
                      <a:pt x="27" y="27"/>
                    </a:cubicBezTo>
                    <a:cubicBezTo>
                      <a:pt x="28" y="26"/>
                      <a:pt x="28" y="25"/>
                      <a:pt x="27" y="24"/>
                    </a:cubicBezTo>
                    <a:close/>
                    <a:moveTo>
                      <a:pt x="103" y="89"/>
                    </a:moveTo>
                    <a:cubicBezTo>
                      <a:pt x="101" y="86"/>
                      <a:pt x="101" y="86"/>
                      <a:pt x="101" y="86"/>
                    </a:cubicBezTo>
                    <a:cubicBezTo>
                      <a:pt x="103" y="82"/>
                      <a:pt x="102" y="80"/>
                      <a:pt x="102" y="80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6" y="80"/>
                      <a:pt x="93" y="84"/>
                      <a:pt x="89" y="89"/>
                    </a:cubicBezTo>
                    <a:cubicBezTo>
                      <a:pt x="84" y="93"/>
                      <a:pt x="80" y="96"/>
                      <a:pt x="75" y="99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80" y="102"/>
                      <a:pt x="82" y="103"/>
                      <a:pt x="86" y="101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89" y="103"/>
                      <a:pt x="92" y="103"/>
                      <a:pt x="98" y="98"/>
                    </a:cubicBezTo>
                    <a:cubicBezTo>
                      <a:pt x="103" y="92"/>
                      <a:pt x="103" y="89"/>
                      <a:pt x="103" y="89"/>
                    </a:cubicBezTo>
                    <a:close/>
                    <a:moveTo>
                      <a:pt x="95" y="71"/>
                    </a:moveTo>
                    <a:cubicBezTo>
                      <a:pt x="92" y="66"/>
                      <a:pt x="92" y="66"/>
                      <a:pt x="92" y="66"/>
                    </a:cubicBezTo>
                    <a:cubicBezTo>
                      <a:pt x="89" y="71"/>
                      <a:pt x="86" y="76"/>
                      <a:pt x="81" y="81"/>
                    </a:cubicBezTo>
                    <a:cubicBezTo>
                      <a:pt x="76" y="86"/>
                      <a:pt x="71" y="89"/>
                      <a:pt x="66" y="92"/>
                    </a:cubicBezTo>
                    <a:cubicBezTo>
                      <a:pt x="70" y="96"/>
                      <a:pt x="70" y="96"/>
                      <a:pt x="70" y="96"/>
                    </a:cubicBezTo>
                    <a:cubicBezTo>
                      <a:pt x="76" y="93"/>
                      <a:pt x="81" y="90"/>
                      <a:pt x="85" y="85"/>
                    </a:cubicBezTo>
                    <a:cubicBezTo>
                      <a:pt x="90" y="81"/>
                      <a:pt x="93" y="76"/>
                      <a:pt x="95" y="71"/>
                    </a:cubicBezTo>
                    <a:close/>
                    <a:moveTo>
                      <a:pt x="89" y="61"/>
                    </a:moveTo>
                    <a:cubicBezTo>
                      <a:pt x="83" y="53"/>
                      <a:pt x="83" y="53"/>
                      <a:pt x="83" y="53"/>
                    </a:cubicBezTo>
                    <a:cubicBezTo>
                      <a:pt x="86" y="40"/>
                      <a:pt x="82" y="26"/>
                      <a:pt x="72" y="16"/>
                    </a:cubicBezTo>
                    <a:cubicBezTo>
                      <a:pt x="56" y="0"/>
                      <a:pt x="31" y="0"/>
                      <a:pt x="15" y="16"/>
                    </a:cubicBezTo>
                    <a:cubicBezTo>
                      <a:pt x="0" y="31"/>
                      <a:pt x="0" y="56"/>
                      <a:pt x="15" y="72"/>
                    </a:cubicBezTo>
                    <a:cubicBezTo>
                      <a:pt x="26" y="82"/>
                      <a:pt x="40" y="86"/>
                      <a:pt x="53" y="8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7" y="86"/>
                      <a:pt x="73" y="83"/>
                      <a:pt x="78" y="78"/>
                    </a:cubicBezTo>
                    <a:cubicBezTo>
                      <a:pt x="83" y="73"/>
                      <a:pt x="86" y="67"/>
                      <a:pt x="89" y="61"/>
                    </a:cubicBezTo>
                    <a:close/>
                    <a:moveTo>
                      <a:pt x="61" y="81"/>
                    </a:moveTo>
                    <a:cubicBezTo>
                      <a:pt x="54" y="75"/>
                      <a:pt x="54" y="75"/>
                      <a:pt x="54" y="75"/>
                    </a:cubicBezTo>
                    <a:cubicBezTo>
                      <a:pt x="43" y="79"/>
                      <a:pt x="30" y="76"/>
                      <a:pt x="20" y="67"/>
                    </a:cubicBezTo>
                    <a:cubicBezTo>
                      <a:pt x="8" y="54"/>
                      <a:pt x="8" y="33"/>
                      <a:pt x="20" y="21"/>
                    </a:cubicBezTo>
                    <a:cubicBezTo>
                      <a:pt x="33" y="8"/>
                      <a:pt x="54" y="8"/>
                      <a:pt x="67" y="20"/>
                    </a:cubicBezTo>
                    <a:cubicBezTo>
                      <a:pt x="76" y="30"/>
                      <a:pt x="79" y="43"/>
                      <a:pt x="75" y="54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1" y="62"/>
                      <a:pt x="80" y="66"/>
                      <a:pt x="73" y="73"/>
                    </a:cubicBezTo>
                    <a:cubicBezTo>
                      <a:pt x="66" y="80"/>
                      <a:pt x="61" y="81"/>
                      <a:pt x="61" y="81"/>
                    </a:cubicBezTo>
                    <a:close/>
                  </a:path>
                </a:pathLst>
              </a:custGeom>
              <a:solidFill>
                <a:srgbClr val="00AA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6" name="Component 26"/>
            <p:cNvGrpSpPr/>
            <p:nvPr/>
          </p:nvGrpSpPr>
          <p:grpSpPr>
            <a:xfrm>
              <a:off x="5661948" y="5194352"/>
              <a:ext cx="727892" cy="727892"/>
              <a:chOff x="3906225" y="5194351"/>
              <a:chExt cx="727892" cy="727892"/>
            </a:xfrm>
          </p:grpSpPr>
          <p:sp>
            <p:nvSpPr>
              <p:cNvPr id="27" name="Component 27"/>
              <p:cNvSpPr/>
              <p:nvPr/>
            </p:nvSpPr>
            <p:spPr bwMode="auto">
              <a:xfrm>
                <a:off x="3906225" y="5194351"/>
                <a:ext cx="727892" cy="727892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6 h 199"/>
                  <a:gd name="T4" fmla="*/ 35 w 199"/>
                  <a:gd name="T5" fmla="*/ 36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8" name="Component 28"/>
              <p:cNvSpPr>
                <a:spLocks noEditPoints="1"/>
              </p:cNvSpPr>
              <p:nvPr/>
            </p:nvSpPr>
            <p:spPr bwMode="auto">
              <a:xfrm>
                <a:off x="4037904" y="5340661"/>
                <a:ext cx="468192" cy="420641"/>
              </a:xfrm>
              <a:custGeom>
                <a:avLst/>
                <a:gdLst>
                  <a:gd name="T0" fmla="*/ 106 w 256"/>
                  <a:gd name="T1" fmla="*/ 42 h 230"/>
                  <a:gd name="T2" fmla="*/ 44 w 256"/>
                  <a:gd name="T3" fmla="*/ 104 h 230"/>
                  <a:gd name="T4" fmla="*/ 52 w 256"/>
                  <a:gd name="T5" fmla="*/ 114 h 230"/>
                  <a:gd name="T6" fmla="*/ 114 w 256"/>
                  <a:gd name="T7" fmla="*/ 50 h 230"/>
                  <a:gd name="T8" fmla="*/ 106 w 256"/>
                  <a:gd name="T9" fmla="*/ 42 h 230"/>
                  <a:gd name="T10" fmla="*/ 122 w 256"/>
                  <a:gd name="T11" fmla="*/ 60 h 230"/>
                  <a:gd name="T12" fmla="*/ 60 w 256"/>
                  <a:gd name="T13" fmla="*/ 122 h 230"/>
                  <a:gd name="T14" fmla="*/ 70 w 256"/>
                  <a:gd name="T15" fmla="*/ 130 h 230"/>
                  <a:gd name="T16" fmla="*/ 132 w 256"/>
                  <a:gd name="T17" fmla="*/ 68 h 230"/>
                  <a:gd name="T18" fmla="*/ 122 w 256"/>
                  <a:gd name="T19" fmla="*/ 60 h 230"/>
                  <a:gd name="T20" fmla="*/ 126 w 256"/>
                  <a:gd name="T21" fmla="*/ 0 h 230"/>
                  <a:gd name="T22" fmla="*/ 114 w 256"/>
                  <a:gd name="T23" fmla="*/ 12 h 230"/>
                  <a:gd name="T24" fmla="*/ 102 w 256"/>
                  <a:gd name="T25" fmla="*/ 0 h 230"/>
                  <a:gd name="T26" fmla="*/ 0 w 256"/>
                  <a:gd name="T27" fmla="*/ 100 h 230"/>
                  <a:gd name="T28" fmla="*/ 130 w 256"/>
                  <a:gd name="T29" fmla="*/ 230 h 230"/>
                  <a:gd name="T30" fmla="*/ 144 w 256"/>
                  <a:gd name="T31" fmla="*/ 218 h 230"/>
                  <a:gd name="T32" fmla="*/ 156 w 256"/>
                  <a:gd name="T33" fmla="*/ 230 h 230"/>
                  <a:gd name="T34" fmla="*/ 224 w 256"/>
                  <a:gd name="T35" fmla="*/ 162 h 230"/>
                  <a:gd name="T36" fmla="*/ 256 w 256"/>
                  <a:gd name="T37" fmla="*/ 130 h 230"/>
                  <a:gd name="T38" fmla="*/ 126 w 256"/>
                  <a:gd name="T39" fmla="*/ 0 h 230"/>
                  <a:gd name="T40" fmla="*/ 130 w 256"/>
                  <a:gd name="T41" fmla="*/ 216 h 230"/>
                  <a:gd name="T42" fmla="*/ 14 w 256"/>
                  <a:gd name="T43" fmla="*/ 100 h 230"/>
                  <a:gd name="T44" fmla="*/ 102 w 256"/>
                  <a:gd name="T45" fmla="*/ 14 h 230"/>
                  <a:gd name="T46" fmla="*/ 188 w 256"/>
                  <a:gd name="T47" fmla="*/ 100 h 230"/>
                  <a:gd name="T48" fmla="*/ 158 w 256"/>
                  <a:gd name="T49" fmla="*/ 130 h 230"/>
                  <a:gd name="T50" fmla="*/ 188 w 256"/>
                  <a:gd name="T51" fmla="*/ 160 h 230"/>
                  <a:gd name="T52" fmla="*/ 130 w 256"/>
                  <a:gd name="T53" fmla="*/ 216 h 230"/>
                  <a:gd name="T54" fmla="*/ 212 w 256"/>
                  <a:gd name="T55" fmla="*/ 160 h 230"/>
                  <a:gd name="T56" fmla="*/ 156 w 256"/>
                  <a:gd name="T57" fmla="*/ 216 h 230"/>
                  <a:gd name="T58" fmla="*/ 150 w 256"/>
                  <a:gd name="T59" fmla="*/ 210 h 230"/>
                  <a:gd name="T60" fmla="*/ 198 w 256"/>
                  <a:gd name="T61" fmla="*/ 162 h 230"/>
                  <a:gd name="T62" fmla="*/ 198 w 256"/>
                  <a:gd name="T63" fmla="*/ 96 h 230"/>
                  <a:gd name="T64" fmla="*/ 120 w 256"/>
                  <a:gd name="T65" fmla="*/ 18 h 230"/>
                  <a:gd name="T66" fmla="*/ 126 w 256"/>
                  <a:gd name="T67" fmla="*/ 14 h 230"/>
                  <a:gd name="T68" fmla="*/ 212 w 256"/>
                  <a:gd name="T69" fmla="*/ 100 h 230"/>
                  <a:gd name="T70" fmla="*/ 242 w 256"/>
                  <a:gd name="T71" fmla="*/ 130 h 230"/>
                  <a:gd name="T72" fmla="*/ 212 w 256"/>
                  <a:gd name="T73" fmla="*/ 160 h 230"/>
                  <a:gd name="T74" fmla="*/ 78 w 256"/>
                  <a:gd name="T75" fmla="*/ 140 h 230"/>
                  <a:gd name="T76" fmla="*/ 88 w 256"/>
                  <a:gd name="T77" fmla="*/ 148 h 230"/>
                  <a:gd name="T78" fmla="*/ 150 w 256"/>
                  <a:gd name="T79" fmla="*/ 86 h 230"/>
                  <a:gd name="T80" fmla="*/ 140 w 256"/>
                  <a:gd name="T81" fmla="*/ 78 h 230"/>
                  <a:gd name="T82" fmla="*/ 78 w 256"/>
                  <a:gd name="T83" fmla="*/ 140 h 230"/>
                  <a:gd name="T84" fmla="*/ 96 w 256"/>
                  <a:gd name="T85" fmla="*/ 156 h 230"/>
                  <a:gd name="T86" fmla="*/ 104 w 256"/>
                  <a:gd name="T87" fmla="*/ 166 h 230"/>
                  <a:gd name="T88" fmla="*/ 136 w 256"/>
                  <a:gd name="T89" fmla="*/ 134 h 230"/>
                  <a:gd name="T90" fmla="*/ 126 w 256"/>
                  <a:gd name="T91" fmla="*/ 126 h 230"/>
                  <a:gd name="T92" fmla="*/ 96 w 256"/>
                  <a:gd name="T93" fmla="*/ 15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56" h="230">
                    <a:moveTo>
                      <a:pt x="106" y="42"/>
                    </a:moveTo>
                    <a:lnTo>
                      <a:pt x="44" y="104"/>
                    </a:lnTo>
                    <a:lnTo>
                      <a:pt x="52" y="114"/>
                    </a:lnTo>
                    <a:lnTo>
                      <a:pt x="114" y="50"/>
                    </a:lnTo>
                    <a:lnTo>
                      <a:pt x="106" y="42"/>
                    </a:lnTo>
                    <a:close/>
                    <a:moveTo>
                      <a:pt x="122" y="60"/>
                    </a:moveTo>
                    <a:lnTo>
                      <a:pt x="60" y="122"/>
                    </a:lnTo>
                    <a:lnTo>
                      <a:pt x="70" y="130"/>
                    </a:lnTo>
                    <a:lnTo>
                      <a:pt x="132" y="68"/>
                    </a:lnTo>
                    <a:lnTo>
                      <a:pt x="122" y="60"/>
                    </a:lnTo>
                    <a:close/>
                    <a:moveTo>
                      <a:pt x="126" y="0"/>
                    </a:moveTo>
                    <a:lnTo>
                      <a:pt x="114" y="12"/>
                    </a:lnTo>
                    <a:lnTo>
                      <a:pt x="102" y="0"/>
                    </a:lnTo>
                    <a:lnTo>
                      <a:pt x="0" y="100"/>
                    </a:lnTo>
                    <a:lnTo>
                      <a:pt x="130" y="230"/>
                    </a:lnTo>
                    <a:lnTo>
                      <a:pt x="144" y="218"/>
                    </a:lnTo>
                    <a:lnTo>
                      <a:pt x="156" y="230"/>
                    </a:lnTo>
                    <a:lnTo>
                      <a:pt x="224" y="162"/>
                    </a:lnTo>
                    <a:lnTo>
                      <a:pt x="256" y="130"/>
                    </a:lnTo>
                    <a:lnTo>
                      <a:pt x="126" y="0"/>
                    </a:lnTo>
                    <a:close/>
                    <a:moveTo>
                      <a:pt x="130" y="216"/>
                    </a:moveTo>
                    <a:lnTo>
                      <a:pt x="14" y="100"/>
                    </a:lnTo>
                    <a:lnTo>
                      <a:pt x="102" y="14"/>
                    </a:lnTo>
                    <a:lnTo>
                      <a:pt x="188" y="100"/>
                    </a:lnTo>
                    <a:lnTo>
                      <a:pt x="158" y="130"/>
                    </a:lnTo>
                    <a:lnTo>
                      <a:pt x="188" y="160"/>
                    </a:lnTo>
                    <a:lnTo>
                      <a:pt x="130" y="216"/>
                    </a:lnTo>
                    <a:close/>
                    <a:moveTo>
                      <a:pt x="212" y="160"/>
                    </a:moveTo>
                    <a:lnTo>
                      <a:pt x="156" y="216"/>
                    </a:lnTo>
                    <a:lnTo>
                      <a:pt x="150" y="210"/>
                    </a:lnTo>
                    <a:lnTo>
                      <a:pt x="198" y="162"/>
                    </a:lnTo>
                    <a:lnTo>
                      <a:pt x="198" y="96"/>
                    </a:lnTo>
                    <a:lnTo>
                      <a:pt x="120" y="18"/>
                    </a:lnTo>
                    <a:lnTo>
                      <a:pt x="126" y="14"/>
                    </a:lnTo>
                    <a:lnTo>
                      <a:pt x="212" y="100"/>
                    </a:lnTo>
                    <a:lnTo>
                      <a:pt x="242" y="130"/>
                    </a:lnTo>
                    <a:lnTo>
                      <a:pt x="212" y="160"/>
                    </a:lnTo>
                    <a:close/>
                    <a:moveTo>
                      <a:pt x="78" y="140"/>
                    </a:moveTo>
                    <a:lnTo>
                      <a:pt x="88" y="148"/>
                    </a:lnTo>
                    <a:lnTo>
                      <a:pt x="150" y="86"/>
                    </a:lnTo>
                    <a:lnTo>
                      <a:pt x="140" y="78"/>
                    </a:lnTo>
                    <a:lnTo>
                      <a:pt x="78" y="140"/>
                    </a:lnTo>
                    <a:close/>
                    <a:moveTo>
                      <a:pt x="96" y="156"/>
                    </a:moveTo>
                    <a:lnTo>
                      <a:pt x="104" y="166"/>
                    </a:lnTo>
                    <a:lnTo>
                      <a:pt x="136" y="134"/>
                    </a:lnTo>
                    <a:lnTo>
                      <a:pt x="126" y="126"/>
                    </a:lnTo>
                    <a:lnTo>
                      <a:pt x="96" y="156"/>
                    </a:ln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9" name="Component 29"/>
            <p:cNvGrpSpPr/>
            <p:nvPr/>
          </p:nvGrpSpPr>
          <p:grpSpPr>
            <a:xfrm>
              <a:off x="5661948" y="1986503"/>
              <a:ext cx="727892" cy="727892"/>
              <a:chOff x="3906225" y="1986501"/>
              <a:chExt cx="727892" cy="727892"/>
            </a:xfrm>
          </p:grpSpPr>
          <p:sp>
            <p:nvSpPr>
              <p:cNvPr id="30" name="Component 30"/>
              <p:cNvSpPr/>
              <p:nvPr/>
            </p:nvSpPr>
            <p:spPr bwMode="auto">
              <a:xfrm>
                <a:off x="3906225" y="1986501"/>
                <a:ext cx="727892" cy="727892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5 h 199"/>
                  <a:gd name="T6" fmla="*/ 35 w 199"/>
                  <a:gd name="T7" fmla="*/ 35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1" name="Component 31"/>
              <p:cNvSpPr>
                <a:spLocks noEditPoints="1"/>
              </p:cNvSpPr>
              <p:nvPr/>
            </p:nvSpPr>
            <p:spPr bwMode="auto">
              <a:xfrm>
                <a:off x="4067166" y="2114523"/>
                <a:ext cx="438930" cy="438930"/>
              </a:xfrm>
              <a:custGeom>
                <a:avLst/>
                <a:gdLst>
                  <a:gd name="T0" fmla="*/ 118 w 120"/>
                  <a:gd name="T1" fmla="*/ 61 h 120"/>
                  <a:gd name="T2" fmla="*/ 111 w 120"/>
                  <a:gd name="T3" fmla="*/ 54 h 120"/>
                  <a:gd name="T4" fmla="*/ 111 w 120"/>
                  <a:gd name="T5" fmla="*/ 49 h 120"/>
                  <a:gd name="T6" fmla="*/ 73 w 120"/>
                  <a:gd name="T7" fmla="*/ 11 h 120"/>
                  <a:gd name="T8" fmla="*/ 69 w 120"/>
                  <a:gd name="T9" fmla="*/ 11 h 120"/>
                  <a:gd name="T10" fmla="*/ 59 w 120"/>
                  <a:gd name="T11" fmla="*/ 2 h 120"/>
                  <a:gd name="T12" fmla="*/ 54 w 120"/>
                  <a:gd name="T13" fmla="*/ 2 h 120"/>
                  <a:gd name="T14" fmla="*/ 45 w 120"/>
                  <a:gd name="T15" fmla="*/ 11 h 120"/>
                  <a:gd name="T16" fmla="*/ 47 w 120"/>
                  <a:gd name="T17" fmla="*/ 66 h 120"/>
                  <a:gd name="T18" fmla="*/ 32 w 120"/>
                  <a:gd name="T19" fmla="*/ 81 h 120"/>
                  <a:gd name="T20" fmla="*/ 18 w 120"/>
                  <a:gd name="T21" fmla="*/ 72 h 120"/>
                  <a:gd name="T22" fmla="*/ 15 w 120"/>
                  <a:gd name="T23" fmla="*/ 73 h 120"/>
                  <a:gd name="T24" fmla="*/ 14 w 120"/>
                  <a:gd name="T25" fmla="*/ 74 h 120"/>
                  <a:gd name="T26" fmla="*/ 10 w 120"/>
                  <a:gd name="T27" fmla="*/ 74 h 120"/>
                  <a:gd name="T28" fmla="*/ 5 w 120"/>
                  <a:gd name="T29" fmla="*/ 74 h 120"/>
                  <a:gd name="T30" fmla="*/ 1 w 120"/>
                  <a:gd name="T31" fmla="*/ 78 h 120"/>
                  <a:gd name="T32" fmla="*/ 1 w 120"/>
                  <a:gd name="T33" fmla="*/ 83 h 120"/>
                  <a:gd name="T34" fmla="*/ 37 w 120"/>
                  <a:gd name="T35" fmla="*/ 119 h 120"/>
                  <a:gd name="T36" fmla="*/ 42 w 120"/>
                  <a:gd name="T37" fmla="*/ 119 h 120"/>
                  <a:gd name="T38" fmla="*/ 46 w 120"/>
                  <a:gd name="T39" fmla="*/ 115 h 120"/>
                  <a:gd name="T40" fmla="*/ 46 w 120"/>
                  <a:gd name="T41" fmla="*/ 110 h 120"/>
                  <a:gd name="T42" fmla="*/ 46 w 120"/>
                  <a:gd name="T43" fmla="*/ 106 h 120"/>
                  <a:gd name="T44" fmla="*/ 47 w 120"/>
                  <a:gd name="T45" fmla="*/ 105 h 120"/>
                  <a:gd name="T46" fmla="*/ 48 w 120"/>
                  <a:gd name="T47" fmla="*/ 102 h 120"/>
                  <a:gd name="T48" fmla="*/ 39 w 120"/>
                  <a:gd name="T49" fmla="*/ 88 h 120"/>
                  <a:gd name="T50" fmla="*/ 54 w 120"/>
                  <a:gd name="T51" fmla="*/ 73 h 120"/>
                  <a:gd name="T52" fmla="*/ 110 w 120"/>
                  <a:gd name="T53" fmla="*/ 75 h 120"/>
                  <a:gd name="T54" fmla="*/ 118 w 120"/>
                  <a:gd name="T55" fmla="*/ 66 h 120"/>
                  <a:gd name="T56" fmla="*/ 118 w 120"/>
                  <a:gd name="T57" fmla="*/ 61 h 120"/>
                  <a:gd name="T58" fmla="*/ 48 w 120"/>
                  <a:gd name="T59" fmla="*/ 40 h 120"/>
                  <a:gd name="T60" fmla="*/ 51 w 120"/>
                  <a:gd name="T61" fmla="*/ 14 h 120"/>
                  <a:gd name="T62" fmla="*/ 54 w 120"/>
                  <a:gd name="T63" fmla="*/ 11 h 120"/>
                  <a:gd name="T64" fmla="*/ 59 w 120"/>
                  <a:gd name="T65" fmla="*/ 11 h 120"/>
                  <a:gd name="T66" fmla="*/ 64 w 120"/>
                  <a:gd name="T67" fmla="*/ 16 h 120"/>
                  <a:gd name="T68" fmla="*/ 48 w 120"/>
                  <a:gd name="T69" fmla="*/ 40 h 120"/>
                  <a:gd name="T70" fmla="*/ 109 w 120"/>
                  <a:gd name="T71" fmla="*/ 66 h 120"/>
                  <a:gd name="T72" fmla="*/ 106 w 120"/>
                  <a:gd name="T73" fmla="*/ 69 h 120"/>
                  <a:gd name="T74" fmla="*/ 80 w 120"/>
                  <a:gd name="T75" fmla="*/ 72 h 120"/>
                  <a:gd name="T76" fmla="*/ 104 w 120"/>
                  <a:gd name="T77" fmla="*/ 56 h 120"/>
                  <a:gd name="T78" fmla="*/ 109 w 120"/>
                  <a:gd name="T79" fmla="*/ 62 h 120"/>
                  <a:gd name="T80" fmla="*/ 109 w 120"/>
                  <a:gd name="T81" fmla="*/ 6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0" h="120">
                    <a:moveTo>
                      <a:pt x="118" y="61"/>
                    </a:moveTo>
                    <a:cubicBezTo>
                      <a:pt x="111" y="54"/>
                      <a:pt x="111" y="54"/>
                      <a:pt x="111" y="54"/>
                    </a:cubicBezTo>
                    <a:cubicBezTo>
                      <a:pt x="110" y="53"/>
                      <a:pt x="110" y="51"/>
                      <a:pt x="111" y="49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2" y="10"/>
                      <a:pt x="70" y="10"/>
                      <a:pt x="69" y="11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0"/>
                      <a:pt x="56" y="0"/>
                      <a:pt x="54" y="2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3" y="23"/>
                      <a:pt x="43" y="54"/>
                      <a:pt x="47" y="66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25" y="75"/>
                      <a:pt x="18" y="72"/>
                    </a:cubicBezTo>
                    <a:cubicBezTo>
                      <a:pt x="17" y="72"/>
                      <a:pt x="16" y="72"/>
                      <a:pt x="15" y="73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3" y="76"/>
                      <a:pt x="11" y="76"/>
                      <a:pt x="10" y="74"/>
                    </a:cubicBezTo>
                    <a:cubicBezTo>
                      <a:pt x="8" y="73"/>
                      <a:pt x="7" y="73"/>
                      <a:pt x="5" y="74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0" y="80"/>
                      <a:pt x="0" y="81"/>
                      <a:pt x="1" y="83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9" y="120"/>
                      <a:pt x="41" y="120"/>
                      <a:pt x="42" y="119"/>
                    </a:cubicBezTo>
                    <a:cubicBezTo>
                      <a:pt x="46" y="115"/>
                      <a:pt x="46" y="115"/>
                      <a:pt x="46" y="115"/>
                    </a:cubicBezTo>
                    <a:cubicBezTo>
                      <a:pt x="47" y="114"/>
                      <a:pt x="47" y="112"/>
                      <a:pt x="46" y="110"/>
                    </a:cubicBezTo>
                    <a:cubicBezTo>
                      <a:pt x="45" y="109"/>
                      <a:pt x="45" y="108"/>
                      <a:pt x="46" y="106"/>
                    </a:cubicBezTo>
                    <a:cubicBezTo>
                      <a:pt x="47" y="105"/>
                      <a:pt x="47" y="105"/>
                      <a:pt x="47" y="105"/>
                    </a:cubicBezTo>
                    <a:cubicBezTo>
                      <a:pt x="48" y="104"/>
                      <a:pt x="48" y="103"/>
                      <a:pt x="48" y="102"/>
                    </a:cubicBezTo>
                    <a:cubicBezTo>
                      <a:pt x="45" y="95"/>
                      <a:pt x="39" y="88"/>
                      <a:pt x="39" y="88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66" y="78"/>
                      <a:pt x="97" y="87"/>
                      <a:pt x="110" y="75"/>
                    </a:cubicBezTo>
                    <a:cubicBezTo>
                      <a:pt x="118" y="66"/>
                      <a:pt x="118" y="66"/>
                      <a:pt x="118" y="66"/>
                    </a:cubicBezTo>
                    <a:cubicBezTo>
                      <a:pt x="120" y="65"/>
                      <a:pt x="120" y="62"/>
                      <a:pt x="118" y="61"/>
                    </a:cubicBezTo>
                    <a:close/>
                    <a:moveTo>
                      <a:pt x="48" y="40"/>
                    </a:moveTo>
                    <a:cubicBezTo>
                      <a:pt x="48" y="40"/>
                      <a:pt x="42" y="23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5" y="10"/>
                      <a:pt x="57" y="10"/>
                      <a:pt x="59" y="11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51" y="30"/>
                      <a:pt x="48" y="40"/>
                    </a:cubicBezTo>
                    <a:close/>
                    <a:moveTo>
                      <a:pt x="109" y="66"/>
                    </a:moveTo>
                    <a:cubicBezTo>
                      <a:pt x="106" y="69"/>
                      <a:pt x="106" y="69"/>
                      <a:pt x="106" y="69"/>
                    </a:cubicBezTo>
                    <a:cubicBezTo>
                      <a:pt x="97" y="79"/>
                      <a:pt x="80" y="72"/>
                      <a:pt x="80" y="72"/>
                    </a:cubicBezTo>
                    <a:cubicBezTo>
                      <a:pt x="90" y="69"/>
                      <a:pt x="104" y="56"/>
                      <a:pt x="104" y="56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1" y="63"/>
                      <a:pt x="111" y="65"/>
                      <a:pt x="109" y="66"/>
                    </a:cubicBezTo>
                    <a:close/>
                  </a:path>
                </a:pathLst>
              </a:custGeom>
              <a:solidFill>
                <a:srgbClr val="66CC00"/>
              </a:solidFill>
              <a:ln>
                <a:noFill/>
              </a:ln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32" name="Component 32"/>
            <p:cNvGrpSpPr/>
            <p:nvPr/>
          </p:nvGrpSpPr>
          <p:grpSpPr>
            <a:xfrm>
              <a:off x="-141076" y="1444762"/>
              <a:ext cx="2701250" cy="1324795"/>
              <a:chOff x="-1896799" y="1444762"/>
              <a:chExt cx="2701250" cy="1324795"/>
            </a:xfrm>
          </p:grpSpPr>
          <p:sp>
            <p:nvSpPr>
              <p:cNvPr id="33" name="Component 33"/>
              <p:cNvSpPr/>
              <p:nvPr/>
            </p:nvSpPr>
            <p:spPr bwMode="auto">
              <a:xfrm>
                <a:off x="-1717570" y="1828830"/>
                <a:ext cx="2522021" cy="274331"/>
              </a:xfrm>
              <a:custGeom>
                <a:avLst/>
                <a:gdLst>
                  <a:gd name="T0" fmla="*/ 0 w 1379"/>
                  <a:gd name="T1" fmla="*/ 0 h 150"/>
                  <a:gd name="T2" fmla="*/ 1229 w 1379"/>
                  <a:gd name="T3" fmla="*/ 0 h 150"/>
                  <a:gd name="T4" fmla="*/ 1379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0"/>
                    </a:moveTo>
                    <a:lnTo>
                      <a:pt x="1229" y="0"/>
                    </a:lnTo>
                    <a:lnTo>
                      <a:pt x="1379" y="150"/>
                    </a:lnTo>
                  </a:path>
                </a:pathLst>
              </a:custGeom>
              <a:noFill/>
              <a:ln w="3657" cap="flat">
                <a:solidFill>
                  <a:srgbClr val="00AA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4" name="Component 34"/>
              <p:cNvSpPr txBox="1"/>
              <p:nvPr/>
            </p:nvSpPr>
            <p:spPr>
              <a:xfrm>
                <a:off x="-1896799" y="1942220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> </a:t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  <a:r>
                  <a:rPr lang="en-US" sz="1152" dirty="0" err="1">
                    <a:solidFill>
                      <a:srgbClr val="00AA00"/>
                    </a:solidFill>
                  </a:rPr>
                  <a:t/>
                </a:r>
                <a:r>
                  <a:rPr lang="en-US" sz="1152" dirty="0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35" name="Component 35"/>
              <p:cNvSpPr txBox="1"/>
              <p:nvPr/>
            </p:nvSpPr>
            <p:spPr>
              <a:xfrm>
                <a:off x="-1896799" y="1444762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843" b="1" dirty="0">
                    <a:solidFill>
                      <a:srgbClr val="E6F5E6"/>
                    </a:solidFill>
                  </a:rPr>
                  <a:t>Strengths</a:t>
                </a:r>
              </a:p>
            </p:txBody>
          </p:sp>
          <p:sp>
            <p:nvSpPr>
              <p:cNvPr id="36" name="Component 36"/>
              <p:cNvSpPr>
                <a:spLocks noChangeShapeType="1"/>
              </p:cNvSpPr>
              <p:nvPr/>
            </p:nvSpPr>
            <p:spPr bwMode="auto">
              <a:xfrm flipH="1">
                <a:off x="-1884464" y="1828830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00AA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37" name="Component 37"/>
            <p:cNvGrpSpPr/>
            <p:nvPr/>
          </p:nvGrpSpPr>
          <p:grpSpPr>
            <a:xfrm>
              <a:off x="6283766" y="1444762"/>
              <a:ext cx="2701250" cy="1324795"/>
              <a:chOff x="4528043" y="1444762"/>
              <a:chExt cx="2701250" cy="1324795"/>
            </a:xfrm>
          </p:grpSpPr>
          <p:sp>
            <p:nvSpPr>
              <p:cNvPr id="38" name="Component 38"/>
              <p:cNvSpPr/>
              <p:nvPr/>
            </p:nvSpPr>
            <p:spPr bwMode="auto">
              <a:xfrm>
                <a:off x="4528043" y="1828830"/>
                <a:ext cx="2522021" cy="274331"/>
              </a:xfrm>
              <a:custGeom>
                <a:avLst/>
                <a:gdLst>
                  <a:gd name="T0" fmla="*/ 1379 w 1379"/>
                  <a:gd name="T1" fmla="*/ 0 h 150"/>
                  <a:gd name="T2" fmla="*/ 150 w 1379"/>
                  <a:gd name="T3" fmla="*/ 0 h 150"/>
                  <a:gd name="T4" fmla="*/ 0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0"/>
                    </a:moveTo>
                    <a:lnTo>
                      <a:pt x="150" y="0"/>
                    </a:lnTo>
                    <a:lnTo>
                      <a:pt x="0" y="150"/>
                    </a:lnTo>
                  </a:path>
                </a:pathLst>
              </a:custGeom>
              <a:noFill/>
              <a:ln w="3657" cap="flat">
                <a:solidFill>
                  <a:srgbClr val="66CC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9" name="Component 39"/>
              <p:cNvSpPr txBox="1"/>
              <p:nvPr/>
            </p:nvSpPr>
            <p:spPr>
              <a:xfrm flipH="1">
                <a:off x="5183300" y="1942220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40" name="Component 40"/>
              <p:cNvSpPr txBox="1"/>
              <p:nvPr/>
            </p:nvSpPr>
            <p:spPr>
              <a:xfrm flipH="1">
                <a:off x="5183300" y="1444762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843" b="1">
                    <a:solidFill>
                      <a:srgbClr val="E6F5E6"/>
                    </a:solidFill>
                  </a:rPr>
                  <a:t>Weakness</a:t>
                </a:r>
              </a:p>
            </p:txBody>
          </p:sp>
          <p:sp>
            <p:nvSpPr>
              <p:cNvPr id="41" name="Component 41"/>
              <p:cNvSpPr>
                <a:spLocks noChangeShapeType="1"/>
              </p:cNvSpPr>
              <p:nvPr/>
            </p:nvSpPr>
            <p:spPr bwMode="auto">
              <a:xfrm>
                <a:off x="7008465" y="1828830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66CC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2" name="Component 42"/>
            <p:cNvGrpSpPr/>
            <p:nvPr/>
          </p:nvGrpSpPr>
          <p:grpSpPr>
            <a:xfrm>
              <a:off x="-141076" y="5114015"/>
              <a:ext cx="2701250" cy="1359946"/>
              <a:chOff x="-1896799" y="5114015"/>
              <a:chExt cx="2701250" cy="1359946"/>
            </a:xfrm>
          </p:grpSpPr>
          <p:sp>
            <p:nvSpPr>
              <p:cNvPr id="43" name="Component 43"/>
              <p:cNvSpPr/>
              <p:nvPr/>
            </p:nvSpPr>
            <p:spPr bwMode="auto">
              <a:xfrm>
                <a:off x="-1717570" y="5805952"/>
                <a:ext cx="2522021" cy="274331"/>
              </a:xfrm>
              <a:custGeom>
                <a:avLst/>
                <a:gdLst>
                  <a:gd name="T0" fmla="*/ 0 w 1379"/>
                  <a:gd name="T1" fmla="*/ 150 h 150"/>
                  <a:gd name="T2" fmla="*/ 1229 w 1379"/>
                  <a:gd name="T3" fmla="*/ 150 h 150"/>
                  <a:gd name="T4" fmla="*/ 1379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150"/>
                    </a:moveTo>
                    <a:lnTo>
                      <a:pt x="1229" y="150"/>
                    </a:lnTo>
                    <a:lnTo>
                      <a:pt x="1379" y="0"/>
                    </a:lnTo>
                  </a:path>
                </a:pathLst>
              </a:custGeom>
              <a:noFill/>
              <a:ln w="3657" cap="flat">
                <a:solidFill>
                  <a:srgbClr val="00AA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4" name="Component 44"/>
              <p:cNvSpPr txBox="1"/>
              <p:nvPr/>
            </p:nvSpPr>
            <p:spPr>
              <a:xfrm>
                <a:off x="-1896799" y="5114015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45" name="Component 45"/>
              <p:cNvSpPr txBox="1"/>
              <p:nvPr/>
            </p:nvSpPr>
            <p:spPr>
              <a:xfrm>
                <a:off x="-1896799" y="6190304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843" b="1">
                    <a:solidFill>
                      <a:srgbClr val="E6F5E6"/>
                    </a:solidFill>
                  </a:rPr>
                  <a:t>Opportunity</a:t>
                </a:r>
              </a:p>
            </p:txBody>
          </p:sp>
          <p:sp>
            <p:nvSpPr>
              <p:cNvPr id="46" name="Component 46"/>
              <p:cNvSpPr>
                <a:spLocks noChangeShapeType="1"/>
              </p:cNvSpPr>
              <p:nvPr/>
            </p:nvSpPr>
            <p:spPr bwMode="auto">
              <a:xfrm flipH="1">
                <a:off x="-1884464" y="6080283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00AA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7" name="Component 47"/>
            <p:cNvGrpSpPr/>
            <p:nvPr/>
          </p:nvGrpSpPr>
          <p:grpSpPr>
            <a:xfrm>
              <a:off x="6283766" y="5114015"/>
              <a:ext cx="2701250" cy="1359946"/>
              <a:chOff x="4528043" y="5114015"/>
              <a:chExt cx="2701250" cy="1359946"/>
            </a:xfrm>
          </p:grpSpPr>
          <p:sp>
            <p:nvSpPr>
              <p:cNvPr id="48" name="Component 48"/>
              <p:cNvSpPr/>
              <p:nvPr/>
            </p:nvSpPr>
            <p:spPr bwMode="auto">
              <a:xfrm>
                <a:off x="4528043" y="5805952"/>
                <a:ext cx="2522021" cy="274331"/>
              </a:xfrm>
              <a:custGeom>
                <a:avLst/>
                <a:gdLst>
                  <a:gd name="T0" fmla="*/ 1379 w 1379"/>
                  <a:gd name="T1" fmla="*/ 150 h 150"/>
                  <a:gd name="T2" fmla="*/ 150 w 1379"/>
                  <a:gd name="T3" fmla="*/ 150 h 150"/>
                  <a:gd name="T4" fmla="*/ 0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150"/>
                    </a:moveTo>
                    <a:lnTo>
                      <a:pt x="150" y="150"/>
                    </a:lnTo>
                    <a:lnTo>
                      <a:pt x="0" y="0"/>
                    </a:lnTo>
                  </a:path>
                </a:pathLst>
              </a:custGeom>
              <a:noFill/>
              <a:ln w="3657" cap="flat">
                <a:solidFill>
                  <a:srgbClr val="66CC00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9" name="Component 49"/>
              <p:cNvSpPr txBox="1"/>
              <p:nvPr/>
            </p:nvSpPr>
            <p:spPr>
              <a:xfrm flipH="1">
                <a:off x="5183300" y="5114015"/>
                <a:ext cx="2045993" cy="827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152" err="1">
                    <a:solidFill>
                      <a:srgbClr val="00AA00"/>
                    </a:solidFill>
                  </a:rPr>
                  <a:t>Threats</a:t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> </a:t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  <a:r>
                  <a:rPr lang="en-US" sz="1152" err="1">
                    <a:solidFill>
                      <a:srgbClr val="00AA00"/>
                    </a:solidFill>
                  </a:rPr>
                  <a:t/>
                </a:r>
                <a:r>
                  <a:rPr lang="en-US" sz="1152">
                    <a:solidFill>
                      <a:srgbClr val="00AA00"/>
                    </a:solidFill>
                  </a:rPr>
                  <a:t/>
                </a:r>
              </a:p>
            </p:txBody>
          </p:sp>
          <p:sp>
            <p:nvSpPr>
              <p:cNvPr id="50" name="Component 50"/>
              <p:cNvSpPr txBox="1"/>
              <p:nvPr/>
            </p:nvSpPr>
            <p:spPr>
              <a:xfrm flipH="1">
                <a:off x="5183300" y="6190304"/>
                <a:ext cx="2045993" cy="2836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843" b="1">
                    <a:solidFill>
                      <a:srgbClr val="E6F5E6"/>
                    </a:solidFill>
                  </a:rPr>
                  <a:t>Threat</a:t>
                </a:r>
              </a:p>
            </p:txBody>
          </p:sp>
          <p:sp>
            <p:nvSpPr>
              <p:cNvPr id="51" name="Component 51"/>
              <p:cNvSpPr>
                <a:spLocks noChangeShapeType="1"/>
              </p:cNvSpPr>
              <p:nvPr/>
            </p:nvSpPr>
            <p:spPr bwMode="auto">
              <a:xfrm>
                <a:off x="7008465" y="6080283"/>
                <a:ext cx="208491" cy="0"/>
              </a:xfrm>
              <a:prstGeom prst="line">
                <a:avLst/>
              </a:prstGeom>
              <a:noFill/>
              <a:ln w="29262" cap="rnd">
                <a:solidFill>
                  <a:srgbClr val="66CC00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52" name="Component 52"/>
            <p:cNvGrpSpPr/>
            <p:nvPr/>
          </p:nvGrpSpPr>
          <p:grpSpPr>
            <a:xfrm rot="18900000">
              <a:off x="2694463" y="2500762"/>
              <a:ext cx="1495970" cy="952792"/>
              <a:chOff x="769412" y="2416831"/>
              <a:chExt cx="1495970" cy="952792"/>
            </a:xfrm>
          </p:grpSpPr>
          <p:sp>
            <p:nvSpPr>
              <p:cNvPr id="53" name="Component 53"/>
              <p:cNvSpPr txBox="1"/>
              <p:nvPr/>
            </p:nvSpPr>
            <p:spPr>
              <a:xfrm>
                <a:off x="769412" y="3103693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 dirty="0">
                    <a:solidFill>
                      <a:srgbClr val="FFFFFF"/>
                    </a:solidFill>
                  </a:rPr>
                  <a:t>Strength</a:t>
                </a:r>
              </a:p>
            </p:txBody>
          </p:sp>
          <p:sp>
            <p:nvSpPr>
              <p:cNvPr id="54" name="Component 54"/>
              <p:cNvSpPr txBox="1"/>
              <p:nvPr/>
            </p:nvSpPr>
            <p:spPr>
              <a:xfrm>
                <a:off x="769412" y="2416831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dirty="0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dirty="0">
                    <a:solidFill>
                      <a:srgbClr val="FFFFFF"/>
                    </a:solidFill>
                  </a:rPr>
                  <a:t/>
                </a:r>
                <a:endParaRPr lang="en-US" altLang="ko-KR" sz="1152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5" name="Component 55"/>
            <p:cNvGrpSpPr/>
            <p:nvPr/>
          </p:nvGrpSpPr>
          <p:grpSpPr>
            <a:xfrm rot="2700000">
              <a:off x="4652170" y="2500762"/>
              <a:ext cx="1495970" cy="952792"/>
              <a:chOff x="769412" y="2416831"/>
              <a:chExt cx="1495970" cy="952792"/>
            </a:xfrm>
          </p:grpSpPr>
          <p:sp>
            <p:nvSpPr>
              <p:cNvPr id="56" name="Component 56"/>
              <p:cNvSpPr txBox="1"/>
              <p:nvPr/>
            </p:nvSpPr>
            <p:spPr>
              <a:xfrm>
                <a:off x="769412" y="3103693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Weaknesses</a:t>
                </a:r>
              </a:p>
            </p:txBody>
          </p:sp>
          <p:sp>
            <p:nvSpPr>
              <p:cNvPr id="57" name="Component 57"/>
              <p:cNvSpPr txBox="1"/>
              <p:nvPr/>
            </p:nvSpPr>
            <p:spPr>
              <a:xfrm>
                <a:off x="769412" y="2416831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8" name="Component 58"/>
            <p:cNvGrpSpPr/>
            <p:nvPr/>
          </p:nvGrpSpPr>
          <p:grpSpPr>
            <a:xfrm rot="2700000">
              <a:off x="2694462" y="4433343"/>
              <a:ext cx="1495971" cy="978489"/>
              <a:chOff x="1200229" y="4382205"/>
              <a:chExt cx="1495971" cy="978489"/>
            </a:xfrm>
          </p:grpSpPr>
          <p:sp>
            <p:nvSpPr>
              <p:cNvPr id="59" name="Component 59"/>
              <p:cNvSpPr txBox="1"/>
              <p:nvPr/>
            </p:nvSpPr>
            <p:spPr>
              <a:xfrm>
                <a:off x="1200229" y="4740192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Component 60"/>
              <p:cNvSpPr txBox="1"/>
              <p:nvPr/>
            </p:nvSpPr>
            <p:spPr>
              <a:xfrm>
                <a:off x="1200230" y="4382205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Opportunity</a:t>
                </a:r>
              </a:p>
            </p:txBody>
          </p:sp>
        </p:grpSp>
        <p:grpSp>
          <p:nvGrpSpPr>
            <p:cNvPr id="61" name="Component 61"/>
            <p:cNvGrpSpPr/>
            <p:nvPr/>
          </p:nvGrpSpPr>
          <p:grpSpPr>
            <a:xfrm rot="18900000">
              <a:off x="4652167" y="4433344"/>
              <a:ext cx="1495971" cy="978489"/>
              <a:chOff x="1200229" y="4382205"/>
              <a:chExt cx="1495971" cy="978489"/>
            </a:xfrm>
          </p:grpSpPr>
          <p:sp>
            <p:nvSpPr>
              <p:cNvPr id="62" name="Component 62"/>
              <p:cNvSpPr txBox="1"/>
              <p:nvPr/>
            </p:nvSpPr>
            <p:spPr>
              <a:xfrm>
                <a:off x="1200229" y="4740192"/>
                <a:ext cx="1495970" cy="62050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152" err="1">
                    <a:solidFill>
                      <a:srgbClr val="FFFFFF"/>
                    </a:solidFill>
                  </a:rPr>
                  <a:t/>
                </a:r>
                <a:r>
                  <a:rPr lang="es-ES" altLang="ko-KR" sz="1152">
                    <a:solidFill>
                      <a:srgbClr val="FFFFFF"/>
                    </a:solidFill>
                  </a:rPr>
                  <a:t/>
                </a:r>
                <a:endParaRPr lang="en-US" altLang="ko-KR" sz="1152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Component 63"/>
              <p:cNvSpPr txBox="1"/>
              <p:nvPr/>
            </p:nvSpPr>
            <p:spPr>
              <a:xfrm>
                <a:off x="1200230" y="4382205"/>
                <a:ext cx="1495970" cy="2659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728" b="1">
                    <a:solidFill>
                      <a:srgbClr val="FFFFFF"/>
                    </a:solidFill>
                  </a:rPr>
                  <a:t>Threat</a:t>
                </a:r>
              </a:p>
            </p:txBody>
          </p:sp>
        </p:grpSp>
        <p:sp>
          <p:nvSpPr>
            <p:cNvPr id="64" name="Component 64"/>
            <p:cNvSpPr txBox="1"/>
            <p:nvPr/>
          </p:nvSpPr>
          <p:spPr>
            <a:xfrm>
              <a:off x="3750755" y="338380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00AA00"/>
                  </a:solidFill>
                </a:rPr>
                <a:t/>
              </a:r>
            </a:p>
          </p:txBody>
        </p:sp>
        <p:sp>
          <p:nvSpPr>
            <p:cNvPr id="65" name="Component 65"/>
            <p:cNvSpPr txBox="1"/>
            <p:nvPr/>
          </p:nvSpPr>
          <p:spPr>
            <a:xfrm>
              <a:off x="3750755" y="399908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00AA00"/>
                  </a:solidFill>
                </a:rPr>
                <a:t/>
              </a:r>
            </a:p>
          </p:txBody>
        </p:sp>
        <p:sp>
          <p:nvSpPr>
            <p:cNvPr id="66" name="Component 66"/>
            <p:cNvSpPr txBox="1"/>
            <p:nvPr/>
          </p:nvSpPr>
          <p:spPr>
            <a:xfrm>
              <a:off x="4412647" y="338380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66CC00"/>
                  </a:solidFill>
                </a:rPr>
                <a:t>Opportunities</a:t>
              </a:r>
            </a:p>
          </p:txBody>
        </p:sp>
        <p:sp>
          <p:nvSpPr>
            <p:cNvPr id="67" name="Component 67"/>
            <p:cNvSpPr txBox="1"/>
            <p:nvPr/>
          </p:nvSpPr>
          <p:spPr>
            <a:xfrm>
              <a:off x="4412647" y="3999080"/>
              <a:ext cx="690290" cy="53186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456" b="1">
                  <a:solidFill>
                    <a:srgbClr val="66CC00"/>
                  </a:solidFill>
                </a:rPr>
                <a:t/>
              </a:r>
            </a:p>
          </p:txBody>
        </p:sp>
        <p:grpSp>
          <p:nvGrpSpPr>
            <p:cNvPr id="68" name="Component 68"/>
            <p:cNvGrpSpPr/>
            <p:nvPr/>
          </p:nvGrpSpPr>
          <p:grpSpPr>
            <a:xfrm>
              <a:off x="3928172" y="3460576"/>
              <a:ext cx="987593" cy="987593"/>
              <a:chOff x="2172450" y="3460576"/>
              <a:chExt cx="987593" cy="987593"/>
            </a:xfrm>
          </p:grpSpPr>
          <p:sp>
            <p:nvSpPr>
              <p:cNvPr id="69" name="Component 69"/>
              <p:cNvSpPr>
                <a:spLocks noChangeShapeType="1"/>
              </p:cNvSpPr>
              <p:nvPr/>
            </p:nvSpPr>
            <p:spPr bwMode="auto">
              <a:xfrm>
                <a:off x="2172450" y="3954373"/>
                <a:ext cx="987593" cy="0"/>
              </a:xfrm>
              <a:prstGeom prst="line">
                <a:avLst/>
              </a:prstGeom>
              <a:noFill/>
              <a:ln w="3657" cap="flat">
                <a:solidFill>
                  <a:srgbClr val="00AA00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70" name="Component 70"/>
              <p:cNvSpPr>
                <a:spLocks noChangeShapeType="1"/>
              </p:cNvSpPr>
              <p:nvPr/>
            </p:nvSpPr>
            <p:spPr bwMode="auto">
              <a:xfrm>
                <a:off x="2666247" y="3460576"/>
                <a:ext cx="0" cy="987593"/>
              </a:xfrm>
              <a:prstGeom prst="line">
                <a:avLst/>
              </a:prstGeom>
              <a:noFill/>
              <a:ln w="3657" cap="flat">
                <a:solidFill>
                  <a:srgbClr val="00AA00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105343" tIns="52671" rIns="105343" bIns="52671" numCol="1" anchor="t" anchorCtr="0" compatLnSpc="1"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A00"/>
                </a:solidFill>
              </a:defRPr>
            </a:pPr>
            <a:r>
              <a:t>信息图 (infographic) — Green Brand</a:t>
            </a:r>
          </a:p>
        </p:txBody>
      </p:sp>
      <p:grpSp>
        <p:nvGrpSpPr>
          <p:cNvPr id="3" name="Component 3">
            <a:extLst>
              <a:ext uri="{FF2B5EF4-FFF2-40B4-BE49-F238E27FC236}">
                <a16:creationId xmlns:a16="http://schemas.microsoft.com/office/drawing/2014/main" id="{F27F984D-BCC7-4ADB-8EFA-EBCFDC3C4D36}"/>
              </a:ext>
            </a:extLst>
          </p:cNvPr>
          <p:cNvGrpSpPr/>
          <p:nvPr/>
        </p:nvGrpSpPr>
        <p:grpSpPr>
          <a:xfrm>
            <a:off x="3622969" y="1188720"/>
            <a:ext cx="4915581" cy="5029200"/>
            <a:chOff x="3400332" y="571282"/>
            <a:chExt cx="4915581" cy="5029200"/>
          </a:xfrm>
        </p:grpSpPr>
        <p:grpSp>
          <p:nvGrpSpPr>
            <p:cNvPr id="4" name="Component 4">
              <a:extLst>
                <a:ext uri="{FF2B5EF4-FFF2-40B4-BE49-F238E27FC236}">
                  <a16:creationId xmlns:a16="http://schemas.microsoft.com/office/drawing/2014/main" id="{638E3695-565A-4F0B-915E-7C04E0EDCAE2}"/>
                </a:ext>
              </a:extLst>
            </p:cNvPr>
            <p:cNvGrpSpPr/>
            <p:nvPr/>
          </p:nvGrpSpPr>
          <p:grpSpPr>
            <a:xfrm>
              <a:off x="4884479" y="571282"/>
              <a:ext cx="1965388" cy="3476558"/>
              <a:chOff x="4884479" y="571282"/>
              <a:chExt cx="1965388" cy="3476558"/>
            </a:xfrm>
          </p:grpSpPr>
          <p:sp>
            <p:nvSpPr>
              <p:cNvPr id="5" name="Component 5">
                <a:extLst>
                  <a:ext uri="{FF2B5EF4-FFF2-40B4-BE49-F238E27FC236}">
                    <a16:creationId xmlns:a16="http://schemas.microsoft.com/office/drawing/2014/main" id="{8B0C8A37-735B-455A-AFBE-A5A0B9CE8DAD}"/>
                  </a:ext>
                </a:extLst>
              </p:cNvPr>
              <p:cNvSpPr txBox="1"/>
              <p:nvPr/>
            </p:nvSpPr>
            <p:spPr>
              <a:xfrm>
                <a:off x="4884479" y="571282"/>
                <a:ext cx="196538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Revenue</a:t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" name="Component 6">
                <a:extLst>
                  <a:ext uri="{FF2B5EF4-FFF2-40B4-BE49-F238E27FC236}">
                    <a16:creationId xmlns:a16="http://schemas.microsoft.com/office/drawing/2014/main" id="{1F4E38AB-580C-4A76-BF42-AF8E0E4FEDBD}"/>
                  </a:ext>
                </a:extLst>
              </p:cNvPr>
              <p:cNvSpPr txBox="1"/>
              <p:nvPr/>
            </p:nvSpPr>
            <p:spPr>
              <a:xfrm>
                <a:off x="4884479" y="1491866"/>
                <a:ext cx="196538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" name="Component 7">
                <a:extLst>
                  <a:ext uri="{FF2B5EF4-FFF2-40B4-BE49-F238E27FC236}">
                    <a16:creationId xmlns:a16="http://schemas.microsoft.com/office/drawing/2014/main" id="{AD5100CA-E23F-4310-B3EE-EEFBE22A47D0}"/>
                  </a:ext>
                </a:extLst>
              </p:cNvPr>
              <p:cNvSpPr txBox="1"/>
              <p:nvPr/>
            </p:nvSpPr>
            <p:spPr>
              <a:xfrm>
                <a:off x="4884479" y="148275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" name="Component 8">
                <a:extLst>
                  <a:ext uri="{FF2B5EF4-FFF2-40B4-BE49-F238E27FC236}">
                    <a16:creationId xmlns:a16="http://schemas.microsoft.com/office/drawing/2014/main" id="{D8606268-234F-4F04-8B28-C8F151570033}"/>
                  </a:ext>
                </a:extLst>
              </p:cNvPr>
              <p:cNvSpPr txBox="1"/>
              <p:nvPr/>
            </p:nvSpPr>
            <p:spPr>
              <a:xfrm>
                <a:off x="4884479" y="147363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" name="Component 9">
                <a:extLst>
                  <a:ext uri="{FF2B5EF4-FFF2-40B4-BE49-F238E27FC236}">
                    <a16:creationId xmlns:a16="http://schemas.microsoft.com/office/drawing/2014/main" id="{77F968F8-975C-4E8B-A755-021B48744586}"/>
                  </a:ext>
                </a:extLst>
              </p:cNvPr>
              <p:cNvSpPr txBox="1"/>
              <p:nvPr/>
            </p:nvSpPr>
            <p:spPr>
              <a:xfrm>
                <a:off x="4884479" y="146452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" name="Component 10">
                <a:extLst>
                  <a:ext uri="{FF2B5EF4-FFF2-40B4-BE49-F238E27FC236}">
                    <a16:creationId xmlns:a16="http://schemas.microsoft.com/office/drawing/2014/main" id="{50984EEF-CF4E-4886-BA11-AFA1CA76AA3D}"/>
                  </a:ext>
                </a:extLst>
              </p:cNvPr>
              <p:cNvSpPr txBox="1"/>
              <p:nvPr/>
            </p:nvSpPr>
            <p:spPr>
              <a:xfrm>
                <a:off x="4884479" y="145540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" name="Component 11">
                <a:extLst>
                  <a:ext uri="{FF2B5EF4-FFF2-40B4-BE49-F238E27FC236}">
                    <a16:creationId xmlns:a16="http://schemas.microsoft.com/office/drawing/2014/main" id="{FB3D8A0D-83EE-44B7-97B5-A9FC08A73EF7}"/>
                  </a:ext>
                </a:extLst>
              </p:cNvPr>
              <p:cNvSpPr txBox="1"/>
              <p:nvPr/>
            </p:nvSpPr>
            <p:spPr>
              <a:xfrm>
                <a:off x="4884479" y="144629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" name="Component 12">
                <a:extLst>
                  <a:ext uri="{FF2B5EF4-FFF2-40B4-BE49-F238E27FC236}">
                    <a16:creationId xmlns:a16="http://schemas.microsoft.com/office/drawing/2014/main" id="{C336853F-5B63-4D26-9984-0259EC3A21EF}"/>
                  </a:ext>
                </a:extLst>
              </p:cNvPr>
              <p:cNvSpPr txBox="1"/>
              <p:nvPr/>
            </p:nvSpPr>
            <p:spPr>
              <a:xfrm>
                <a:off x="4884479" y="143717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" name="Component 13">
                <a:extLst>
                  <a:ext uri="{FF2B5EF4-FFF2-40B4-BE49-F238E27FC236}">
                    <a16:creationId xmlns:a16="http://schemas.microsoft.com/office/drawing/2014/main" id="{C93A6AB5-1EF8-41C6-A6D1-2584EFC9E447}"/>
                  </a:ext>
                </a:extLst>
              </p:cNvPr>
              <p:cNvSpPr txBox="1"/>
              <p:nvPr/>
            </p:nvSpPr>
            <p:spPr>
              <a:xfrm>
                <a:off x="4884479" y="142806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" name="Component 14">
                <a:extLst>
                  <a:ext uri="{FF2B5EF4-FFF2-40B4-BE49-F238E27FC236}">
                    <a16:creationId xmlns:a16="http://schemas.microsoft.com/office/drawing/2014/main" id="{E208BD27-A694-4B17-9DBA-ABADC6760775}"/>
                  </a:ext>
                </a:extLst>
              </p:cNvPr>
              <p:cNvSpPr txBox="1"/>
              <p:nvPr/>
            </p:nvSpPr>
            <p:spPr>
              <a:xfrm>
                <a:off x="4884479" y="141894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" name="Component 15">
                <a:extLst>
                  <a:ext uri="{FF2B5EF4-FFF2-40B4-BE49-F238E27FC236}">
                    <a16:creationId xmlns:a16="http://schemas.microsoft.com/office/drawing/2014/main" id="{B4BEAAA1-B93A-489A-A85C-4C377D6EAB36}"/>
                  </a:ext>
                </a:extLst>
              </p:cNvPr>
              <p:cNvSpPr txBox="1"/>
              <p:nvPr/>
            </p:nvSpPr>
            <p:spPr>
              <a:xfrm>
                <a:off x="4884479" y="140983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" name="Component 16">
                <a:extLst>
                  <a:ext uri="{FF2B5EF4-FFF2-40B4-BE49-F238E27FC236}">
                    <a16:creationId xmlns:a16="http://schemas.microsoft.com/office/drawing/2014/main" id="{2AAA7569-BDE1-4911-B383-FA1593F21C99}"/>
                  </a:ext>
                </a:extLst>
              </p:cNvPr>
              <p:cNvSpPr txBox="1"/>
              <p:nvPr/>
            </p:nvSpPr>
            <p:spPr>
              <a:xfrm>
                <a:off x="4884479" y="140072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" name="Component 17">
                <a:extLst>
                  <a:ext uri="{FF2B5EF4-FFF2-40B4-BE49-F238E27FC236}">
                    <a16:creationId xmlns:a16="http://schemas.microsoft.com/office/drawing/2014/main" id="{9B1FC621-D05B-4072-A783-4DBAB91DF355}"/>
                  </a:ext>
                </a:extLst>
              </p:cNvPr>
              <p:cNvSpPr txBox="1"/>
              <p:nvPr/>
            </p:nvSpPr>
            <p:spPr>
              <a:xfrm>
                <a:off x="4884479" y="139160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" name="Component 18">
                <a:extLst>
                  <a:ext uri="{FF2B5EF4-FFF2-40B4-BE49-F238E27FC236}">
                    <a16:creationId xmlns:a16="http://schemas.microsoft.com/office/drawing/2014/main" id="{13274822-9CCE-45B7-8895-640D1E1058CE}"/>
                  </a:ext>
                </a:extLst>
              </p:cNvPr>
              <p:cNvSpPr txBox="1"/>
              <p:nvPr/>
            </p:nvSpPr>
            <p:spPr>
              <a:xfrm>
                <a:off x="4884479" y="138248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" name="Component 19">
                <a:extLst>
                  <a:ext uri="{FF2B5EF4-FFF2-40B4-BE49-F238E27FC236}">
                    <a16:creationId xmlns:a16="http://schemas.microsoft.com/office/drawing/2014/main" id="{D3973016-3829-4712-BEEE-BAA185718A19}"/>
                  </a:ext>
                </a:extLst>
              </p:cNvPr>
              <p:cNvSpPr txBox="1"/>
              <p:nvPr/>
            </p:nvSpPr>
            <p:spPr>
              <a:xfrm>
                <a:off x="4884479" y="137337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" name="Component 20">
                <a:extLst>
                  <a:ext uri="{FF2B5EF4-FFF2-40B4-BE49-F238E27FC236}">
                    <a16:creationId xmlns:a16="http://schemas.microsoft.com/office/drawing/2014/main" id="{85E4CD26-4513-426F-8D38-223A81005F82}"/>
                  </a:ext>
                </a:extLst>
              </p:cNvPr>
              <p:cNvSpPr txBox="1"/>
              <p:nvPr/>
            </p:nvSpPr>
            <p:spPr>
              <a:xfrm>
                <a:off x="4884479" y="136426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" name="Component 21">
                <a:extLst>
                  <a:ext uri="{FF2B5EF4-FFF2-40B4-BE49-F238E27FC236}">
                    <a16:creationId xmlns:a16="http://schemas.microsoft.com/office/drawing/2014/main" id="{C7F40164-FADC-4CEB-BB1E-1C55AD184147}"/>
                  </a:ext>
                </a:extLst>
              </p:cNvPr>
              <p:cNvSpPr txBox="1"/>
              <p:nvPr/>
            </p:nvSpPr>
            <p:spPr>
              <a:xfrm>
                <a:off x="4884479" y="135514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" name="Component 22">
                <a:extLst>
                  <a:ext uri="{FF2B5EF4-FFF2-40B4-BE49-F238E27FC236}">
                    <a16:creationId xmlns:a16="http://schemas.microsoft.com/office/drawing/2014/main" id="{E132E8AB-67A7-470A-9C4D-F685A9D47A94}"/>
                  </a:ext>
                </a:extLst>
              </p:cNvPr>
              <p:cNvSpPr txBox="1"/>
              <p:nvPr/>
            </p:nvSpPr>
            <p:spPr>
              <a:xfrm>
                <a:off x="4884479" y="134603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" name="Component 23">
                <a:extLst>
                  <a:ext uri="{FF2B5EF4-FFF2-40B4-BE49-F238E27FC236}">
                    <a16:creationId xmlns:a16="http://schemas.microsoft.com/office/drawing/2014/main" id="{D4A305FC-9CFD-4D05-8C18-97E29BF6E872}"/>
                  </a:ext>
                </a:extLst>
              </p:cNvPr>
              <p:cNvSpPr txBox="1"/>
              <p:nvPr/>
            </p:nvSpPr>
            <p:spPr>
              <a:xfrm>
                <a:off x="4884479" y="133691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" name="Component 24">
                <a:extLst>
                  <a:ext uri="{FF2B5EF4-FFF2-40B4-BE49-F238E27FC236}">
                    <a16:creationId xmlns:a16="http://schemas.microsoft.com/office/drawing/2014/main" id="{9BA66399-D083-4264-BC94-4E435020CCE1}"/>
                  </a:ext>
                </a:extLst>
              </p:cNvPr>
              <p:cNvSpPr txBox="1"/>
              <p:nvPr/>
            </p:nvSpPr>
            <p:spPr>
              <a:xfrm>
                <a:off x="4884479" y="132780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Component 25">
                <a:extLst>
                  <a:ext uri="{FF2B5EF4-FFF2-40B4-BE49-F238E27FC236}">
                    <a16:creationId xmlns:a16="http://schemas.microsoft.com/office/drawing/2014/main" id="{2974A026-4413-4C10-83A0-219899E1ACF4}"/>
                  </a:ext>
                </a:extLst>
              </p:cNvPr>
              <p:cNvSpPr txBox="1"/>
              <p:nvPr/>
            </p:nvSpPr>
            <p:spPr>
              <a:xfrm>
                <a:off x="4884479" y="131868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" name="Component 26">
                <a:extLst>
                  <a:ext uri="{FF2B5EF4-FFF2-40B4-BE49-F238E27FC236}">
                    <a16:creationId xmlns:a16="http://schemas.microsoft.com/office/drawing/2014/main" id="{F8F8F4A7-B9DE-4818-BFA8-8E67AA50ECDC}"/>
                  </a:ext>
                </a:extLst>
              </p:cNvPr>
              <p:cNvSpPr txBox="1"/>
              <p:nvPr/>
            </p:nvSpPr>
            <p:spPr>
              <a:xfrm>
                <a:off x="4884479" y="130957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Component 27">
                <a:extLst>
                  <a:ext uri="{FF2B5EF4-FFF2-40B4-BE49-F238E27FC236}">
                    <a16:creationId xmlns:a16="http://schemas.microsoft.com/office/drawing/2014/main" id="{C9F76737-8223-46C2-8960-275AD98C36E6}"/>
                  </a:ext>
                </a:extLst>
              </p:cNvPr>
              <p:cNvSpPr txBox="1"/>
              <p:nvPr/>
            </p:nvSpPr>
            <p:spPr>
              <a:xfrm>
                <a:off x="4884479" y="130045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Component 28">
                <a:extLst>
                  <a:ext uri="{FF2B5EF4-FFF2-40B4-BE49-F238E27FC236}">
                    <a16:creationId xmlns:a16="http://schemas.microsoft.com/office/drawing/2014/main" id="{AB39FAD2-68B1-4B1E-BB29-E06455A249E9}"/>
                  </a:ext>
                </a:extLst>
              </p:cNvPr>
              <p:cNvSpPr txBox="1"/>
              <p:nvPr/>
            </p:nvSpPr>
            <p:spPr>
              <a:xfrm>
                <a:off x="4884479" y="129134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Component 29">
                <a:extLst>
                  <a:ext uri="{FF2B5EF4-FFF2-40B4-BE49-F238E27FC236}">
                    <a16:creationId xmlns:a16="http://schemas.microsoft.com/office/drawing/2014/main" id="{25C066B5-2A77-4C58-BA4B-8FD35948FD25}"/>
                  </a:ext>
                </a:extLst>
              </p:cNvPr>
              <p:cNvSpPr txBox="1"/>
              <p:nvPr/>
            </p:nvSpPr>
            <p:spPr>
              <a:xfrm>
                <a:off x="4884479" y="128222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" name="Component 30">
                <a:extLst>
                  <a:ext uri="{FF2B5EF4-FFF2-40B4-BE49-F238E27FC236}">
                    <a16:creationId xmlns:a16="http://schemas.microsoft.com/office/drawing/2014/main" id="{D9214E5E-DAD5-4E5F-8F8F-03FFE6806C9A}"/>
                  </a:ext>
                </a:extLst>
              </p:cNvPr>
              <p:cNvSpPr txBox="1"/>
              <p:nvPr/>
            </p:nvSpPr>
            <p:spPr>
              <a:xfrm>
                <a:off x="4884479" y="127311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" name="Component 31">
                <a:extLst>
                  <a:ext uri="{FF2B5EF4-FFF2-40B4-BE49-F238E27FC236}">
                    <a16:creationId xmlns:a16="http://schemas.microsoft.com/office/drawing/2014/main" id="{780EF083-1B7F-48C9-A9FA-9BBAA0AEC770}"/>
                  </a:ext>
                </a:extLst>
              </p:cNvPr>
              <p:cNvSpPr txBox="1"/>
              <p:nvPr/>
            </p:nvSpPr>
            <p:spPr>
              <a:xfrm>
                <a:off x="4884479" y="126399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" name="Component 32">
                <a:extLst>
                  <a:ext uri="{FF2B5EF4-FFF2-40B4-BE49-F238E27FC236}">
                    <a16:creationId xmlns:a16="http://schemas.microsoft.com/office/drawing/2014/main" id="{E5A7A77C-7A25-471C-82CB-9C81A7101771}"/>
                  </a:ext>
                </a:extLst>
              </p:cNvPr>
              <p:cNvSpPr txBox="1"/>
              <p:nvPr/>
            </p:nvSpPr>
            <p:spPr>
              <a:xfrm>
                <a:off x="4884479" y="125488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" name="Component 33">
                <a:extLst>
                  <a:ext uri="{FF2B5EF4-FFF2-40B4-BE49-F238E27FC236}">
                    <a16:creationId xmlns:a16="http://schemas.microsoft.com/office/drawing/2014/main" id="{18D87710-0F75-4765-963A-BD1EF37D727B}"/>
                  </a:ext>
                </a:extLst>
              </p:cNvPr>
              <p:cNvSpPr txBox="1"/>
              <p:nvPr/>
            </p:nvSpPr>
            <p:spPr>
              <a:xfrm>
                <a:off x="4884479" y="124576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Component 34">
                <a:extLst>
                  <a:ext uri="{FF2B5EF4-FFF2-40B4-BE49-F238E27FC236}">
                    <a16:creationId xmlns:a16="http://schemas.microsoft.com/office/drawing/2014/main" id="{F8BF14B8-64FD-44F1-970E-B23907200A2B}"/>
                  </a:ext>
                </a:extLst>
              </p:cNvPr>
              <p:cNvSpPr txBox="1"/>
              <p:nvPr/>
            </p:nvSpPr>
            <p:spPr>
              <a:xfrm>
                <a:off x="4884479" y="123665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" name="Component 35">
                <a:extLst>
                  <a:ext uri="{FF2B5EF4-FFF2-40B4-BE49-F238E27FC236}">
                    <a16:creationId xmlns:a16="http://schemas.microsoft.com/office/drawing/2014/main" id="{8B0FC2D8-8B1C-4F2F-8D3E-259A1FAB5714}"/>
                  </a:ext>
                </a:extLst>
              </p:cNvPr>
              <p:cNvSpPr txBox="1"/>
              <p:nvPr/>
            </p:nvSpPr>
            <p:spPr>
              <a:xfrm>
                <a:off x="4884479" y="122754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" name="Component 36">
                <a:extLst>
                  <a:ext uri="{FF2B5EF4-FFF2-40B4-BE49-F238E27FC236}">
                    <a16:creationId xmlns:a16="http://schemas.microsoft.com/office/drawing/2014/main" id="{8988503D-BBCB-4B85-A91B-4D1E4734A166}"/>
                  </a:ext>
                </a:extLst>
              </p:cNvPr>
              <p:cNvSpPr txBox="1"/>
              <p:nvPr/>
            </p:nvSpPr>
            <p:spPr>
              <a:xfrm>
                <a:off x="4884479" y="121842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" name="Component 37">
                <a:extLst>
                  <a:ext uri="{FF2B5EF4-FFF2-40B4-BE49-F238E27FC236}">
                    <a16:creationId xmlns:a16="http://schemas.microsoft.com/office/drawing/2014/main" id="{233403DC-409F-4B63-9AE8-BF7FCCA4E5CE}"/>
                  </a:ext>
                </a:extLst>
              </p:cNvPr>
              <p:cNvSpPr txBox="1"/>
              <p:nvPr/>
            </p:nvSpPr>
            <p:spPr>
              <a:xfrm>
                <a:off x="4884479" y="120931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" name="Component 38">
                <a:extLst>
                  <a:ext uri="{FF2B5EF4-FFF2-40B4-BE49-F238E27FC236}">
                    <a16:creationId xmlns:a16="http://schemas.microsoft.com/office/drawing/2014/main" id="{A688FCA4-E9EB-49D4-9054-0992D068FF7E}"/>
                  </a:ext>
                </a:extLst>
              </p:cNvPr>
              <p:cNvSpPr txBox="1"/>
              <p:nvPr/>
            </p:nvSpPr>
            <p:spPr>
              <a:xfrm>
                <a:off x="4884479" y="120019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" name="Component 39">
                <a:extLst>
                  <a:ext uri="{FF2B5EF4-FFF2-40B4-BE49-F238E27FC236}">
                    <a16:creationId xmlns:a16="http://schemas.microsoft.com/office/drawing/2014/main" id="{9EAB1F2B-94C6-4F91-9F4F-A3043E7D9FDE}"/>
                  </a:ext>
                </a:extLst>
              </p:cNvPr>
              <p:cNvSpPr txBox="1"/>
              <p:nvPr/>
            </p:nvSpPr>
            <p:spPr>
              <a:xfrm>
                <a:off x="4884479" y="119108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" name="Component 40">
                <a:extLst>
                  <a:ext uri="{FF2B5EF4-FFF2-40B4-BE49-F238E27FC236}">
                    <a16:creationId xmlns:a16="http://schemas.microsoft.com/office/drawing/2014/main" id="{164212B2-ED79-4A26-B78D-D0C73D460F15}"/>
                  </a:ext>
                </a:extLst>
              </p:cNvPr>
              <p:cNvSpPr txBox="1"/>
              <p:nvPr/>
            </p:nvSpPr>
            <p:spPr>
              <a:xfrm>
                <a:off x="4884479" y="118196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Component 41">
                <a:extLst>
                  <a:ext uri="{FF2B5EF4-FFF2-40B4-BE49-F238E27FC236}">
                    <a16:creationId xmlns:a16="http://schemas.microsoft.com/office/drawing/2014/main" id="{50BD0A43-A295-4CFD-B0E9-BF1B4D452938}"/>
                  </a:ext>
                </a:extLst>
              </p:cNvPr>
              <p:cNvSpPr txBox="1"/>
              <p:nvPr/>
            </p:nvSpPr>
            <p:spPr>
              <a:xfrm>
                <a:off x="4884479" y="117285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Component 42">
                <a:extLst>
                  <a:ext uri="{FF2B5EF4-FFF2-40B4-BE49-F238E27FC236}">
                    <a16:creationId xmlns:a16="http://schemas.microsoft.com/office/drawing/2014/main" id="{263E7460-8BD6-44B7-8B8D-2BD8920FC055}"/>
                  </a:ext>
                </a:extLst>
              </p:cNvPr>
              <p:cNvSpPr txBox="1"/>
              <p:nvPr/>
            </p:nvSpPr>
            <p:spPr>
              <a:xfrm>
                <a:off x="4884479" y="116373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Component 43">
                <a:extLst>
                  <a:ext uri="{FF2B5EF4-FFF2-40B4-BE49-F238E27FC236}">
                    <a16:creationId xmlns:a16="http://schemas.microsoft.com/office/drawing/2014/main" id="{43B6D662-B626-416E-A9C5-BF7183A9D406}"/>
                  </a:ext>
                </a:extLst>
              </p:cNvPr>
              <p:cNvSpPr txBox="1"/>
              <p:nvPr/>
            </p:nvSpPr>
            <p:spPr>
              <a:xfrm>
                <a:off x="4884479" y="115462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Component 44">
                <a:extLst>
                  <a:ext uri="{FF2B5EF4-FFF2-40B4-BE49-F238E27FC236}">
                    <a16:creationId xmlns:a16="http://schemas.microsoft.com/office/drawing/2014/main" id="{5CB569FC-CB91-43F2-A661-62C52DD43E38}"/>
                  </a:ext>
                </a:extLst>
              </p:cNvPr>
              <p:cNvSpPr txBox="1"/>
              <p:nvPr/>
            </p:nvSpPr>
            <p:spPr>
              <a:xfrm>
                <a:off x="4884479" y="114550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Component 45">
                <a:extLst>
                  <a:ext uri="{FF2B5EF4-FFF2-40B4-BE49-F238E27FC236}">
                    <a16:creationId xmlns:a16="http://schemas.microsoft.com/office/drawing/2014/main" id="{AFC7454A-B582-4632-BAF0-F95857848EB0}"/>
                  </a:ext>
                </a:extLst>
              </p:cNvPr>
              <p:cNvSpPr txBox="1"/>
              <p:nvPr/>
            </p:nvSpPr>
            <p:spPr>
              <a:xfrm>
                <a:off x="4884479" y="113639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Component 46">
                <a:extLst>
                  <a:ext uri="{FF2B5EF4-FFF2-40B4-BE49-F238E27FC236}">
                    <a16:creationId xmlns:a16="http://schemas.microsoft.com/office/drawing/2014/main" id="{844B5521-F2A8-4251-A5BB-2E9E2A62E6FA}"/>
                  </a:ext>
                </a:extLst>
              </p:cNvPr>
              <p:cNvSpPr txBox="1"/>
              <p:nvPr/>
            </p:nvSpPr>
            <p:spPr>
              <a:xfrm>
                <a:off x="4884479" y="112728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7" name="Component 47">
                <a:extLst>
                  <a:ext uri="{FF2B5EF4-FFF2-40B4-BE49-F238E27FC236}">
                    <a16:creationId xmlns:a16="http://schemas.microsoft.com/office/drawing/2014/main" id="{EF54CED1-075B-4FEF-8F96-E8EF51469DCF}"/>
                  </a:ext>
                </a:extLst>
              </p:cNvPr>
              <p:cNvSpPr txBox="1"/>
              <p:nvPr/>
            </p:nvSpPr>
            <p:spPr>
              <a:xfrm>
                <a:off x="4884479" y="111816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8" name="Component 48">
                <a:extLst>
                  <a:ext uri="{FF2B5EF4-FFF2-40B4-BE49-F238E27FC236}">
                    <a16:creationId xmlns:a16="http://schemas.microsoft.com/office/drawing/2014/main" id="{31689441-4E70-4FEC-B05B-134555BA19E9}"/>
                  </a:ext>
                </a:extLst>
              </p:cNvPr>
              <p:cNvSpPr txBox="1"/>
              <p:nvPr/>
            </p:nvSpPr>
            <p:spPr>
              <a:xfrm>
                <a:off x="4884479" y="110904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9" name="Component 49">
                <a:extLst>
                  <a:ext uri="{FF2B5EF4-FFF2-40B4-BE49-F238E27FC236}">
                    <a16:creationId xmlns:a16="http://schemas.microsoft.com/office/drawing/2014/main" id="{E36B4333-DE3C-4E9F-8AF0-6D8FD90E8973}"/>
                  </a:ext>
                </a:extLst>
              </p:cNvPr>
              <p:cNvSpPr txBox="1"/>
              <p:nvPr/>
            </p:nvSpPr>
            <p:spPr>
              <a:xfrm>
                <a:off x="4884479" y="109993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0" name="Component 50">
                <a:extLst>
                  <a:ext uri="{FF2B5EF4-FFF2-40B4-BE49-F238E27FC236}">
                    <a16:creationId xmlns:a16="http://schemas.microsoft.com/office/drawing/2014/main" id="{97D07633-ED0E-4E55-80BB-73FFD4DADAF1}"/>
                  </a:ext>
                </a:extLst>
              </p:cNvPr>
              <p:cNvSpPr txBox="1"/>
              <p:nvPr/>
            </p:nvSpPr>
            <p:spPr>
              <a:xfrm>
                <a:off x="4884479" y="109082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1" name="Component 51">
                <a:extLst>
                  <a:ext uri="{FF2B5EF4-FFF2-40B4-BE49-F238E27FC236}">
                    <a16:creationId xmlns:a16="http://schemas.microsoft.com/office/drawing/2014/main" id="{496E377A-72F3-4273-BFC5-8E2DA820BDE5}"/>
                  </a:ext>
                </a:extLst>
              </p:cNvPr>
              <p:cNvSpPr txBox="1"/>
              <p:nvPr/>
            </p:nvSpPr>
            <p:spPr>
              <a:xfrm>
                <a:off x="4884479" y="108170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2" name="Component 52">
                <a:extLst>
                  <a:ext uri="{FF2B5EF4-FFF2-40B4-BE49-F238E27FC236}">
                    <a16:creationId xmlns:a16="http://schemas.microsoft.com/office/drawing/2014/main" id="{CEA92680-24B5-41BB-A72F-69D16401A9DE}"/>
                  </a:ext>
                </a:extLst>
              </p:cNvPr>
              <p:cNvSpPr txBox="1"/>
              <p:nvPr/>
            </p:nvSpPr>
            <p:spPr>
              <a:xfrm>
                <a:off x="4884479" y="107259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3" name="Component 53">
                <a:extLst>
                  <a:ext uri="{FF2B5EF4-FFF2-40B4-BE49-F238E27FC236}">
                    <a16:creationId xmlns:a16="http://schemas.microsoft.com/office/drawing/2014/main" id="{6031E901-427D-4A4F-A324-E64030CD9AB7}"/>
                  </a:ext>
                </a:extLst>
              </p:cNvPr>
              <p:cNvSpPr txBox="1"/>
              <p:nvPr/>
            </p:nvSpPr>
            <p:spPr>
              <a:xfrm>
                <a:off x="4884479" y="106347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4" name="Component 54">
                <a:extLst>
                  <a:ext uri="{FF2B5EF4-FFF2-40B4-BE49-F238E27FC236}">
                    <a16:creationId xmlns:a16="http://schemas.microsoft.com/office/drawing/2014/main" id="{F9ADF67D-7A1D-4721-923C-02FE0836696A}"/>
                  </a:ext>
                </a:extLst>
              </p:cNvPr>
              <p:cNvSpPr txBox="1"/>
              <p:nvPr/>
            </p:nvSpPr>
            <p:spPr>
              <a:xfrm>
                <a:off x="4884479" y="105436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5" name="Component 55">
                <a:extLst>
                  <a:ext uri="{FF2B5EF4-FFF2-40B4-BE49-F238E27FC236}">
                    <a16:creationId xmlns:a16="http://schemas.microsoft.com/office/drawing/2014/main" id="{D4C7C387-D698-4B9B-89B7-DE0858A45B8E}"/>
                  </a:ext>
                </a:extLst>
              </p:cNvPr>
              <p:cNvSpPr txBox="1"/>
              <p:nvPr/>
            </p:nvSpPr>
            <p:spPr>
              <a:xfrm>
                <a:off x="4884479" y="104524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6" name="Component 56">
                <a:extLst>
                  <a:ext uri="{FF2B5EF4-FFF2-40B4-BE49-F238E27FC236}">
                    <a16:creationId xmlns:a16="http://schemas.microsoft.com/office/drawing/2014/main" id="{0E12D543-01AA-4504-9291-E53923B07C88}"/>
                  </a:ext>
                </a:extLst>
              </p:cNvPr>
              <p:cNvSpPr txBox="1"/>
              <p:nvPr/>
            </p:nvSpPr>
            <p:spPr>
              <a:xfrm>
                <a:off x="4884479" y="103613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7" name="Component 57">
                <a:extLst>
                  <a:ext uri="{FF2B5EF4-FFF2-40B4-BE49-F238E27FC236}">
                    <a16:creationId xmlns:a16="http://schemas.microsoft.com/office/drawing/2014/main" id="{D6B2B3F1-5EB2-4BDE-B911-5F75487A9AEC}"/>
                  </a:ext>
                </a:extLst>
              </p:cNvPr>
              <p:cNvSpPr txBox="1"/>
              <p:nvPr/>
            </p:nvSpPr>
            <p:spPr>
              <a:xfrm>
                <a:off x="4884479" y="102701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8" name="Component 58">
                <a:extLst>
                  <a:ext uri="{FF2B5EF4-FFF2-40B4-BE49-F238E27FC236}">
                    <a16:creationId xmlns:a16="http://schemas.microsoft.com/office/drawing/2014/main" id="{932BB352-B6B2-4E5C-B783-37CF92F2F35C}"/>
                  </a:ext>
                </a:extLst>
              </p:cNvPr>
              <p:cNvSpPr txBox="1"/>
              <p:nvPr/>
            </p:nvSpPr>
            <p:spPr>
              <a:xfrm>
                <a:off x="4884479" y="101790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9" name="Component 59">
                <a:extLst>
                  <a:ext uri="{FF2B5EF4-FFF2-40B4-BE49-F238E27FC236}">
                    <a16:creationId xmlns:a16="http://schemas.microsoft.com/office/drawing/2014/main" id="{7DBB3166-385F-41DC-AC40-AB4F86F6C512}"/>
                  </a:ext>
                </a:extLst>
              </p:cNvPr>
              <p:cNvSpPr txBox="1"/>
              <p:nvPr/>
            </p:nvSpPr>
            <p:spPr>
              <a:xfrm>
                <a:off x="4884479" y="100878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0" name="Component 60">
                <a:extLst>
                  <a:ext uri="{FF2B5EF4-FFF2-40B4-BE49-F238E27FC236}">
                    <a16:creationId xmlns:a16="http://schemas.microsoft.com/office/drawing/2014/main" id="{764CE186-53BC-4DEB-B3A1-234A11F320D5}"/>
                  </a:ext>
                </a:extLst>
              </p:cNvPr>
              <p:cNvSpPr txBox="1"/>
              <p:nvPr/>
            </p:nvSpPr>
            <p:spPr>
              <a:xfrm>
                <a:off x="4884479" y="99967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1" name="Component 61">
                <a:extLst>
                  <a:ext uri="{FF2B5EF4-FFF2-40B4-BE49-F238E27FC236}">
                    <a16:creationId xmlns:a16="http://schemas.microsoft.com/office/drawing/2014/main" id="{A38355C9-366E-4C27-B617-94AAF3C84A17}"/>
                  </a:ext>
                </a:extLst>
              </p:cNvPr>
              <p:cNvSpPr txBox="1"/>
              <p:nvPr/>
            </p:nvSpPr>
            <p:spPr>
              <a:xfrm>
                <a:off x="4884479" y="99055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2" name="Component 62">
                <a:extLst>
                  <a:ext uri="{FF2B5EF4-FFF2-40B4-BE49-F238E27FC236}">
                    <a16:creationId xmlns:a16="http://schemas.microsoft.com/office/drawing/2014/main" id="{AAA5EF77-1FBA-4A1A-80CA-6D068491AFB2}"/>
                  </a:ext>
                </a:extLst>
              </p:cNvPr>
              <p:cNvSpPr txBox="1"/>
              <p:nvPr/>
            </p:nvSpPr>
            <p:spPr>
              <a:xfrm>
                <a:off x="4884479" y="98144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3" name="Component 63">
                <a:extLst>
                  <a:ext uri="{FF2B5EF4-FFF2-40B4-BE49-F238E27FC236}">
                    <a16:creationId xmlns:a16="http://schemas.microsoft.com/office/drawing/2014/main" id="{025C7884-7ADA-4808-8F9C-D20A55E9B912}"/>
                  </a:ext>
                </a:extLst>
              </p:cNvPr>
              <p:cNvSpPr txBox="1"/>
              <p:nvPr/>
            </p:nvSpPr>
            <p:spPr>
              <a:xfrm>
                <a:off x="4884479" y="97232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4" name="Component 64">
                <a:extLst>
                  <a:ext uri="{FF2B5EF4-FFF2-40B4-BE49-F238E27FC236}">
                    <a16:creationId xmlns:a16="http://schemas.microsoft.com/office/drawing/2014/main" id="{85A44C19-6619-48DD-BBF4-9D5481714E2F}"/>
                  </a:ext>
                </a:extLst>
              </p:cNvPr>
              <p:cNvSpPr txBox="1"/>
              <p:nvPr/>
            </p:nvSpPr>
            <p:spPr>
              <a:xfrm>
                <a:off x="4884479" y="96321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5" name="Component 65">
                <a:extLst>
                  <a:ext uri="{FF2B5EF4-FFF2-40B4-BE49-F238E27FC236}">
                    <a16:creationId xmlns:a16="http://schemas.microsoft.com/office/drawing/2014/main" id="{9327F14E-CBFB-4F89-9ACF-835F18F41CFC}"/>
                  </a:ext>
                </a:extLst>
              </p:cNvPr>
              <p:cNvSpPr txBox="1"/>
              <p:nvPr/>
            </p:nvSpPr>
            <p:spPr>
              <a:xfrm>
                <a:off x="4884479" y="95410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6" name="Component 66">
                <a:extLst>
                  <a:ext uri="{FF2B5EF4-FFF2-40B4-BE49-F238E27FC236}">
                    <a16:creationId xmlns:a16="http://schemas.microsoft.com/office/drawing/2014/main" id="{92C14C77-D318-4825-A7E2-E044D80B8978}"/>
                  </a:ext>
                </a:extLst>
              </p:cNvPr>
              <p:cNvSpPr txBox="1"/>
              <p:nvPr/>
            </p:nvSpPr>
            <p:spPr>
              <a:xfrm>
                <a:off x="4884479" y="94498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7" name="Component 67">
                <a:extLst>
                  <a:ext uri="{FF2B5EF4-FFF2-40B4-BE49-F238E27FC236}">
                    <a16:creationId xmlns:a16="http://schemas.microsoft.com/office/drawing/2014/main" id="{B3AD6B89-FFAD-49B7-A8A6-EDA3FDFF99F6}"/>
                  </a:ext>
                </a:extLst>
              </p:cNvPr>
              <p:cNvSpPr txBox="1"/>
              <p:nvPr/>
            </p:nvSpPr>
            <p:spPr>
              <a:xfrm>
                <a:off x="4884479" y="93587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8" name="Component 68">
                <a:extLst>
                  <a:ext uri="{FF2B5EF4-FFF2-40B4-BE49-F238E27FC236}">
                    <a16:creationId xmlns:a16="http://schemas.microsoft.com/office/drawing/2014/main" id="{FD8551A5-E505-4074-8754-AC1483CF8F69}"/>
                  </a:ext>
                </a:extLst>
              </p:cNvPr>
              <p:cNvSpPr txBox="1"/>
              <p:nvPr/>
            </p:nvSpPr>
            <p:spPr>
              <a:xfrm>
                <a:off x="4884479" y="92675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9" name="Component 69">
                <a:extLst>
                  <a:ext uri="{FF2B5EF4-FFF2-40B4-BE49-F238E27FC236}">
                    <a16:creationId xmlns:a16="http://schemas.microsoft.com/office/drawing/2014/main" id="{F4C967C7-73E0-44C6-9DBE-12C31C58A75C}"/>
                  </a:ext>
                </a:extLst>
              </p:cNvPr>
              <p:cNvSpPr txBox="1"/>
              <p:nvPr/>
            </p:nvSpPr>
            <p:spPr>
              <a:xfrm>
                <a:off x="4884479" y="91764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0" name="Component 70">
                <a:extLst>
                  <a:ext uri="{FF2B5EF4-FFF2-40B4-BE49-F238E27FC236}">
                    <a16:creationId xmlns:a16="http://schemas.microsoft.com/office/drawing/2014/main" id="{8E6CDD94-6975-4FC7-ACF7-ADBE4AAEBB46}"/>
                  </a:ext>
                </a:extLst>
              </p:cNvPr>
              <p:cNvSpPr txBox="1"/>
              <p:nvPr/>
            </p:nvSpPr>
            <p:spPr>
              <a:xfrm>
                <a:off x="4884479" y="90852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1" name="Component 71">
                <a:extLst>
                  <a:ext uri="{FF2B5EF4-FFF2-40B4-BE49-F238E27FC236}">
                    <a16:creationId xmlns:a16="http://schemas.microsoft.com/office/drawing/2014/main" id="{44EA561E-8388-402F-8768-AD1871349174}"/>
                  </a:ext>
                </a:extLst>
              </p:cNvPr>
              <p:cNvSpPr txBox="1"/>
              <p:nvPr/>
            </p:nvSpPr>
            <p:spPr>
              <a:xfrm>
                <a:off x="4884479" y="89941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2" name="Component 72">
                <a:extLst>
                  <a:ext uri="{FF2B5EF4-FFF2-40B4-BE49-F238E27FC236}">
                    <a16:creationId xmlns:a16="http://schemas.microsoft.com/office/drawing/2014/main" id="{5B436B7C-4D8F-4CAB-B5DC-83DAAE97FC22}"/>
                  </a:ext>
                </a:extLst>
              </p:cNvPr>
              <p:cNvSpPr txBox="1"/>
              <p:nvPr/>
            </p:nvSpPr>
            <p:spPr>
              <a:xfrm>
                <a:off x="4884479" y="89029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3" name="Component 73">
                <a:extLst>
                  <a:ext uri="{FF2B5EF4-FFF2-40B4-BE49-F238E27FC236}">
                    <a16:creationId xmlns:a16="http://schemas.microsoft.com/office/drawing/2014/main" id="{1213991A-5EFA-4EA5-8705-6F339F6CA180}"/>
                  </a:ext>
                </a:extLst>
              </p:cNvPr>
              <p:cNvSpPr txBox="1"/>
              <p:nvPr/>
            </p:nvSpPr>
            <p:spPr>
              <a:xfrm>
                <a:off x="4884479" y="88118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4" name="Component 74">
                <a:extLst>
                  <a:ext uri="{FF2B5EF4-FFF2-40B4-BE49-F238E27FC236}">
                    <a16:creationId xmlns:a16="http://schemas.microsoft.com/office/drawing/2014/main" id="{66DD9511-15F3-43DF-8823-AF6CE54DA21D}"/>
                  </a:ext>
                </a:extLst>
              </p:cNvPr>
              <p:cNvSpPr txBox="1"/>
              <p:nvPr/>
            </p:nvSpPr>
            <p:spPr>
              <a:xfrm>
                <a:off x="4884479" y="87206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5" name="Component 75">
                <a:extLst>
                  <a:ext uri="{FF2B5EF4-FFF2-40B4-BE49-F238E27FC236}">
                    <a16:creationId xmlns:a16="http://schemas.microsoft.com/office/drawing/2014/main" id="{099407BE-D4C1-484C-B819-C2D03D9DD10A}"/>
                  </a:ext>
                </a:extLst>
              </p:cNvPr>
              <p:cNvSpPr txBox="1"/>
              <p:nvPr/>
            </p:nvSpPr>
            <p:spPr>
              <a:xfrm>
                <a:off x="4884479" y="86295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6" name="Component 76">
                <a:extLst>
                  <a:ext uri="{FF2B5EF4-FFF2-40B4-BE49-F238E27FC236}">
                    <a16:creationId xmlns:a16="http://schemas.microsoft.com/office/drawing/2014/main" id="{4E922593-8AD5-4874-BA3B-8E316EC46AD4}"/>
                  </a:ext>
                </a:extLst>
              </p:cNvPr>
              <p:cNvSpPr txBox="1"/>
              <p:nvPr/>
            </p:nvSpPr>
            <p:spPr>
              <a:xfrm>
                <a:off x="4884479" y="85383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7" name="Component 77">
                <a:extLst>
                  <a:ext uri="{FF2B5EF4-FFF2-40B4-BE49-F238E27FC236}">
                    <a16:creationId xmlns:a16="http://schemas.microsoft.com/office/drawing/2014/main" id="{2AD4244F-15E1-48E6-AA02-277064422D08}"/>
                  </a:ext>
                </a:extLst>
              </p:cNvPr>
              <p:cNvSpPr txBox="1"/>
              <p:nvPr/>
            </p:nvSpPr>
            <p:spPr>
              <a:xfrm>
                <a:off x="4884479" y="84472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8" name="Component 78">
                <a:extLst>
                  <a:ext uri="{FF2B5EF4-FFF2-40B4-BE49-F238E27FC236}">
                    <a16:creationId xmlns:a16="http://schemas.microsoft.com/office/drawing/2014/main" id="{2880953D-7742-4CBC-89FA-350E85663B78}"/>
                  </a:ext>
                </a:extLst>
              </p:cNvPr>
              <p:cNvSpPr txBox="1"/>
              <p:nvPr/>
            </p:nvSpPr>
            <p:spPr>
              <a:xfrm>
                <a:off x="4884479" y="83560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9" name="Component 79">
                <a:extLst>
                  <a:ext uri="{FF2B5EF4-FFF2-40B4-BE49-F238E27FC236}">
                    <a16:creationId xmlns:a16="http://schemas.microsoft.com/office/drawing/2014/main" id="{B9BCEB88-4AD5-418F-AAE8-7619F5ADA195}"/>
                  </a:ext>
                </a:extLst>
              </p:cNvPr>
              <p:cNvSpPr txBox="1"/>
              <p:nvPr/>
            </p:nvSpPr>
            <p:spPr>
              <a:xfrm>
                <a:off x="4884479" y="82649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0" name="Component 80">
                <a:extLst>
                  <a:ext uri="{FF2B5EF4-FFF2-40B4-BE49-F238E27FC236}">
                    <a16:creationId xmlns:a16="http://schemas.microsoft.com/office/drawing/2014/main" id="{1DD13CBA-E632-4EB7-97BF-55023258DB80}"/>
                  </a:ext>
                </a:extLst>
              </p:cNvPr>
              <p:cNvSpPr txBox="1"/>
              <p:nvPr/>
            </p:nvSpPr>
            <p:spPr>
              <a:xfrm>
                <a:off x="4884479" y="81738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1" name="Component 81">
                <a:extLst>
                  <a:ext uri="{FF2B5EF4-FFF2-40B4-BE49-F238E27FC236}">
                    <a16:creationId xmlns:a16="http://schemas.microsoft.com/office/drawing/2014/main" id="{CFAD0665-7FD4-40F0-BC86-9A171C992052}"/>
                  </a:ext>
                </a:extLst>
              </p:cNvPr>
              <p:cNvSpPr txBox="1"/>
              <p:nvPr/>
            </p:nvSpPr>
            <p:spPr>
              <a:xfrm>
                <a:off x="4884479" y="80826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2" name="Component 82">
                <a:extLst>
                  <a:ext uri="{FF2B5EF4-FFF2-40B4-BE49-F238E27FC236}">
                    <a16:creationId xmlns:a16="http://schemas.microsoft.com/office/drawing/2014/main" id="{70F31BCB-242E-44BA-990D-322F144FA26A}"/>
                  </a:ext>
                </a:extLst>
              </p:cNvPr>
              <p:cNvSpPr txBox="1"/>
              <p:nvPr/>
            </p:nvSpPr>
            <p:spPr>
              <a:xfrm>
                <a:off x="4884479" y="79914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3" name="Component 83">
                <a:extLst>
                  <a:ext uri="{FF2B5EF4-FFF2-40B4-BE49-F238E27FC236}">
                    <a16:creationId xmlns:a16="http://schemas.microsoft.com/office/drawing/2014/main" id="{CB64539C-71AF-48F4-9EFF-988156CF3157}"/>
                  </a:ext>
                </a:extLst>
              </p:cNvPr>
              <p:cNvSpPr txBox="1"/>
              <p:nvPr/>
            </p:nvSpPr>
            <p:spPr>
              <a:xfrm>
                <a:off x="4884479" y="79003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4" name="Component 84">
                <a:extLst>
                  <a:ext uri="{FF2B5EF4-FFF2-40B4-BE49-F238E27FC236}">
                    <a16:creationId xmlns:a16="http://schemas.microsoft.com/office/drawing/2014/main" id="{B31D67FC-A4BE-44EC-A77C-129ECF9D8E8E}"/>
                  </a:ext>
                </a:extLst>
              </p:cNvPr>
              <p:cNvSpPr txBox="1"/>
              <p:nvPr/>
            </p:nvSpPr>
            <p:spPr>
              <a:xfrm>
                <a:off x="4884479" y="78092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Component 85">
                <a:extLst>
                  <a:ext uri="{FF2B5EF4-FFF2-40B4-BE49-F238E27FC236}">
                    <a16:creationId xmlns:a16="http://schemas.microsoft.com/office/drawing/2014/main" id="{5B509B27-5552-4FD4-8336-4C13CE2A7ABA}"/>
                  </a:ext>
                </a:extLst>
              </p:cNvPr>
              <p:cNvSpPr txBox="1"/>
              <p:nvPr/>
            </p:nvSpPr>
            <p:spPr>
              <a:xfrm>
                <a:off x="4884479" y="77180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6" name="Component 86">
                <a:extLst>
                  <a:ext uri="{FF2B5EF4-FFF2-40B4-BE49-F238E27FC236}">
                    <a16:creationId xmlns:a16="http://schemas.microsoft.com/office/drawing/2014/main" id="{6C4BBA51-B22B-4924-9AE1-F160FB53694C}"/>
                  </a:ext>
                </a:extLst>
              </p:cNvPr>
              <p:cNvSpPr txBox="1"/>
              <p:nvPr/>
            </p:nvSpPr>
            <p:spPr>
              <a:xfrm>
                <a:off x="4884479" y="76269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7" name="Component 87">
                <a:extLst>
                  <a:ext uri="{FF2B5EF4-FFF2-40B4-BE49-F238E27FC236}">
                    <a16:creationId xmlns:a16="http://schemas.microsoft.com/office/drawing/2014/main" id="{130C3C5D-8F90-438D-B9A7-3B360DF5DF7C}"/>
                  </a:ext>
                </a:extLst>
              </p:cNvPr>
              <p:cNvSpPr txBox="1"/>
              <p:nvPr/>
            </p:nvSpPr>
            <p:spPr>
              <a:xfrm>
                <a:off x="4884479" y="75357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8" name="Component 88">
                <a:extLst>
                  <a:ext uri="{FF2B5EF4-FFF2-40B4-BE49-F238E27FC236}">
                    <a16:creationId xmlns:a16="http://schemas.microsoft.com/office/drawing/2014/main" id="{46C3A657-8C53-4841-82C5-2A992D23D2C2}"/>
                  </a:ext>
                </a:extLst>
              </p:cNvPr>
              <p:cNvSpPr txBox="1"/>
              <p:nvPr/>
            </p:nvSpPr>
            <p:spPr>
              <a:xfrm>
                <a:off x="4884479" y="74446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9" name="Component 89">
                <a:extLst>
                  <a:ext uri="{FF2B5EF4-FFF2-40B4-BE49-F238E27FC236}">
                    <a16:creationId xmlns:a16="http://schemas.microsoft.com/office/drawing/2014/main" id="{9302F0C1-8E4E-43B9-A9D3-3D8B1D1E8EFC}"/>
                  </a:ext>
                </a:extLst>
              </p:cNvPr>
              <p:cNvSpPr txBox="1"/>
              <p:nvPr/>
            </p:nvSpPr>
            <p:spPr>
              <a:xfrm>
                <a:off x="4884479" y="73534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0" name="Component 90">
                <a:extLst>
                  <a:ext uri="{FF2B5EF4-FFF2-40B4-BE49-F238E27FC236}">
                    <a16:creationId xmlns:a16="http://schemas.microsoft.com/office/drawing/2014/main" id="{B4B110FD-972E-41BA-A52B-52303D7C24B2}"/>
                  </a:ext>
                </a:extLst>
              </p:cNvPr>
              <p:cNvSpPr txBox="1"/>
              <p:nvPr/>
            </p:nvSpPr>
            <p:spPr>
              <a:xfrm>
                <a:off x="4884479" y="72623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1" name="Component 91">
                <a:extLst>
                  <a:ext uri="{FF2B5EF4-FFF2-40B4-BE49-F238E27FC236}">
                    <a16:creationId xmlns:a16="http://schemas.microsoft.com/office/drawing/2014/main" id="{3A9908A1-D024-4CC3-88AE-765D4814A037}"/>
                  </a:ext>
                </a:extLst>
              </p:cNvPr>
              <p:cNvSpPr txBox="1"/>
              <p:nvPr/>
            </p:nvSpPr>
            <p:spPr>
              <a:xfrm>
                <a:off x="4884479" y="71711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2" name="Component 92">
                <a:extLst>
                  <a:ext uri="{FF2B5EF4-FFF2-40B4-BE49-F238E27FC236}">
                    <a16:creationId xmlns:a16="http://schemas.microsoft.com/office/drawing/2014/main" id="{3D901988-339F-4365-848A-2DE6041109C2}"/>
                  </a:ext>
                </a:extLst>
              </p:cNvPr>
              <p:cNvSpPr txBox="1"/>
              <p:nvPr/>
            </p:nvSpPr>
            <p:spPr>
              <a:xfrm>
                <a:off x="4884479" y="708003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3" name="Component 93">
                <a:extLst>
                  <a:ext uri="{FF2B5EF4-FFF2-40B4-BE49-F238E27FC236}">
                    <a16:creationId xmlns:a16="http://schemas.microsoft.com/office/drawing/2014/main" id="{9567443C-7A18-4974-8C28-79D9A372DE68}"/>
                  </a:ext>
                </a:extLst>
              </p:cNvPr>
              <p:cNvSpPr txBox="1"/>
              <p:nvPr/>
            </p:nvSpPr>
            <p:spPr>
              <a:xfrm>
                <a:off x="4884479" y="698888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4" name="Component 94">
                <a:extLst>
                  <a:ext uri="{FF2B5EF4-FFF2-40B4-BE49-F238E27FC236}">
                    <a16:creationId xmlns:a16="http://schemas.microsoft.com/office/drawing/2014/main" id="{B5B12C87-A6E2-4F09-9461-F43B5D826F88}"/>
                  </a:ext>
                </a:extLst>
              </p:cNvPr>
              <p:cNvSpPr txBox="1"/>
              <p:nvPr/>
            </p:nvSpPr>
            <p:spPr>
              <a:xfrm>
                <a:off x="4884479" y="68977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5" name="Component 95">
                <a:extLst>
                  <a:ext uri="{FF2B5EF4-FFF2-40B4-BE49-F238E27FC236}">
                    <a16:creationId xmlns:a16="http://schemas.microsoft.com/office/drawing/2014/main" id="{CF3F3A74-19FC-496A-AB71-E231D41F78CF}"/>
                  </a:ext>
                </a:extLst>
              </p:cNvPr>
              <p:cNvSpPr txBox="1"/>
              <p:nvPr/>
            </p:nvSpPr>
            <p:spPr>
              <a:xfrm>
                <a:off x="4884479" y="68065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6" name="Component 96">
                <a:extLst>
                  <a:ext uri="{FF2B5EF4-FFF2-40B4-BE49-F238E27FC236}">
                    <a16:creationId xmlns:a16="http://schemas.microsoft.com/office/drawing/2014/main" id="{4028FF6C-9B67-46AF-825B-5A809F62039F}"/>
                  </a:ext>
                </a:extLst>
              </p:cNvPr>
              <p:cNvSpPr txBox="1"/>
              <p:nvPr/>
            </p:nvSpPr>
            <p:spPr>
              <a:xfrm>
                <a:off x="4884479" y="67154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7" name="Component 97">
                <a:extLst>
                  <a:ext uri="{FF2B5EF4-FFF2-40B4-BE49-F238E27FC236}">
                    <a16:creationId xmlns:a16="http://schemas.microsoft.com/office/drawing/2014/main" id="{40510618-BCC0-4D39-B174-F454334C2A3F}"/>
                  </a:ext>
                </a:extLst>
              </p:cNvPr>
              <p:cNvSpPr txBox="1"/>
              <p:nvPr/>
            </p:nvSpPr>
            <p:spPr>
              <a:xfrm>
                <a:off x="4884479" y="662429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8" name="Component 98">
                <a:extLst>
                  <a:ext uri="{FF2B5EF4-FFF2-40B4-BE49-F238E27FC236}">
                    <a16:creationId xmlns:a16="http://schemas.microsoft.com/office/drawing/2014/main" id="{0FF18E68-E4C6-4213-84E8-A9EDF7015411}"/>
                  </a:ext>
                </a:extLst>
              </p:cNvPr>
              <p:cNvSpPr txBox="1"/>
              <p:nvPr/>
            </p:nvSpPr>
            <p:spPr>
              <a:xfrm>
                <a:off x="4884479" y="653314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9" name="Component 99">
                <a:extLst>
                  <a:ext uri="{FF2B5EF4-FFF2-40B4-BE49-F238E27FC236}">
                    <a16:creationId xmlns:a16="http://schemas.microsoft.com/office/drawing/2014/main" id="{0C91C919-6CFF-47C3-B064-CEED11877388}"/>
                  </a:ext>
                </a:extLst>
              </p:cNvPr>
              <p:cNvSpPr txBox="1"/>
              <p:nvPr/>
            </p:nvSpPr>
            <p:spPr>
              <a:xfrm>
                <a:off x="4884479" y="644200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0" name="Component 100">
                <a:extLst>
                  <a:ext uri="{FF2B5EF4-FFF2-40B4-BE49-F238E27FC236}">
                    <a16:creationId xmlns:a16="http://schemas.microsoft.com/office/drawing/2014/main" id="{AE302B08-2F8A-43A0-80B9-D3465BC6EF97}"/>
                  </a:ext>
                </a:extLst>
              </p:cNvPr>
              <p:cNvSpPr txBox="1"/>
              <p:nvPr/>
            </p:nvSpPr>
            <p:spPr>
              <a:xfrm>
                <a:off x="4884479" y="635085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1" name="Component 101">
                <a:extLst>
                  <a:ext uri="{FF2B5EF4-FFF2-40B4-BE49-F238E27FC236}">
                    <a16:creationId xmlns:a16="http://schemas.microsoft.com/office/drawing/2014/main" id="{95B90442-AF1C-45AF-B373-7AE804277774}"/>
                  </a:ext>
                </a:extLst>
              </p:cNvPr>
              <p:cNvSpPr txBox="1"/>
              <p:nvPr/>
            </p:nvSpPr>
            <p:spPr>
              <a:xfrm>
                <a:off x="4884479" y="62597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2" name="Component 102">
                <a:extLst>
                  <a:ext uri="{FF2B5EF4-FFF2-40B4-BE49-F238E27FC236}">
                    <a16:creationId xmlns:a16="http://schemas.microsoft.com/office/drawing/2014/main" id="{5E5B587C-6C49-4E11-ACAE-7D8FF5E86B19}"/>
                  </a:ext>
                </a:extLst>
              </p:cNvPr>
              <p:cNvSpPr txBox="1"/>
              <p:nvPr/>
            </p:nvSpPr>
            <p:spPr>
              <a:xfrm>
                <a:off x="4884479" y="616856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3" name="Component 103">
                <a:extLst>
                  <a:ext uri="{FF2B5EF4-FFF2-40B4-BE49-F238E27FC236}">
                    <a16:creationId xmlns:a16="http://schemas.microsoft.com/office/drawing/2014/main" id="{A6651B04-8CA6-41FE-8A40-CE2E7FC0C4BA}"/>
                  </a:ext>
                </a:extLst>
              </p:cNvPr>
              <p:cNvSpPr txBox="1"/>
              <p:nvPr/>
            </p:nvSpPr>
            <p:spPr>
              <a:xfrm>
                <a:off x="4884479" y="607742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4" name="Component 104">
                <a:extLst>
                  <a:ext uri="{FF2B5EF4-FFF2-40B4-BE49-F238E27FC236}">
                    <a16:creationId xmlns:a16="http://schemas.microsoft.com/office/drawing/2014/main" id="{DECE2CDB-FE90-4856-A966-92EF0F77C2D3}"/>
                  </a:ext>
                </a:extLst>
              </p:cNvPr>
              <p:cNvSpPr txBox="1"/>
              <p:nvPr/>
            </p:nvSpPr>
            <p:spPr>
              <a:xfrm>
                <a:off x="4884479" y="59862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5" name="Component 105">
                <a:extLst>
                  <a:ext uri="{FF2B5EF4-FFF2-40B4-BE49-F238E27FC236}">
                    <a16:creationId xmlns:a16="http://schemas.microsoft.com/office/drawing/2014/main" id="{EAE2E9E5-9F32-40E1-B3A3-C055F45E84DA}"/>
                  </a:ext>
                </a:extLst>
              </p:cNvPr>
              <p:cNvSpPr txBox="1"/>
              <p:nvPr/>
            </p:nvSpPr>
            <p:spPr>
              <a:xfrm>
                <a:off x="4884479" y="589511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6" name="Component 106">
                <a:extLst>
                  <a:ext uri="{FF2B5EF4-FFF2-40B4-BE49-F238E27FC236}">
                    <a16:creationId xmlns:a16="http://schemas.microsoft.com/office/drawing/2014/main" id="{8C63A83F-ABD2-4DDB-B5A3-A7B48E008288}"/>
                  </a:ext>
                </a:extLst>
              </p:cNvPr>
              <p:cNvSpPr txBox="1"/>
              <p:nvPr/>
            </p:nvSpPr>
            <p:spPr>
              <a:xfrm>
                <a:off x="4884479" y="580397"/>
                <a:ext cx="196538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107" name="Component 107">
              <a:extLst>
                <a:ext uri="{FF2B5EF4-FFF2-40B4-BE49-F238E27FC236}">
                  <a16:creationId xmlns:a16="http://schemas.microsoft.com/office/drawing/2014/main" id="{718FC0EA-2B14-4B7F-948C-8D4D63B332A4}"/>
                </a:ext>
              </a:extLst>
            </p:cNvPr>
            <p:cNvGrpSpPr/>
            <p:nvPr/>
          </p:nvGrpSpPr>
          <p:grpSpPr>
            <a:xfrm>
              <a:off x="6075474" y="1215406"/>
              <a:ext cx="2240438" cy="3476558"/>
              <a:chOff x="6075474" y="1215406"/>
              <a:chExt cx="2240438" cy="3476558"/>
            </a:xfrm>
          </p:grpSpPr>
          <p:sp>
            <p:nvSpPr>
              <p:cNvPr id="108" name="Component 108">
                <a:extLst>
                  <a:ext uri="{FF2B5EF4-FFF2-40B4-BE49-F238E27FC236}">
                    <a16:creationId xmlns:a16="http://schemas.microsoft.com/office/drawing/2014/main" id="{4716A3A8-0891-4AF9-82FD-F09717E953A2}"/>
                  </a:ext>
                </a:extLst>
              </p:cNvPr>
              <p:cNvSpPr txBox="1"/>
              <p:nvPr/>
            </p:nvSpPr>
            <p:spPr>
              <a:xfrm>
                <a:off x="6075474" y="2135991"/>
                <a:ext cx="224043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9" name="Component 109">
                <a:extLst>
                  <a:ext uri="{FF2B5EF4-FFF2-40B4-BE49-F238E27FC236}">
                    <a16:creationId xmlns:a16="http://schemas.microsoft.com/office/drawing/2014/main" id="{52F1ECF5-D05A-48C6-9519-D7CDA1906340}"/>
                  </a:ext>
                </a:extLst>
              </p:cNvPr>
              <p:cNvSpPr txBox="1"/>
              <p:nvPr/>
            </p:nvSpPr>
            <p:spPr>
              <a:xfrm>
                <a:off x="6075474" y="212687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6CC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Growth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66CC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0" name="Component 110">
                <a:extLst>
                  <a:ext uri="{FF2B5EF4-FFF2-40B4-BE49-F238E27FC236}">
                    <a16:creationId xmlns:a16="http://schemas.microsoft.com/office/drawing/2014/main" id="{87687F6A-70D1-4BCD-B005-9BF14FF61377}"/>
                  </a:ext>
                </a:extLst>
              </p:cNvPr>
              <p:cNvSpPr txBox="1"/>
              <p:nvPr/>
            </p:nvSpPr>
            <p:spPr>
              <a:xfrm>
                <a:off x="6075474" y="211776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1" name="Component 111">
                <a:extLst>
                  <a:ext uri="{FF2B5EF4-FFF2-40B4-BE49-F238E27FC236}">
                    <a16:creationId xmlns:a16="http://schemas.microsoft.com/office/drawing/2014/main" id="{D9CC4587-354E-4C60-B854-4C940C420EC0}"/>
                  </a:ext>
                </a:extLst>
              </p:cNvPr>
              <p:cNvSpPr txBox="1"/>
              <p:nvPr/>
            </p:nvSpPr>
            <p:spPr>
              <a:xfrm>
                <a:off x="6075474" y="210864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2" name="Component 112">
                <a:extLst>
                  <a:ext uri="{FF2B5EF4-FFF2-40B4-BE49-F238E27FC236}">
                    <a16:creationId xmlns:a16="http://schemas.microsoft.com/office/drawing/2014/main" id="{D1F959FD-045F-4125-B16A-474FF4B840D5}"/>
                  </a:ext>
                </a:extLst>
              </p:cNvPr>
              <p:cNvSpPr txBox="1"/>
              <p:nvPr/>
            </p:nvSpPr>
            <p:spPr>
              <a:xfrm>
                <a:off x="6075474" y="209953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3" name="Component 113">
                <a:extLst>
                  <a:ext uri="{FF2B5EF4-FFF2-40B4-BE49-F238E27FC236}">
                    <a16:creationId xmlns:a16="http://schemas.microsoft.com/office/drawing/2014/main" id="{00BB7AF0-6464-4FF2-A709-8C4099D32667}"/>
                  </a:ext>
                </a:extLst>
              </p:cNvPr>
              <p:cNvSpPr txBox="1"/>
              <p:nvPr/>
            </p:nvSpPr>
            <p:spPr>
              <a:xfrm>
                <a:off x="6075474" y="209041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4" name="Component 114">
                <a:extLst>
                  <a:ext uri="{FF2B5EF4-FFF2-40B4-BE49-F238E27FC236}">
                    <a16:creationId xmlns:a16="http://schemas.microsoft.com/office/drawing/2014/main" id="{39893A48-A78C-49F9-85ED-3A2A516AC291}"/>
                  </a:ext>
                </a:extLst>
              </p:cNvPr>
              <p:cNvSpPr txBox="1"/>
              <p:nvPr/>
            </p:nvSpPr>
            <p:spPr>
              <a:xfrm>
                <a:off x="6075474" y="208130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5" name="Component 115">
                <a:extLst>
                  <a:ext uri="{FF2B5EF4-FFF2-40B4-BE49-F238E27FC236}">
                    <a16:creationId xmlns:a16="http://schemas.microsoft.com/office/drawing/2014/main" id="{69EFD743-B20D-4AF3-81C1-A544997411B6}"/>
                  </a:ext>
                </a:extLst>
              </p:cNvPr>
              <p:cNvSpPr txBox="1"/>
              <p:nvPr/>
            </p:nvSpPr>
            <p:spPr>
              <a:xfrm>
                <a:off x="6075474" y="207218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6" name="Component 116">
                <a:extLst>
                  <a:ext uri="{FF2B5EF4-FFF2-40B4-BE49-F238E27FC236}">
                    <a16:creationId xmlns:a16="http://schemas.microsoft.com/office/drawing/2014/main" id="{65D080E4-4EE5-489A-8FC1-A5784F26CB04}"/>
                  </a:ext>
                </a:extLst>
              </p:cNvPr>
              <p:cNvSpPr txBox="1"/>
              <p:nvPr/>
            </p:nvSpPr>
            <p:spPr>
              <a:xfrm>
                <a:off x="6075474" y="206307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7" name="Component 117">
                <a:extLst>
                  <a:ext uri="{FF2B5EF4-FFF2-40B4-BE49-F238E27FC236}">
                    <a16:creationId xmlns:a16="http://schemas.microsoft.com/office/drawing/2014/main" id="{AAF97628-CEF1-4207-8942-245E7FE5225F}"/>
                  </a:ext>
                </a:extLst>
              </p:cNvPr>
              <p:cNvSpPr txBox="1"/>
              <p:nvPr/>
            </p:nvSpPr>
            <p:spPr>
              <a:xfrm>
                <a:off x="6075474" y="205395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8" name="Component 118">
                <a:extLst>
                  <a:ext uri="{FF2B5EF4-FFF2-40B4-BE49-F238E27FC236}">
                    <a16:creationId xmlns:a16="http://schemas.microsoft.com/office/drawing/2014/main" id="{6689FA69-B042-4F31-887E-CB3B90D471A3}"/>
                  </a:ext>
                </a:extLst>
              </p:cNvPr>
              <p:cNvSpPr txBox="1"/>
              <p:nvPr/>
            </p:nvSpPr>
            <p:spPr>
              <a:xfrm>
                <a:off x="6075474" y="204484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9" name="Component 119">
                <a:extLst>
                  <a:ext uri="{FF2B5EF4-FFF2-40B4-BE49-F238E27FC236}">
                    <a16:creationId xmlns:a16="http://schemas.microsoft.com/office/drawing/2014/main" id="{3DAAC3B9-C0E5-452C-8D62-ED845489861C}"/>
                  </a:ext>
                </a:extLst>
              </p:cNvPr>
              <p:cNvSpPr txBox="1"/>
              <p:nvPr/>
            </p:nvSpPr>
            <p:spPr>
              <a:xfrm>
                <a:off x="6075474" y="203572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0" name="Component 120">
                <a:extLst>
                  <a:ext uri="{FF2B5EF4-FFF2-40B4-BE49-F238E27FC236}">
                    <a16:creationId xmlns:a16="http://schemas.microsoft.com/office/drawing/2014/main" id="{37FC6FCC-9DD9-4792-8401-D469255F651B}"/>
                  </a:ext>
                </a:extLst>
              </p:cNvPr>
              <p:cNvSpPr txBox="1"/>
              <p:nvPr/>
            </p:nvSpPr>
            <p:spPr>
              <a:xfrm>
                <a:off x="6075474" y="202661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1" name="Component 121">
                <a:extLst>
                  <a:ext uri="{FF2B5EF4-FFF2-40B4-BE49-F238E27FC236}">
                    <a16:creationId xmlns:a16="http://schemas.microsoft.com/office/drawing/2014/main" id="{4C42F104-F14F-47D1-8A68-1147285608AB}"/>
                  </a:ext>
                </a:extLst>
              </p:cNvPr>
              <p:cNvSpPr txBox="1"/>
              <p:nvPr/>
            </p:nvSpPr>
            <p:spPr>
              <a:xfrm>
                <a:off x="6075474" y="201749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2" name="Component 122">
                <a:extLst>
                  <a:ext uri="{FF2B5EF4-FFF2-40B4-BE49-F238E27FC236}">
                    <a16:creationId xmlns:a16="http://schemas.microsoft.com/office/drawing/2014/main" id="{6420C068-17BD-43DF-8BA2-34A3F0E87EE4}"/>
                  </a:ext>
                </a:extLst>
              </p:cNvPr>
              <p:cNvSpPr txBox="1"/>
              <p:nvPr/>
            </p:nvSpPr>
            <p:spPr>
              <a:xfrm>
                <a:off x="6075474" y="200838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3" name="Component 123">
                <a:extLst>
                  <a:ext uri="{FF2B5EF4-FFF2-40B4-BE49-F238E27FC236}">
                    <a16:creationId xmlns:a16="http://schemas.microsoft.com/office/drawing/2014/main" id="{EEE09202-2602-4FFE-B1F6-B8202D8B65F2}"/>
                  </a:ext>
                </a:extLst>
              </p:cNvPr>
              <p:cNvSpPr txBox="1"/>
              <p:nvPr/>
            </p:nvSpPr>
            <p:spPr>
              <a:xfrm>
                <a:off x="6075474" y="199927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4" name="Component 124">
                <a:extLst>
                  <a:ext uri="{FF2B5EF4-FFF2-40B4-BE49-F238E27FC236}">
                    <a16:creationId xmlns:a16="http://schemas.microsoft.com/office/drawing/2014/main" id="{5C24AFB0-0BAE-4AA6-B748-A1FFB99C94E0}"/>
                  </a:ext>
                </a:extLst>
              </p:cNvPr>
              <p:cNvSpPr txBox="1"/>
              <p:nvPr/>
            </p:nvSpPr>
            <p:spPr>
              <a:xfrm>
                <a:off x="6075474" y="199015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5" name="Component 125">
                <a:extLst>
                  <a:ext uri="{FF2B5EF4-FFF2-40B4-BE49-F238E27FC236}">
                    <a16:creationId xmlns:a16="http://schemas.microsoft.com/office/drawing/2014/main" id="{0D85BB0E-1870-484B-945F-21060CE888C3}"/>
                  </a:ext>
                </a:extLst>
              </p:cNvPr>
              <p:cNvSpPr txBox="1"/>
              <p:nvPr/>
            </p:nvSpPr>
            <p:spPr>
              <a:xfrm>
                <a:off x="6075474" y="198104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6" name="Component 126">
                <a:extLst>
                  <a:ext uri="{FF2B5EF4-FFF2-40B4-BE49-F238E27FC236}">
                    <a16:creationId xmlns:a16="http://schemas.microsoft.com/office/drawing/2014/main" id="{948D03E2-FF15-46F8-87D5-185569027BDF}"/>
                  </a:ext>
                </a:extLst>
              </p:cNvPr>
              <p:cNvSpPr txBox="1"/>
              <p:nvPr/>
            </p:nvSpPr>
            <p:spPr>
              <a:xfrm>
                <a:off x="6075474" y="197192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7" name="Component 127">
                <a:extLst>
                  <a:ext uri="{FF2B5EF4-FFF2-40B4-BE49-F238E27FC236}">
                    <a16:creationId xmlns:a16="http://schemas.microsoft.com/office/drawing/2014/main" id="{0941F9C9-8D5B-46FA-B108-17074905267F}"/>
                  </a:ext>
                </a:extLst>
              </p:cNvPr>
              <p:cNvSpPr txBox="1"/>
              <p:nvPr/>
            </p:nvSpPr>
            <p:spPr>
              <a:xfrm>
                <a:off x="6075474" y="196281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8" name="Component 128">
                <a:extLst>
                  <a:ext uri="{FF2B5EF4-FFF2-40B4-BE49-F238E27FC236}">
                    <a16:creationId xmlns:a16="http://schemas.microsoft.com/office/drawing/2014/main" id="{2109832E-05F2-4D45-B63D-CA310E905F11}"/>
                  </a:ext>
                </a:extLst>
              </p:cNvPr>
              <p:cNvSpPr txBox="1"/>
              <p:nvPr/>
            </p:nvSpPr>
            <p:spPr>
              <a:xfrm>
                <a:off x="6075474" y="195369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9" name="Component 129">
                <a:extLst>
                  <a:ext uri="{FF2B5EF4-FFF2-40B4-BE49-F238E27FC236}">
                    <a16:creationId xmlns:a16="http://schemas.microsoft.com/office/drawing/2014/main" id="{692173D1-B384-41B0-837B-36E7C5751AB9}"/>
                  </a:ext>
                </a:extLst>
              </p:cNvPr>
              <p:cNvSpPr txBox="1"/>
              <p:nvPr/>
            </p:nvSpPr>
            <p:spPr>
              <a:xfrm>
                <a:off x="6075474" y="194458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0" name="Component 130">
                <a:extLst>
                  <a:ext uri="{FF2B5EF4-FFF2-40B4-BE49-F238E27FC236}">
                    <a16:creationId xmlns:a16="http://schemas.microsoft.com/office/drawing/2014/main" id="{46BCF434-F9FB-46E2-98EE-59829651CAB3}"/>
                  </a:ext>
                </a:extLst>
              </p:cNvPr>
              <p:cNvSpPr txBox="1"/>
              <p:nvPr/>
            </p:nvSpPr>
            <p:spPr>
              <a:xfrm>
                <a:off x="6075474" y="193546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1" name="Component 131">
                <a:extLst>
                  <a:ext uri="{FF2B5EF4-FFF2-40B4-BE49-F238E27FC236}">
                    <a16:creationId xmlns:a16="http://schemas.microsoft.com/office/drawing/2014/main" id="{E07B6293-789E-4FEB-91D1-4C158FBF76E5}"/>
                  </a:ext>
                </a:extLst>
              </p:cNvPr>
              <p:cNvSpPr txBox="1"/>
              <p:nvPr/>
            </p:nvSpPr>
            <p:spPr>
              <a:xfrm>
                <a:off x="6075474" y="192635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2" name="Component 132">
                <a:extLst>
                  <a:ext uri="{FF2B5EF4-FFF2-40B4-BE49-F238E27FC236}">
                    <a16:creationId xmlns:a16="http://schemas.microsoft.com/office/drawing/2014/main" id="{23996744-4ED9-40CE-B4D3-56F0763C4C5A}"/>
                  </a:ext>
                </a:extLst>
              </p:cNvPr>
              <p:cNvSpPr txBox="1"/>
              <p:nvPr/>
            </p:nvSpPr>
            <p:spPr>
              <a:xfrm>
                <a:off x="6075474" y="191723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3" name="Component 133">
                <a:extLst>
                  <a:ext uri="{FF2B5EF4-FFF2-40B4-BE49-F238E27FC236}">
                    <a16:creationId xmlns:a16="http://schemas.microsoft.com/office/drawing/2014/main" id="{F77339D3-E99B-4C4C-9F2C-8F8DA21CEAD8}"/>
                  </a:ext>
                </a:extLst>
              </p:cNvPr>
              <p:cNvSpPr txBox="1"/>
              <p:nvPr/>
            </p:nvSpPr>
            <p:spPr>
              <a:xfrm>
                <a:off x="6075474" y="190812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4" name="Component 134">
                <a:extLst>
                  <a:ext uri="{FF2B5EF4-FFF2-40B4-BE49-F238E27FC236}">
                    <a16:creationId xmlns:a16="http://schemas.microsoft.com/office/drawing/2014/main" id="{F986F2BD-8FC5-4B02-AE1B-482CAA4B9A07}"/>
                  </a:ext>
                </a:extLst>
              </p:cNvPr>
              <p:cNvSpPr txBox="1"/>
              <p:nvPr/>
            </p:nvSpPr>
            <p:spPr>
              <a:xfrm>
                <a:off x="6075474" y="189900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5" name="Component 135">
                <a:extLst>
                  <a:ext uri="{FF2B5EF4-FFF2-40B4-BE49-F238E27FC236}">
                    <a16:creationId xmlns:a16="http://schemas.microsoft.com/office/drawing/2014/main" id="{6A765F70-40BE-4CB0-A214-0E9A24CF9F00}"/>
                  </a:ext>
                </a:extLst>
              </p:cNvPr>
              <p:cNvSpPr txBox="1"/>
              <p:nvPr/>
            </p:nvSpPr>
            <p:spPr>
              <a:xfrm>
                <a:off x="6075474" y="188989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6" name="Component 136">
                <a:extLst>
                  <a:ext uri="{FF2B5EF4-FFF2-40B4-BE49-F238E27FC236}">
                    <a16:creationId xmlns:a16="http://schemas.microsoft.com/office/drawing/2014/main" id="{CCC1A4D5-D5CC-45C6-8EAF-087AEBF4573C}"/>
                  </a:ext>
                </a:extLst>
              </p:cNvPr>
              <p:cNvSpPr txBox="1"/>
              <p:nvPr/>
            </p:nvSpPr>
            <p:spPr>
              <a:xfrm>
                <a:off x="6075474" y="188077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7" name="Component 137">
                <a:extLst>
                  <a:ext uri="{FF2B5EF4-FFF2-40B4-BE49-F238E27FC236}">
                    <a16:creationId xmlns:a16="http://schemas.microsoft.com/office/drawing/2014/main" id="{DAB80E24-B84B-4424-9B2F-6D804AA6FE3C}"/>
                  </a:ext>
                </a:extLst>
              </p:cNvPr>
              <p:cNvSpPr txBox="1"/>
              <p:nvPr/>
            </p:nvSpPr>
            <p:spPr>
              <a:xfrm>
                <a:off x="6075474" y="187166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8" name="Component 138">
                <a:extLst>
                  <a:ext uri="{FF2B5EF4-FFF2-40B4-BE49-F238E27FC236}">
                    <a16:creationId xmlns:a16="http://schemas.microsoft.com/office/drawing/2014/main" id="{41F0DB64-6E26-4EF1-8D8B-4921B8B32BAA}"/>
                  </a:ext>
                </a:extLst>
              </p:cNvPr>
              <p:cNvSpPr txBox="1"/>
              <p:nvPr/>
            </p:nvSpPr>
            <p:spPr>
              <a:xfrm>
                <a:off x="6075474" y="186255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9" name="Component 139">
                <a:extLst>
                  <a:ext uri="{FF2B5EF4-FFF2-40B4-BE49-F238E27FC236}">
                    <a16:creationId xmlns:a16="http://schemas.microsoft.com/office/drawing/2014/main" id="{151794A6-42B7-4440-BA5D-235BEB05BFBD}"/>
                  </a:ext>
                </a:extLst>
              </p:cNvPr>
              <p:cNvSpPr txBox="1"/>
              <p:nvPr/>
            </p:nvSpPr>
            <p:spPr>
              <a:xfrm>
                <a:off x="6075474" y="185343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0" name="Component 140">
                <a:extLst>
                  <a:ext uri="{FF2B5EF4-FFF2-40B4-BE49-F238E27FC236}">
                    <a16:creationId xmlns:a16="http://schemas.microsoft.com/office/drawing/2014/main" id="{D11ACC3E-75C4-4011-86C3-AC3D057D32ED}"/>
                  </a:ext>
                </a:extLst>
              </p:cNvPr>
              <p:cNvSpPr txBox="1"/>
              <p:nvPr/>
            </p:nvSpPr>
            <p:spPr>
              <a:xfrm>
                <a:off x="6075474" y="184432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1" name="Component 141">
                <a:extLst>
                  <a:ext uri="{FF2B5EF4-FFF2-40B4-BE49-F238E27FC236}">
                    <a16:creationId xmlns:a16="http://schemas.microsoft.com/office/drawing/2014/main" id="{7705DCCC-F0B7-4782-AF24-EA3B109952DF}"/>
                  </a:ext>
                </a:extLst>
              </p:cNvPr>
              <p:cNvSpPr txBox="1"/>
              <p:nvPr/>
            </p:nvSpPr>
            <p:spPr>
              <a:xfrm>
                <a:off x="6075474" y="183520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2" name="Component 142">
                <a:extLst>
                  <a:ext uri="{FF2B5EF4-FFF2-40B4-BE49-F238E27FC236}">
                    <a16:creationId xmlns:a16="http://schemas.microsoft.com/office/drawing/2014/main" id="{A16B25FA-E578-430F-8822-A9E6902F284E}"/>
                  </a:ext>
                </a:extLst>
              </p:cNvPr>
              <p:cNvSpPr txBox="1"/>
              <p:nvPr/>
            </p:nvSpPr>
            <p:spPr>
              <a:xfrm>
                <a:off x="6075474" y="182609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3" name="Component 143">
                <a:extLst>
                  <a:ext uri="{FF2B5EF4-FFF2-40B4-BE49-F238E27FC236}">
                    <a16:creationId xmlns:a16="http://schemas.microsoft.com/office/drawing/2014/main" id="{64366B20-66B3-4F5B-A87B-E4CD7BBDE1D5}"/>
                  </a:ext>
                </a:extLst>
              </p:cNvPr>
              <p:cNvSpPr txBox="1"/>
              <p:nvPr/>
            </p:nvSpPr>
            <p:spPr>
              <a:xfrm>
                <a:off x="6075474" y="181697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4" name="Component 144">
                <a:extLst>
                  <a:ext uri="{FF2B5EF4-FFF2-40B4-BE49-F238E27FC236}">
                    <a16:creationId xmlns:a16="http://schemas.microsoft.com/office/drawing/2014/main" id="{F5C65DD5-52F4-4BF6-A6B4-5C242BBB4DB2}"/>
                  </a:ext>
                </a:extLst>
              </p:cNvPr>
              <p:cNvSpPr txBox="1"/>
              <p:nvPr/>
            </p:nvSpPr>
            <p:spPr>
              <a:xfrm>
                <a:off x="6075474" y="180786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5" name="Component 145">
                <a:extLst>
                  <a:ext uri="{FF2B5EF4-FFF2-40B4-BE49-F238E27FC236}">
                    <a16:creationId xmlns:a16="http://schemas.microsoft.com/office/drawing/2014/main" id="{EC1819E0-FA80-4D47-8D98-0F0E71DA4D66}"/>
                  </a:ext>
                </a:extLst>
              </p:cNvPr>
              <p:cNvSpPr txBox="1"/>
              <p:nvPr/>
            </p:nvSpPr>
            <p:spPr>
              <a:xfrm>
                <a:off x="6075474" y="179874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6" name="Component 146">
                <a:extLst>
                  <a:ext uri="{FF2B5EF4-FFF2-40B4-BE49-F238E27FC236}">
                    <a16:creationId xmlns:a16="http://schemas.microsoft.com/office/drawing/2014/main" id="{7A48661E-265A-4F22-BBDA-B288044460D0}"/>
                  </a:ext>
                </a:extLst>
              </p:cNvPr>
              <p:cNvSpPr txBox="1"/>
              <p:nvPr/>
            </p:nvSpPr>
            <p:spPr>
              <a:xfrm>
                <a:off x="6075474" y="178963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7" name="Component 147">
                <a:extLst>
                  <a:ext uri="{FF2B5EF4-FFF2-40B4-BE49-F238E27FC236}">
                    <a16:creationId xmlns:a16="http://schemas.microsoft.com/office/drawing/2014/main" id="{25310263-7848-4635-AA5F-FAABA6C05FA0}"/>
                  </a:ext>
                </a:extLst>
              </p:cNvPr>
              <p:cNvSpPr txBox="1"/>
              <p:nvPr/>
            </p:nvSpPr>
            <p:spPr>
              <a:xfrm>
                <a:off x="6075474" y="178051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8" name="Component 148">
                <a:extLst>
                  <a:ext uri="{FF2B5EF4-FFF2-40B4-BE49-F238E27FC236}">
                    <a16:creationId xmlns:a16="http://schemas.microsoft.com/office/drawing/2014/main" id="{27117D32-F3EC-482C-8C87-82391C8F4022}"/>
                  </a:ext>
                </a:extLst>
              </p:cNvPr>
              <p:cNvSpPr txBox="1"/>
              <p:nvPr/>
            </p:nvSpPr>
            <p:spPr>
              <a:xfrm>
                <a:off x="6075474" y="177140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9" name="Component 149">
                <a:extLst>
                  <a:ext uri="{FF2B5EF4-FFF2-40B4-BE49-F238E27FC236}">
                    <a16:creationId xmlns:a16="http://schemas.microsoft.com/office/drawing/2014/main" id="{38403510-EA9B-41AD-8D4F-68A3E4C5B5BC}"/>
                  </a:ext>
                </a:extLst>
              </p:cNvPr>
              <p:cNvSpPr txBox="1"/>
              <p:nvPr/>
            </p:nvSpPr>
            <p:spPr>
              <a:xfrm>
                <a:off x="6075474" y="176228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0" name="Component 150">
                <a:extLst>
                  <a:ext uri="{FF2B5EF4-FFF2-40B4-BE49-F238E27FC236}">
                    <a16:creationId xmlns:a16="http://schemas.microsoft.com/office/drawing/2014/main" id="{0BF210E5-11C2-41CD-920E-33E34B92D319}"/>
                  </a:ext>
                </a:extLst>
              </p:cNvPr>
              <p:cNvSpPr txBox="1"/>
              <p:nvPr/>
            </p:nvSpPr>
            <p:spPr>
              <a:xfrm>
                <a:off x="6075474" y="175317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1" name="Component 151">
                <a:extLst>
                  <a:ext uri="{FF2B5EF4-FFF2-40B4-BE49-F238E27FC236}">
                    <a16:creationId xmlns:a16="http://schemas.microsoft.com/office/drawing/2014/main" id="{C099C0F7-D86E-4CF9-8050-7D93B7297897}"/>
                  </a:ext>
                </a:extLst>
              </p:cNvPr>
              <p:cNvSpPr txBox="1"/>
              <p:nvPr/>
            </p:nvSpPr>
            <p:spPr>
              <a:xfrm>
                <a:off x="6075474" y="174405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2" name="Component 152">
                <a:extLst>
                  <a:ext uri="{FF2B5EF4-FFF2-40B4-BE49-F238E27FC236}">
                    <a16:creationId xmlns:a16="http://schemas.microsoft.com/office/drawing/2014/main" id="{6344E3F7-7921-4774-A843-A3D841151FAF}"/>
                  </a:ext>
                </a:extLst>
              </p:cNvPr>
              <p:cNvSpPr txBox="1"/>
              <p:nvPr/>
            </p:nvSpPr>
            <p:spPr>
              <a:xfrm>
                <a:off x="6075474" y="173494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3" name="Component 153">
                <a:extLst>
                  <a:ext uri="{FF2B5EF4-FFF2-40B4-BE49-F238E27FC236}">
                    <a16:creationId xmlns:a16="http://schemas.microsoft.com/office/drawing/2014/main" id="{CEDFA55F-7AF4-4CBB-A82D-158F1940FF7E}"/>
                  </a:ext>
                </a:extLst>
              </p:cNvPr>
              <p:cNvSpPr txBox="1"/>
              <p:nvPr/>
            </p:nvSpPr>
            <p:spPr>
              <a:xfrm>
                <a:off x="6075474" y="172582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4" name="Component 154">
                <a:extLst>
                  <a:ext uri="{FF2B5EF4-FFF2-40B4-BE49-F238E27FC236}">
                    <a16:creationId xmlns:a16="http://schemas.microsoft.com/office/drawing/2014/main" id="{0459A92D-35D0-4930-9BD8-72F8A80DA4C5}"/>
                  </a:ext>
                </a:extLst>
              </p:cNvPr>
              <p:cNvSpPr txBox="1"/>
              <p:nvPr/>
            </p:nvSpPr>
            <p:spPr>
              <a:xfrm>
                <a:off x="6075474" y="171671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5" name="Component 155">
                <a:extLst>
                  <a:ext uri="{FF2B5EF4-FFF2-40B4-BE49-F238E27FC236}">
                    <a16:creationId xmlns:a16="http://schemas.microsoft.com/office/drawing/2014/main" id="{24E5AB01-4C73-4C4C-B5C7-DDB4D33C4FA7}"/>
                  </a:ext>
                </a:extLst>
              </p:cNvPr>
              <p:cNvSpPr txBox="1"/>
              <p:nvPr/>
            </p:nvSpPr>
            <p:spPr>
              <a:xfrm>
                <a:off x="6075474" y="170760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6" name="Component 156">
                <a:extLst>
                  <a:ext uri="{FF2B5EF4-FFF2-40B4-BE49-F238E27FC236}">
                    <a16:creationId xmlns:a16="http://schemas.microsoft.com/office/drawing/2014/main" id="{B24069AE-3BE8-4372-AEBA-AC910D684B67}"/>
                  </a:ext>
                </a:extLst>
              </p:cNvPr>
              <p:cNvSpPr txBox="1"/>
              <p:nvPr/>
            </p:nvSpPr>
            <p:spPr>
              <a:xfrm>
                <a:off x="6075474" y="169848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7" name="Component 157">
                <a:extLst>
                  <a:ext uri="{FF2B5EF4-FFF2-40B4-BE49-F238E27FC236}">
                    <a16:creationId xmlns:a16="http://schemas.microsoft.com/office/drawing/2014/main" id="{A50B5464-108F-497C-8B61-7EADA86CA88E}"/>
                  </a:ext>
                </a:extLst>
              </p:cNvPr>
              <p:cNvSpPr txBox="1"/>
              <p:nvPr/>
            </p:nvSpPr>
            <p:spPr>
              <a:xfrm>
                <a:off x="6075474" y="168937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8" name="Component 158">
                <a:extLst>
                  <a:ext uri="{FF2B5EF4-FFF2-40B4-BE49-F238E27FC236}">
                    <a16:creationId xmlns:a16="http://schemas.microsoft.com/office/drawing/2014/main" id="{D7B81021-BEE4-4E3C-B301-6678BA671684}"/>
                  </a:ext>
                </a:extLst>
              </p:cNvPr>
              <p:cNvSpPr txBox="1"/>
              <p:nvPr/>
            </p:nvSpPr>
            <p:spPr>
              <a:xfrm>
                <a:off x="6075474" y="168025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9" name="Component 159">
                <a:extLst>
                  <a:ext uri="{FF2B5EF4-FFF2-40B4-BE49-F238E27FC236}">
                    <a16:creationId xmlns:a16="http://schemas.microsoft.com/office/drawing/2014/main" id="{B164D8E1-DEFB-43E1-A7C8-03A4E16821DE}"/>
                  </a:ext>
                </a:extLst>
              </p:cNvPr>
              <p:cNvSpPr txBox="1"/>
              <p:nvPr/>
            </p:nvSpPr>
            <p:spPr>
              <a:xfrm>
                <a:off x="6075474" y="167114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0" name="Component 160">
                <a:extLst>
                  <a:ext uri="{FF2B5EF4-FFF2-40B4-BE49-F238E27FC236}">
                    <a16:creationId xmlns:a16="http://schemas.microsoft.com/office/drawing/2014/main" id="{AA5C331C-A316-400C-9938-FE486202AFD2}"/>
                  </a:ext>
                </a:extLst>
              </p:cNvPr>
              <p:cNvSpPr txBox="1"/>
              <p:nvPr/>
            </p:nvSpPr>
            <p:spPr>
              <a:xfrm>
                <a:off x="6075474" y="166202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1" name="Component 161">
                <a:extLst>
                  <a:ext uri="{FF2B5EF4-FFF2-40B4-BE49-F238E27FC236}">
                    <a16:creationId xmlns:a16="http://schemas.microsoft.com/office/drawing/2014/main" id="{A6CC3BEF-4CC4-4C12-A892-95AE10FA0C52}"/>
                  </a:ext>
                </a:extLst>
              </p:cNvPr>
              <p:cNvSpPr txBox="1"/>
              <p:nvPr/>
            </p:nvSpPr>
            <p:spPr>
              <a:xfrm>
                <a:off x="6075474" y="165291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2" name="Component 162">
                <a:extLst>
                  <a:ext uri="{FF2B5EF4-FFF2-40B4-BE49-F238E27FC236}">
                    <a16:creationId xmlns:a16="http://schemas.microsoft.com/office/drawing/2014/main" id="{ACCA9950-BF7F-4869-9562-0AE5BF629785}"/>
                  </a:ext>
                </a:extLst>
              </p:cNvPr>
              <p:cNvSpPr txBox="1"/>
              <p:nvPr/>
            </p:nvSpPr>
            <p:spPr>
              <a:xfrm>
                <a:off x="6075474" y="164379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3" name="Component 163">
                <a:extLst>
                  <a:ext uri="{FF2B5EF4-FFF2-40B4-BE49-F238E27FC236}">
                    <a16:creationId xmlns:a16="http://schemas.microsoft.com/office/drawing/2014/main" id="{8697C5C8-201E-4632-82C0-4D3D3F50C588}"/>
                  </a:ext>
                </a:extLst>
              </p:cNvPr>
              <p:cNvSpPr txBox="1"/>
              <p:nvPr/>
            </p:nvSpPr>
            <p:spPr>
              <a:xfrm>
                <a:off x="6075474" y="163468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4" name="Component 164">
                <a:extLst>
                  <a:ext uri="{FF2B5EF4-FFF2-40B4-BE49-F238E27FC236}">
                    <a16:creationId xmlns:a16="http://schemas.microsoft.com/office/drawing/2014/main" id="{2B496199-D1D3-471F-B24D-EA1B71A2CECB}"/>
                  </a:ext>
                </a:extLst>
              </p:cNvPr>
              <p:cNvSpPr txBox="1"/>
              <p:nvPr/>
            </p:nvSpPr>
            <p:spPr>
              <a:xfrm>
                <a:off x="6075474" y="162556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5" name="Component 165">
                <a:extLst>
                  <a:ext uri="{FF2B5EF4-FFF2-40B4-BE49-F238E27FC236}">
                    <a16:creationId xmlns:a16="http://schemas.microsoft.com/office/drawing/2014/main" id="{01369F63-0DB0-4336-873F-D75F531D603E}"/>
                  </a:ext>
                </a:extLst>
              </p:cNvPr>
              <p:cNvSpPr txBox="1"/>
              <p:nvPr/>
            </p:nvSpPr>
            <p:spPr>
              <a:xfrm>
                <a:off x="6075474" y="161645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6" name="Component 166">
                <a:extLst>
                  <a:ext uri="{FF2B5EF4-FFF2-40B4-BE49-F238E27FC236}">
                    <a16:creationId xmlns:a16="http://schemas.microsoft.com/office/drawing/2014/main" id="{25C52EAD-6043-4C6E-A300-C2B5779B7A26}"/>
                  </a:ext>
                </a:extLst>
              </p:cNvPr>
              <p:cNvSpPr txBox="1"/>
              <p:nvPr/>
            </p:nvSpPr>
            <p:spPr>
              <a:xfrm>
                <a:off x="6075474" y="160733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7" name="Component 167">
                <a:extLst>
                  <a:ext uri="{FF2B5EF4-FFF2-40B4-BE49-F238E27FC236}">
                    <a16:creationId xmlns:a16="http://schemas.microsoft.com/office/drawing/2014/main" id="{F5390A81-9660-4EE3-8B30-FA268156F4AD}"/>
                  </a:ext>
                </a:extLst>
              </p:cNvPr>
              <p:cNvSpPr txBox="1"/>
              <p:nvPr/>
            </p:nvSpPr>
            <p:spPr>
              <a:xfrm>
                <a:off x="6075474" y="159822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8" name="Component 168">
                <a:extLst>
                  <a:ext uri="{FF2B5EF4-FFF2-40B4-BE49-F238E27FC236}">
                    <a16:creationId xmlns:a16="http://schemas.microsoft.com/office/drawing/2014/main" id="{4119068E-C72F-4819-A3F3-D49B2C57436C}"/>
                  </a:ext>
                </a:extLst>
              </p:cNvPr>
              <p:cNvSpPr txBox="1"/>
              <p:nvPr/>
            </p:nvSpPr>
            <p:spPr>
              <a:xfrm>
                <a:off x="6075474" y="158910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9" name="Component 169">
                <a:extLst>
                  <a:ext uri="{FF2B5EF4-FFF2-40B4-BE49-F238E27FC236}">
                    <a16:creationId xmlns:a16="http://schemas.microsoft.com/office/drawing/2014/main" id="{7E5471A1-3679-4C29-88D7-06DF32600D7B}"/>
                  </a:ext>
                </a:extLst>
              </p:cNvPr>
              <p:cNvSpPr txBox="1"/>
              <p:nvPr/>
            </p:nvSpPr>
            <p:spPr>
              <a:xfrm>
                <a:off x="6075474" y="157999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0" name="Component 170">
                <a:extLst>
                  <a:ext uri="{FF2B5EF4-FFF2-40B4-BE49-F238E27FC236}">
                    <a16:creationId xmlns:a16="http://schemas.microsoft.com/office/drawing/2014/main" id="{A80A2DB4-AAC0-47FF-A0E7-C995AC4B922E}"/>
                  </a:ext>
                </a:extLst>
              </p:cNvPr>
              <p:cNvSpPr txBox="1"/>
              <p:nvPr/>
            </p:nvSpPr>
            <p:spPr>
              <a:xfrm>
                <a:off x="6075474" y="157087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1" name="Component 171">
                <a:extLst>
                  <a:ext uri="{FF2B5EF4-FFF2-40B4-BE49-F238E27FC236}">
                    <a16:creationId xmlns:a16="http://schemas.microsoft.com/office/drawing/2014/main" id="{25FB78EA-BF55-40CB-A30D-0DF4C151983C}"/>
                  </a:ext>
                </a:extLst>
              </p:cNvPr>
              <p:cNvSpPr txBox="1"/>
              <p:nvPr/>
            </p:nvSpPr>
            <p:spPr>
              <a:xfrm>
                <a:off x="6075474" y="156176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2" name="Component 172">
                <a:extLst>
                  <a:ext uri="{FF2B5EF4-FFF2-40B4-BE49-F238E27FC236}">
                    <a16:creationId xmlns:a16="http://schemas.microsoft.com/office/drawing/2014/main" id="{9CF75837-02D4-423D-9703-4FB19C8C9A8B}"/>
                  </a:ext>
                </a:extLst>
              </p:cNvPr>
              <p:cNvSpPr txBox="1"/>
              <p:nvPr/>
            </p:nvSpPr>
            <p:spPr>
              <a:xfrm>
                <a:off x="6075474" y="155264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3" name="Component 173">
                <a:extLst>
                  <a:ext uri="{FF2B5EF4-FFF2-40B4-BE49-F238E27FC236}">
                    <a16:creationId xmlns:a16="http://schemas.microsoft.com/office/drawing/2014/main" id="{F2B3751F-ABA8-4867-8413-3187B7E39C45}"/>
                  </a:ext>
                </a:extLst>
              </p:cNvPr>
              <p:cNvSpPr txBox="1"/>
              <p:nvPr/>
            </p:nvSpPr>
            <p:spPr>
              <a:xfrm>
                <a:off x="6075474" y="154353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4" name="Component 174">
                <a:extLst>
                  <a:ext uri="{FF2B5EF4-FFF2-40B4-BE49-F238E27FC236}">
                    <a16:creationId xmlns:a16="http://schemas.microsoft.com/office/drawing/2014/main" id="{40EE3963-0007-46D2-8700-09F56343915D}"/>
                  </a:ext>
                </a:extLst>
              </p:cNvPr>
              <p:cNvSpPr txBox="1"/>
              <p:nvPr/>
            </p:nvSpPr>
            <p:spPr>
              <a:xfrm>
                <a:off x="6075474" y="153442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5" name="Component 175">
                <a:extLst>
                  <a:ext uri="{FF2B5EF4-FFF2-40B4-BE49-F238E27FC236}">
                    <a16:creationId xmlns:a16="http://schemas.microsoft.com/office/drawing/2014/main" id="{11C82DD8-A3C4-42F6-A141-3081BE49939E}"/>
                  </a:ext>
                </a:extLst>
              </p:cNvPr>
              <p:cNvSpPr txBox="1"/>
              <p:nvPr/>
            </p:nvSpPr>
            <p:spPr>
              <a:xfrm>
                <a:off x="6075474" y="152530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6" name="Component 176">
                <a:extLst>
                  <a:ext uri="{FF2B5EF4-FFF2-40B4-BE49-F238E27FC236}">
                    <a16:creationId xmlns:a16="http://schemas.microsoft.com/office/drawing/2014/main" id="{C4DD9F9E-2EDA-4B82-97B4-E6076997D3F7}"/>
                  </a:ext>
                </a:extLst>
              </p:cNvPr>
              <p:cNvSpPr txBox="1"/>
              <p:nvPr/>
            </p:nvSpPr>
            <p:spPr>
              <a:xfrm>
                <a:off x="6075474" y="151619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7" name="Component 177">
                <a:extLst>
                  <a:ext uri="{FF2B5EF4-FFF2-40B4-BE49-F238E27FC236}">
                    <a16:creationId xmlns:a16="http://schemas.microsoft.com/office/drawing/2014/main" id="{EBC26759-F6D2-40B8-AE98-61C0071DD9B4}"/>
                  </a:ext>
                </a:extLst>
              </p:cNvPr>
              <p:cNvSpPr txBox="1"/>
              <p:nvPr/>
            </p:nvSpPr>
            <p:spPr>
              <a:xfrm>
                <a:off x="6075474" y="150707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8" name="Component 178">
                <a:extLst>
                  <a:ext uri="{FF2B5EF4-FFF2-40B4-BE49-F238E27FC236}">
                    <a16:creationId xmlns:a16="http://schemas.microsoft.com/office/drawing/2014/main" id="{9065BEA5-336B-4C95-889C-53547FAF1622}"/>
                  </a:ext>
                </a:extLst>
              </p:cNvPr>
              <p:cNvSpPr txBox="1"/>
              <p:nvPr/>
            </p:nvSpPr>
            <p:spPr>
              <a:xfrm>
                <a:off x="6075474" y="149796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9" name="Component 179">
                <a:extLst>
                  <a:ext uri="{FF2B5EF4-FFF2-40B4-BE49-F238E27FC236}">
                    <a16:creationId xmlns:a16="http://schemas.microsoft.com/office/drawing/2014/main" id="{28801719-B13D-4193-8378-F4B4A56316FB}"/>
                  </a:ext>
                </a:extLst>
              </p:cNvPr>
              <p:cNvSpPr txBox="1"/>
              <p:nvPr/>
            </p:nvSpPr>
            <p:spPr>
              <a:xfrm>
                <a:off x="6075474" y="148884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0" name="Component 180">
                <a:extLst>
                  <a:ext uri="{FF2B5EF4-FFF2-40B4-BE49-F238E27FC236}">
                    <a16:creationId xmlns:a16="http://schemas.microsoft.com/office/drawing/2014/main" id="{D49F55A8-CA99-41A4-9140-9A7001740BF0}"/>
                  </a:ext>
                </a:extLst>
              </p:cNvPr>
              <p:cNvSpPr txBox="1"/>
              <p:nvPr/>
            </p:nvSpPr>
            <p:spPr>
              <a:xfrm>
                <a:off x="6075474" y="147973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1" name="Component 181">
                <a:extLst>
                  <a:ext uri="{FF2B5EF4-FFF2-40B4-BE49-F238E27FC236}">
                    <a16:creationId xmlns:a16="http://schemas.microsoft.com/office/drawing/2014/main" id="{E0716AE0-C9BA-4269-933D-4DE637B4C61C}"/>
                  </a:ext>
                </a:extLst>
              </p:cNvPr>
              <p:cNvSpPr txBox="1"/>
              <p:nvPr/>
            </p:nvSpPr>
            <p:spPr>
              <a:xfrm>
                <a:off x="6075474" y="147061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2" name="Component 182">
                <a:extLst>
                  <a:ext uri="{FF2B5EF4-FFF2-40B4-BE49-F238E27FC236}">
                    <a16:creationId xmlns:a16="http://schemas.microsoft.com/office/drawing/2014/main" id="{45FB1091-D8B2-4EC7-B6C4-A89C453E7A3E}"/>
                  </a:ext>
                </a:extLst>
              </p:cNvPr>
              <p:cNvSpPr txBox="1"/>
              <p:nvPr/>
            </p:nvSpPr>
            <p:spPr>
              <a:xfrm>
                <a:off x="6075474" y="146150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3" name="Component 183">
                <a:extLst>
                  <a:ext uri="{FF2B5EF4-FFF2-40B4-BE49-F238E27FC236}">
                    <a16:creationId xmlns:a16="http://schemas.microsoft.com/office/drawing/2014/main" id="{58D9AE68-79BD-429A-ACA1-90F97095CB2B}"/>
                  </a:ext>
                </a:extLst>
              </p:cNvPr>
              <p:cNvSpPr txBox="1"/>
              <p:nvPr/>
            </p:nvSpPr>
            <p:spPr>
              <a:xfrm>
                <a:off x="6075474" y="145238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4" name="Component 184">
                <a:extLst>
                  <a:ext uri="{FF2B5EF4-FFF2-40B4-BE49-F238E27FC236}">
                    <a16:creationId xmlns:a16="http://schemas.microsoft.com/office/drawing/2014/main" id="{0FADDBA0-EA2B-401B-A475-021EBD15C930}"/>
                  </a:ext>
                </a:extLst>
              </p:cNvPr>
              <p:cNvSpPr txBox="1"/>
              <p:nvPr/>
            </p:nvSpPr>
            <p:spPr>
              <a:xfrm>
                <a:off x="6075474" y="144327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5" name="Component 185">
                <a:extLst>
                  <a:ext uri="{FF2B5EF4-FFF2-40B4-BE49-F238E27FC236}">
                    <a16:creationId xmlns:a16="http://schemas.microsoft.com/office/drawing/2014/main" id="{64C5CD41-5318-498C-BBBE-34D885C1DC59}"/>
                  </a:ext>
                </a:extLst>
              </p:cNvPr>
              <p:cNvSpPr txBox="1"/>
              <p:nvPr/>
            </p:nvSpPr>
            <p:spPr>
              <a:xfrm>
                <a:off x="6075474" y="143415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6" name="Component 186">
                <a:extLst>
                  <a:ext uri="{FF2B5EF4-FFF2-40B4-BE49-F238E27FC236}">
                    <a16:creationId xmlns:a16="http://schemas.microsoft.com/office/drawing/2014/main" id="{1EE857CC-319F-41BC-8EF3-5988B421F5E8}"/>
                  </a:ext>
                </a:extLst>
              </p:cNvPr>
              <p:cNvSpPr txBox="1"/>
              <p:nvPr/>
            </p:nvSpPr>
            <p:spPr>
              <a:xfrm>
                <a:off x="6075474" y="142504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7" name="Component 187">
                <a:extLst>
                  <a:ext uri="{FF2B5EF4-FFF2-40B4-BE49-F238E27FC236}">
                    <a16:creationId xmlns:a16="http://schemas.microsoft.com/office/drawing/2014/main" id="{A6A53157-482B-449A-A660-A6E24F096CCC}"/>
                  </a:ext>
                </a:extLst>
              </p:cNvPr>
              <p:cNvSpPr txBox="1"/>
              <p:nvPr/>
            </p:nvSpPr>
            <p:spPr>
              <a:xfrm>
                <a:off x="6075474" y="141592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8" name="Component 188">
                <a:extLst>
                  <a:ext uri="{FF2B5EF4-FFF2-40B4-BE49-F238E27FC236}">
                    <a16:creationId xmlns:a16="http://schemas.microsoft.com/office/drawing/2014/main" id="{BF06DEA2-8609-4008-A9EA-D1F59D78DF12}"/>
                  </a:ext>
                </a:extLst>
              </p:cNvPr>
              <p:cNvSpPr txBox="1"/>
              <p:nvPr/>
            </p:nvSpPr>
            <p:spPr>
              <a:xfrm>
                <a:off x="6075474" y="140681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9" name="Component 189">
                <a:extLst>
                  <a:ext uri="{FF2B5EF4-FFF2-40B4-BE49-F238E27FC236}">
                    <a16:creationId xmlns:a16="http://schemas.microsoft.com/office/drawing/2014/main" id="{830A1445-CF79-439D-8220-6B4FBCF0CDF6}"/>
                  </a:ext>
                </a:extLst>
              </p:cNvPr>
              <p:cNvSpPr txBox="1"/>
              <p:nvPr/>
            </p:nvSpPr>
            <p:spPr>
              <a:xfrm>
                <a:off x="6075474" y="139770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0" name="Component 190">
                <a:extLst>
                  <a:ext uri="{FF2B5EF4-FFF2-40B4-BE49-F238E27FC236}">
                    <a16:creationId xmlns:a16="http://schemas.microsoft.com/office/drawing/2014/main" id="{37FDC8F8-3E89-433F-BD98-8ECC566A69F2}"/>
                  </a:ext>
                </a:extLst>
              </p:cNvPr>
              <p:cNvSpPr txBox="1"/>
              <p:nvPr/>
            </p:nvSpPr>
            <p:spPr>
              <a:xfrm>
                <a:off x="6075474" y="138858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1" name="Component 191">
                <a:extLst>
                  <a:ext uri="{FF2B5EF4-FFF2-40B4-BE49-F238E27FC236}">
                    <a16:creationId xmlns:a16="http://schemas.microsoft.com/office/drawing/2014/main" id="{405A0D19-273B-45A9-AFF3-D21A3F8AB7FE}"/>
                  </a:ext>
                </a:extLst>
              </p:cNvPr>
              <p:cNvSpPr txBox="1"/>
              <p:nvPr/>
            </p:nvSpPr>
            <p:spPr>
              <a:xfrm>
                <a:off x="6075474" y="137947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2" name="Component 192">
                <a:extLst>
                  <a:ext uri="{FF2B5EF4-FFF2-40B4-BE49-F238E27FC236}">
                    <a16:creationId xmlns:a16="http://schemas.microsoft.com/office/drawing/2014/main" id="{DF3BCE7E-FD74-48EF-85BC-7FDCE29CDD5B}"/>
                  </a:ext>
                </a:extLst>
              </p:cNvPr>
              <p:cNvSpPr txBox="1"/>
              <p:nvPr/>
            </p:nvSpPr>
            <p:spPr>
              <a:xfrm>
                <a:off x="6075474" y="137035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3" name="Component 193">
                <a:extLst>
                  <a:ext uri="{FF2B5EF4-FFF2-40B4-BE49-F238E27FC236}">
                    <a16:creationId xmlns:a16="http://schemas.microsoft.com/office/drawing/2014/main" id="{2C624B2F-8A3C-477B-87F6-4134AC6AC65F}"/>
                  </a:ext>
                </a:extLst>
              </p:cNvPr>
              <p:cNvSpPr txBox="1"/>
              <p:nvPr/>
            </p:nvSpPr>
            <p:spPr>
              <a:xfrm>
                <a:off x="6075474" y="136124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4" name="Component 194">
                <a:extLst>
                  <a:ext uri="{FF2B5EF4-FFF2-40B4-BE49-F238E27FC236}">
                    <a16:creationId xmlns:a16="http://schemas.microsoft.com/office/drawing/2014/main" id="{7988B14E-0F29-44ED-B0EE-B34683E6E46F}"/>
                  </a:ext>
                </a:extLst>
              </p:cNvPr>
              <p:cNvSpPr txBox="1"/>
              <p:nvPr/>
            </p:nvSpPr>
            <p:spPr>
              <a:xfrm>
                <a:off x="6075474" y="1352126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5" name="Component 195">
                <a:extLst>
                  <a:ext uri="{FF2B5EF4-FFF2-40B4-BE49-F238E27FC236}">
                    <a16:creationId xmlns:a16="http://schemas.microsoft.com/office/drawing/2014/main" id="{23ED27BE-2FED-47EF-8ADA-10E026199CDD}"/>
                  </a:ext>
                </a:extLst>
              </p:cNvPr>
              <p:cNvSpPr txBox="1"/>
              <p:nvPr/>
            </p:nvSpPr>
            <p:spPr>
              <a:xfrm>
                <a:off x="6075474" y="1343011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6" name="Component 196">
                <a:extLst>
                  <a:ext uri="{FF2B5EF4-FFF2-40B4-BE49-F238E27FC236}">
                    <a16:creationId xmlns:a16="http://schemas.microsoft.com/office/drawing/2014/main" id="{03135F03-AD23-4C5D-9527-0459A1C7E610}"/>
                  </a:ext>
                </a:extLst>
              </p:cNvPr>
              <p:cNvSpPr txBox="1"/>
              <p:nvPr/>
            </p:nvSpPr>
            <p:spPr>
              <a:xfrm>
                <a:off x="6075474" y="1333897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7" name="Component 197">
                <a:extLst>
                  <a:ext uri="{FF2B5EF4-FFF2-40B4-BE49-F238E27FC236}">
                    <a16:creationId xmlns:a16="http://schemas.microsoft.com/office/drawing/2014/main" id="{E6A71CCE-E6E2-445C-90C6-B55653870868}"/>
                  </a:ext>
                </a:extLst>
              </p:cNvPr>
              <p:cNvSpPr txBox="1"/>
              <p:nvPr/>
            </p:nvSpPr>
            <p:spPr>
              <a:xfrm>
                <a:off x="6075474" y="132478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8" name="Component 198">
                <a:extLst>
                  <a:ext uri="{FF2B5EF4-FFF2-40B4-BE49-F238E27FC236}">
                    <a16:creationId xmlns:a16="http://schemas.microsoft.com/office/drawing/2014/main" id="{1D1BB8F7-87C9-47BE-87E2-A9A971F93BB8}"/>
                  </a:ext>
                </a:extLst>
              </p:cNvPr>
              <p:cNvSpPr txBox="1"/>
              <p:nvPr/>
            </p:nvSpPr>
            <p:spPr>
              <a:xfrm>
                <a:off x="6075474" y="131566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9" name="Component 199">
                <a:extLst>
                  <a:ext uri="{FF2B5EF4-FFF2-40B4-BE49-F238E27FC236}">
                    <a16:creationId xmlns:a16="http://schemas.microsoft.com/office/drawing/2014/main" id="{AEE23BC1-FE06-4B59-B04C-B0E7F85FF621}"/>
                  </a:ext>
                </a:extLst>
              </p:cNvPr>
              <p:cNvSpPr txBox="1"/>
              <p:nvPr/>
            </p:nvSpPr>
            <p:spPr>
              <a:xfrm>
                <a:off x="6075474" y="1306552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0" name="Component 200">
                <a:extLst>
                  <a:ext uri="{FF2B5EF4-FFF2-40B4-BE49-F238E27FC236}">
                    <a16:creationId xmlns:a16="http://schemas.microsoft.com/office/drawing/2014/main" id="{4A577619-5306-4416-8E25-B038E05A16D7}"/>
                  </a:ext>
                </a:extLst>
              </p:cNvPr>
              <p:cNvSpPr txBox="1"/>
              <p:nvPr/>
            </p:nvSpPr>
            <p:spPr>
              <a:xfrm>
                <a:off x="6075474" y="1297438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1" name="Component 201">
                <a:extLst>
                  <a:ext uri="{FF2B5EF4-FFF2-40B4-BE49-F238E27FC236}">
                    <a16:creationId xmlns:a16="http://schemas.microsoft.com/office/drawing/2014/main" id="{ACFA0242-3C7B-49C6-8B51-C629A83CE600}"/>
                  </a:ext>
                </a:extLst>
              </p:cNvPr>
              <p:cNvSpPr txBox="1"/>
              <p:nvPr/>
            </p:nvSpPr>
            <p:spPr>
              <a:xfrm>
                <a:off x="6075474" y="1288323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2" name="Component 202">
                <a:extLst>
                  <a:ext uri="{FF2B5EF4-FFF2-40B4-BE49-F238E27FC236}">
                    <a16:creationId xmlns:a16="http://schemas.microsoft.com/office/drawing/2014/main" id="{2A05B0DA-204E-4C2F-871E-423336B031E2}"/>
                  </a:ext>
                </a:extLst>
              </p:cNvPr>
              <p:cNvSpPr txBox="1"/>
              <p:nvPr/>
            </p:nvSpPr>
            <p:spPr>
              <a:xfrm>
                <a:off x="6075474" y="127920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3" name="Component 203">
                <a:extLst>
                  <a:ext uri="{FF2B5EF4-FFF2-40B4-BE49-F238E27FC236}">
                    <a16:creationId xmlns:a16="http://schemas.microsoft.com/office/drawing/2014/main" id="{5C39B9E1-5E96-4A4B-82E8-26D086F62BCC}"/>
                  </a:ext>
                </a:extLst>
              </p:cNvPr>
              <p:cNvSpPr txBox="1"/>
              <p:nvPr/>
            </p:nvSpPr>
            <p:spPr>
              <a:xfrm>
                <a:off x="6075474" y="1270094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4" name="Component 204">
                <a:extLst>
                  <a:ext uri="{FF2B5EF4-FFF2-40B4-BE49-F238E27FC236}">
                    <a16:creationId xmlns:a16="http://schemas.microsoft.com/office/drawing/2014/main" id="{3A7DD730-4193-474B-A98D-CDE8B3ABED40}"/>
                  </a:ext>
                </a:extLst>
              </p:cNvPr>
              <p:cNvSpPr txBox="1"/>
              <p:nvPr/>
            </p:nvSpPr>
            <p:spPr>
              <a:xfrm>
                <a:off x="6075474" y="1260979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5" name="Component 205">
                <a:extLst>
                  <a:ext uri="{FF2B5EF4-FFF2-40B4-BE49-F238E27FC236}">
                    <a16:creationId xmlns:a16="http://schemas.microsoft.com/office/drawing/2014/main" id="{F27C25B1-1017-4168-A34B-C7A32F9D67BB}"/>
                  </a:ext>
                </a:extLst>
              </p:cNvPr>
              <p:cNvSpPr txBox="1"/>
              <p:nvPr/>
            </p:nvSpPr>
            <p:spPr>
              <a:xfrm>
                <a:off x="6075474" y="125186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6" name="Component 206">
                <a:extLst>
                  <a:ext uri="{FF2B5EF4-FFF2-40B4-BE49-F238E27FC236}">
                    <a16:creationId xmlns:a16="http://schemas.microsoft.com/office/drawing/2014/main" id="{4014107F-A1EB-4A21-B64A-C47C833C6273}"/>
                  </a:ext>
                </a:extLst>
              </p:cNvPr>
              <p:cNvSpPr txBox="1"/>
              <p:nvPr/>
            </p:nvSpPr>
            <p:spPr>
              <a:xfrm>
                <a:off x="6075474" y="124275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7" name="Component 207">
                <a:extLst>
                  <a:ext uri="{FF2B5EF4-FFF2-40B4-BE49-F238E27FC236}">
                    <a16:creationId xmlns:a16="http://schemas.microsoft.com/office/drawing/2014/main" id="{7B822927-CFE9-49E5-BD0E-C1FE59CAFF3D}"/>
                  </a:ext>
                </a:extLst>
              </p:cNvPr>
              <p:cNvSpPr txBox="1"/>
              <p:nvPr/>
            </p:nvSpPr>
            <p:spPr>
              <a:xfrm>
                <a:off x="6075474" y="1233635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8" name="Component 208">
                <a:extLst>
                  <a:ext uri="{FF2B5EF4-FFF2-40B4-BE49-F238E27FC236}">
                    <a16:creationId xmlns:a16="http://schemas.microsoft.com/office/drawing/2014/main" id="{A7B9A4FD-9FA0-48B7-A03C-A20C27EA6EFA}"/>
                  </a:ext>
                </a:extLst>
              </p:cNvPr>
              <p:cNvSpPr txBox="1"/>
              <p:nvPr/>
            </p:nvSpPr>
            <p:spPr>
              <a:xfrm>
                <a:off x="6075474" y="1224520"/>
                <a:ext cx="2240438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9" name="Component 209">
                <a:extLst>
                  <a:ext uri="{FF2B5EF4-FFF2-40B4-BE49-F238E27FC236}">
                    <a16:creationId xmlns:a16="http://schemas.microsoft.com/office/drawing/2014/main" id="{7040D596-B7A2-4EDB-A24C-7D4CA922057A}"/>
                  </a:ext>
                </a:extLst>
              </p:cNvPr>
              <p:cNvSpPr txBox="1"/>
              <p:nvPr/>
            </p:nvSpPr>
            <p:spPr>
              <a:xfrm>
                <a:off x="6075474" y="1215406"/>
                <a:ext cx="224043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210" name="Component 210">
              <a:extLst>
                <a:ext uri="{FF2B5EF4-FFF2-40B4-BE49-F238E27FC236}">
                  <a16:creationId xmlns:a16="http://schemas.microsoft.com/office/drawing/2014/main" id="{C3F49713-7AC5-4790-9728-BB7D41D6538C}"/>
                </a:ext>
              </a:extLst>
            </p:cNvPr>
            <p:cNvGrpSpPr/>
            <p:nvPr/>
          </p:nvGrpSpPr>
          <p:grpSpPr>
            <a:xfrm>
              <a:off x="3400332" y="1491866"/>
              <a:ext cx="1974190" cy="3476558"/>
              <a:chOff x="3400332" y="1491866"/>
              <a:chExt cx="1974190" cy="3476558"/>
            </a:xfrm>
          </p:grpSpPr>
          <p:sp>
            <p:nvSpPr>
              <p:cNvPr id="211" name="Component 211">
                <a:extLst>
                  <a:ext uri="{FF2B5EF4-FFF2-40B4-BE49-F238E27FC236}">
                    <a16:creationId xmlns:a16="http://schemas.microsoft.com/office/drawing/2014/main" id="{0CCB5361-264E-431F-8C68-CEC5B28199A3}"/>
                  </a:ext>
                </a:extLst>
              </p:cNvPr>
              <p:cNvSpPr txBox="1"/>
              <p:nvPr/>
            </p:nvSpPr>
            <p:spPr>
              <a:xfrm>
                <a:off x="3400332" y="2412452"/>
                <a:ext cx="1974190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2" name="Component 212">
                <a:extLst>
                  <a:ext uri="{FF2B5EF4-FFF2-40B4-BE49-F238E27FC236}">
                    <a16:creationId xmlns:a16="http://schemas.microsoft.com/office/drawing/2014/main" id="{681290DA-AF3C-4342-AB89-F478B4793CA6}"/>
                  </a:ext>
                </a:extLst>
              </p:cNvPr>
              <p:cNvSpPr txBox="1"/>
              <p:nvPr/>
            </p:nvSpPr>
            <p:spPr>
              <a:xfrm>
                <a:off x="3400332" y="240333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3" name="Component 213">
                <a:extLst>
                  <a:ext uri="{FF2B5EF4-FFF2-40B4-BE49-F238E27FC236}">
                    <a16:creationId xmlns:a16="http://schemas.microsoft.com/office/drawing/2014/main" id="{2FFF624C-DA1D-4BBF-8788-D68DD86E4C9A}"/>
                  </a:ext>
                </a:extLst>
              </p:cNvPr>
              <p:cNvSpPr txBox="1"/>
              <p:nvPr/>
            </p:nvSpPr>
            <p:spPr>
              <a:xfrm>
                <a:off x="3400332" y="239422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Profit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4" name="Component 214">
                <a:extLst>
                  <a:ext uri="{FF2B5EF4-FFF2-40B4-BE49-F238E27FC236}">
                    <a16:creationId xmlns:a16="http://schemas.microsoft.com/office/drawing/2014/main" id="{8BD4895F-05E6-48F0-A1F2-AD52F36C42EA}"/>
                  </a:ext>
                </a:extLst>
              </p:cNvPr>
              <p:cNvSpPr txBox="1"/>
              <p:nvPr/>
            </p:nvSpPr>
            <p:spPr>
              <a:xfrm>
                <a:off x="3400332" y="238510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5" name="Component 215">
                <a:extLst>
                  <a:ext uri="{FF2B5EF4-FFF2-40B4-BE49-F238E27FC236}">
                    <a16:creationId xmlns:a16="http://schemas.microsoft.com/office/drawing/2014/main" id="{E9E7B2A2-0B92-4453-AB82-69A2335F213E}"/>
                  </a:ext>
                </a:extLst>
              </p:cNvPr>
              <p:cNvSpPr txBox="1"/>
              <p:nvPr/>
            </p:nvSpPr>
            <p:spPr>
              <a:xfrm>
                <a:off x="3400332" y="237599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6" name="Component 216">
                <a:extLst>
                  <a:ext uri="{FF2B5EF4-FFF2-40B4-BE49-F238E27FC236}">
                    <a16:creationId xmlns:a16="http://schemas.microsoft.com/office/drawing/2014/main" id="{F665942B-9776-4621-ABF9-EED026DD9EE3}"/>
                  </a:ext>
                </a:extLst>
              </p:cNvPr>
              <p:cNvSpPr txBox="1"/>
              <p:nvPr/>
            </p:nvSpPr>
            <p:spPr>
              <a:xfrm>
                <a:off x="3400332" y="236687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7" name="Component 217">
                <a:extLst>
                  <a:ext uri="{FF2B5EF4-FFF2-40B4-BE49-F238E27FC236}">
                    <a16:creationId xmlns:a16="http://schemas.microsoft.com/office/drawing/2014/main" id="{110AB8D1-E1E7-45D4-9CD5-2B3B80E26C0D}"/>
                  </a:ext>
                </a:extLst>
              </p:cNvPr>
              <p:cNvSpPr txBox="1"/>
              <p:nvPr/>
            </p:nvSpPr>
            <p:spPr>
              <a:xfrm>
                <a:off x="3400332" y="235776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8" name="Component 218">
                <a:extLst>
                  <a:ext uri="{FF2B5EF4-FFF2-40B4-BE49-F238E27FC236}">
                    <a16:creationId xmlns:a16="http://schemas.microsoft.com/office/drawing/2014/main" id="{C85D78A5-409A-4EF6-8D50-482FB72B3254}"/>
                  </a:ext>
                </a:extLst>
              </p:cNvPr>
              <p:cNvSpPr txBox="1"/>
              <p:nvPr/>
            </p:nvSpPr>
            <p:spPr>
              <a:xfrm>
                <a:off x="3400332" y="234864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9" name="Component 219">
                <a:extLst>
                  <a:ext uri="{FF2B5EF4-FFF2-40B4-BE49-F238E27FC236}">
                    <a16:creationId xmlns:a16="http://schemas.microsoft.com/office/drawing/2014/main" id="{296239D0-C81B-4551-B8A1-98ED41C3A8D0}"/>
                  </a:ext>
                </a:extLst>
              </p:cNvPr>
              <p:cNvSpPr txBox="1"/>
              <p:nvPr/>
            </p:nvSpPr>
            <p:spPr>
              <a:xfrm>
                <a:off x="3400332" y="233953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0" name="Component 220">
                <a:extLst>
                  <a:ext uri="{FF2B5EF4-FFF2-40B4-BE49-F238E27FC236}">
                    <a16:creationId xmlns:a16="http://schemas.microsoft.com/office/drawing/2014/main" id="{059D6712-9AD2-40F6-994D-03DF096BAA31}"/>
                  </a:ext>
                </a:extLst>
              </p:cNvPr>
              <p:cNvSpPr txBox="1"/>
              <p:nvPr/>
            </p:nvSpPr>
            <p:spPr>
              <a:xfrm>
                <a:off x="3400332" y="233042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1" name="Component 221">
                <a:extLst>
                  <a:ext uri="{FF2B5EF4-FFF2-40B4-BE49-F238E27FC236}">
                    <a16:creationId xmlns:a16="http://schemas.microsoft.com/office/drawing/2014/main" id="{2F88F334-A357-473C-A11E-19C466346095}"/>
                  </a:ext>
                </a:extLst>
              </p:cNvPr>
              <p:cNvSpPr txBox="1"/>
              <p:nvPr/>
            </p:nvSpPr>
            <p:spPr>
              <a:xfrm>
                <a:off x="3400332" y="232130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2" name="Component 222">
                <a:extLst>
                  <a:ext uri="{FF2B5EF4-FFF2-40B4-BE49-F238E27FC236}">
                    <a16:creationId xmlns:a16="http://schemas.microsoft.com/office/drawing/2014/main" id="{4797A3B3-9CDC-480C-AEF7-CDBD60678BF5}"/>
                  </a:ext>
                </a:extLst>
              </p:cNvPr>
              <p:cNvSpPr txBox="1"/>
              <p:nvPr/>
            </p:nvSpPr>
            <p:spPr>
              <a:xfrm>
                <a:off x="3400332" y="231219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3" name="Component 223">
                <a:extLst>
                  <a:ext uri="{FF2B5EF4-FFF2-40B4-BE49-F238E27FC236}">
                    <a16:creationId xmlns:a16="http://schemas.microsoft.com/office/drawing/2014/main" id="{D2C742E5-5BD7-4CDF-8CE1-7174B1CC0F8F}"/>
                  </a:ext>
                </a:extLst>
              </p:cNvPr>
              <p:cNvSpPr txBox="1"/>
              <p:nvPr/>
            </p:nvSpPr>
            <p:spPr>
              <a:xfrm>
                <a:off x="3400332" y="230307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4" name="Component 224">
                <a:extLst>
                  <a:ext uri="{FF2B5EF4-FFF2-40B4-BE49-F238E27FC236}">
                    <a16:creationId xmlns:a16="http://schemas.microsoft.com/office/drawing/2014/main" id="{6A60BBBF-7049-4D07-8E39-84264D429B5A}"/>
                  </a:ext>
                </a:extLst>
              </p:cNvPr>
              <p:cNvSpPr txBox="1"/>
              <p:nvPr/>
            </p:nvSpPr>
            <p:spPr>
              <a:xfrm>
                <a:off x="3400332" y="229396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5" name="Component 225">
                <a:extLst>
                  <a:ext uri="{FF2B5EF4-FFF2-40B4-BE49-F238E27FC236}">
                    <a16:creationId xmlns:a16="http://schemas.microsoft.com/office/drawing/2014/main" id="{E2A27370-6778-42C2-B477-BB5135ACA11A}"/>
                  </a:ext>
                </a:extLst>
              </p:cNvPr>
              <p:cNvSpPr txBox="1"/>
              <p:nvPr/>
            </p:nvSpPr>
            <p:spPr>
              <a:xfrm>
                <a:off x="3400332" y="228484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6" name="Component 226">
                <a:extLst>
                  <a:ext uri="{FF2B5EF4-FFF2-40B4-BE49-F238E27FC236}">
                    <a16:creationId xmlns:a16="http://schemas.microsoft.com/office/drawing/2014/main" id="{29A78DE6-957D-4558-AA3F-4120CD657CF4}"/>
                  </a:ext>
                </a:extLst>
              </p:cNvPr>
              <p:cNvSpPr txBox="1"/>
              <p:nvPr/>
            </p:nvSpPr>
            <p:spPr>
              <a:xfrm>
                <a:off x="3400332" y="227573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7" name="Component 227">
                <a:extLst>
                  <a:ext uri="{FF2B5EF4-FFF2-40B4-BE49-F238E27FC236}">
                    <a16:creationId xmlns:a16="http://schemas.microsoft.com/office/drawing/2014/main" id="{3E23636A-AB90-4E51-BA30-F14E287D62F7}"/>
                  </a:ext>
                </a:extLst>
              </p:cNvPr>
              <p:cNvSpPr txBox="1"/>
              <p:nvPr/>
            </p:nvSpPr>
            <p:spPr>
              <a:xfrm>
                <a:off x="3400332" y="226661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8" name="Component 228">
                <a:extLst>
                  <a:ext uri="{FF2B5EF4-FFF2-40B4-BE49-F238E27FC236}">
                    <a16:creationId xmlns:a16="http://schemas.microsoft.com/office/drawing/2014/main" id="{1CC83012-2644-499D-A670-D7DAA545EBA5}"/>
                  </a:ext>
                </a:extLst>
              </p:cNvPr>
              <p:cNvSpPr txBox="1"/>
              <p:nvPr/>
            </p:nvSpPr>
            <p:spPr>
              <a:xfrm>
                <a:off x="3400332" y="225750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9" name="Component 229">
                <a:extLst>
                  <a:ext uri="{FF2B5EF4-FFF2-40B4-BE49-F238E27FC236}">
                    <a16:creationId xmlns:a16="http://schemas.microsoft.com/office/drawing/2014/main" id="{99F69DE8-C1CB-42D6-A0D0-361032EA05BE}"/>
                  </a:ext>
                </a:extLst>
              </p:cNvPr>
              <p:cNvSpPr txBox="1"/>
              <p:nvPr/>
            </p:nvSpPr>
            <p:spPr>
              <a:xfrm>
                <a:off x="3400332" y="224838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0" name="Component 230">
                <a:extLst>
                  <a:ext uri="{FF2B5EF4-FFF2-40B4-BE49-F238E27FC236}">
                    <a16:creationId xmlns:a16="http://schemas.microsoft.com/office/drawing/2014/main" id="{2D67457D-996A-47B8-8F0A-71096055BA0A}"/>
                  </a:ext>
                </a:extLst>
              </p:cNvPr>
              <p:cNvSpPr txBox="1"/>
              <p:nvPr/>
            </p:nvSpPr>
            <p:spPr>
              <a:xfrm>
                <a:off x="3400332" y="223927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1" name="Component 231">
                <a:extLst>
                  <a:ext uri="{FF2B5EF4-FFF2-40B4-BE49-F238E27FC236}">
                    <a16:creationId xmlns:a16="http://schemas.microsoft.com/office/drawing/2014/main" id="{B60B192B-9F97-478E-A9B7-A54FB4A8CD1E}"/>
                  </a:ext>
                </a:extLst>
              </p:cNvPr>
              <p:cNvSpPr txBox="1"/>
              <p:nvPr/>
            </p:nvSpPr>
            <p:spPr>
              <a:xfrm>
                <a:off x="3400332" y="223015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2" name="Component 232">
                <a:extLst>
                  <a:ext uri="{FF2B5EF4-FFF2-40B4-BE49-F238E27FC236}">
                    <a16:creationId xmlns:a16="http://schemas.microsoft.com/office/drawing/2014/main" id="{3DDADB72-19C5-45E6-A259-8EED58E04B44}"/>
                  </a:ext>
                </a:extLst>
              </p:cNvPr>
              <p:cNvSpPr txBox="1"/>
              <p:nvPr/>
            </p:nvSpPr>
            <p:spPr>
              <a:xfrm>
                <a:off x="3400332" y="222104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3" name="Component 233">
                <a:extLst>
                  <a:ext uri="{FF2B5EF4-FFF2-40B4-BE49-F238E27FC236}">
                    <a16:creationId xmlns:a16="http://schemas.microsoft.com/office/drawing/2014/main" id="{A38CBAF1-6197-4A23-8BBE-D89492B541DE}"/>
                  </a:ext>
                </a:extLst>
              </p:cNvPr>
              <p:cNvSpPr txBox="1"/>
              <p:nvPr/>
            </p:nvSpPr>
            <p:spPr>
              <a:xfrm>
                <a:off x="3400332" y="221192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4" name="Component 234">
                <a:extLst>
                  <a:ext uri="{FF2B5EF4-FFF2-40B4-BE49-F238E27FC236}">
                    <a16:creationId xmlns:a16="http://schemas.microsoft.com/office/drawing/2014/main" id="{16D7E7AE-0337-493D-8F88-43430EE40A89}"/>
                  </a:ext>
                </a:extLst>
              </p:cNvPr>
              <p:cNvSpPr txBox="1"/>
              <p:nvPr/>
            </p:nvSpPr>
            <p:spPr>
              <a:xfrm>
                <a:off x="3400332" y="220281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5" name="Component 235">
                <a:extLst>
                  <a:ext uri="{FF2B5EF4-FFF2-40B4-BE49-F238E27FC236}">
                    <a16:creationId xmlns:a16="http://schemas.microsoft.com/office/drawing/2014/main" id="{3F416027-8B54-4EEC-871E-89DFE23A6DFB}"/>
                  </a:ext>
                </a:extLst>
              </p:cNvPr>
              <p:cNvSpPr txBox="1"/>
              <p:nvPr/>
            </p:nvSpPr>
            <p:spPr>
              <a:xfrm>
                <a:off x="3400332" y="219369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6" name="Component 236">
                <a:extLst>
                  <a:ext uri="{FF2B5EF4-FFF2-40B4-BE49-F238E27FC236}">
                    <a16:creationId xmlns:a16="http://schemas.microsoft.com/office/drawing/2014/main" id="{A94769A8-3938-497C-BAB6-B807623817FD}"/>
                  </a:ext>
                </a:extLst>
              </p:cNvPr>
              <p:cNvSpPr txBox="1"/>
              <p:nvPr/>
            </p:nvSpPr>
            <p:spPr>
              <a:xfrm>
                <a:off x="3400332" y="218458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7" name="Component 237">
                <a:extLst>
                  <a:ext uri="{FF2B5EF4-FFF2-40B4-BE49-F238E27FC236}">
                    <a16:creationId xmlns:a16="http://schemas.microsoft.com/office/drawing/2014/main" id="{029CFF89-7644-4ECD-A00D-664162059370}"/>
                  </a:ext>
                </a:extLst>
              </p:cNvPr>
              <p:cNvSpPr txBox="1"/>
              <p:nvPr/>
            </p:nvSpPr>
            <p:spPr>
              <a:xfrm>
                <a:off x="3400332" y="217547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8" name="Component 238">
                <a:extLst>
                  <a:ext uri="{FF2B5EF4-FFF2-40B4-BE49-F238E27FC236}">
                    <a16:creationId xmlns:a16="http://schemas.microsoft.com/office/drawing/2014/main" id="{EB57D9F1-58B8-496B-B5CE-7751C931749D}"/>
                  </a:ext>
                </a:extLst>
              </p:cNvPr>
              <p:cNvSpPr txBox="1"/>
              <p:nvPr/>
            </p:nvSpPr>
            <p:spPr>
              <a:xfrm>
                <a:off x="3400332" y="216635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9" name="Component 239">
                <a:extLst>
                  <a:ext uri="{FF2B5EF4-FFF2-40B4-BE49-F238E27FC236}">
                    <a16:creationId xmlns:a16="http://schemas.microsoft.com/office/drawing/2014/main" id="{5E25C70E-5868-4A73-AC3E-6BD918506C0B}"/>
                  </a:ext>
                </a:extLst>
              </p:cNvPr>
              <p:cNvSpPr txBox="1"/>
              <p:nvPr/>
            </p:nvSpPr>
            <p:spPr>
              <a:xfrm>
                <a:off x="3400332" y="215724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0" name="Component 240">
                <a:extLst>
                  <a:ext uri="{FF2B5EF4-FFF2-40B4-BE49-F238E27FC236}">
                    <a16:creationId xmlns:a16="http://schemas.microsoft.com/office/drawing/2014/main" id="{3CF29913-DA47-4C7E-AD93-FD9FA45AF27D}"/>
                  </a:ext>
                </a:extLst>
              </p:cNvPr>
              <p:cNvSpPr txBox="1"/>
              <p:nvPr/>
            </p:nvSpPr>
            <p:spPr>
              <a:xfrm>
                <a:off x="3400332" y="214812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1" name="Component 241">
                <a:extLst>
                  <a:ext uri="{FF2B5EF4-FFF2-40B4-BE49-F238E27FC236}">
                    <a16:creationId xmlns:a16="http://schemas.microsoft.com/office/drawing/2014/main" id="{DBF72A6D-13C2-477A-9831-4DD0048865E6}"/>
                  </a:ext>
                </a:extLst>
              </p:cNvPr>
              <p:cNvSpPr txBox="1"/>
              <p:nvPr/>
            </p:nvSpPr>
            <p:spPr>
              <a:xfrm>
                <a:off x="3400332" y="213901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2" name="Component 242">
                <a:extLst>
                  <a:ext uri="{FF2B5EF4-FFF2-40B4-BE49-F238E27FC236}">
                    <a16:creationId xmlns:a16="http://schemas.microsoft.com/office/drawing/2014/main" id="{3B03BF72-3651-456F-BA6A-B53CEEC5F180}"/>
                  </a:ext>
                </a:extLst>
              </p:cNvPr>
              <p:cNvSpPr txBox="1"/>
              <p:nvPr/>
            </p:nvSpPr>
            <p:spPr>
              <a:xfrm>
                <a:off x="3400332" y="212989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3" name="Component 243">
                <a:extLst>
                  <a:ext uri="{FF2B5EF4-FFF2-40B4-BE49-F238E27FC236}">
                    <a16:creationId xmlns:a16="http://schemas.microsoft.com/office/drawing/2014/main" id="{A08827C3-6033-4BB1-ACA2-A8AB78511593}"/>
                  </a:ext>
                </a:extLst>
              </p:cNvPr>
              <p:cNvSpPr txBox="1"/>
              <p:nvPr/>
            </p:nvSpPr>
            <p:spPr>
              <a:xfrm>
                <a:off x="3400332" y="212078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4" name="Component 244">
                <a:extLst>
                  <a:ext uri="{FF2B5EF4-FFF2-40B4-BE49-F238E27FC236}">
                    <a16:creationId xmlns:a16="http://schemas.microsoft.com/office/drawing/2014/main" id="{8A79EC97-5D06-42DB-8B4B-90290D6A0F3D}"/>
                  </a:ext>
                </a:extLst>
              </p:cNvPr>
              <p:cNvSpPr txBox="1"/>
              <p:nvPr/>
            </p:nvSpPr>
            <p:spPr>
              <a:xfrm>
                <a:off x="3400332" y="211166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5" name="Component 245">
                <a:extLst>
                  <a:ext uri="{FF2B5EF4-FFF2-40B4-BE49-F238E27FC236}">
                    <a16:creationId xmlns:a16="http://schemas.microsoft.com/office/drawing/2014/main" id="{F16E44AC-B748-4D65-82B7-2AE980DB3FC1}"/>
                  </a:ext>
                </a:extLst>
              </p:cNvPr>
              <p:cNvSpPr txBox="1"/>
              <p:nvPr/>
            </p:nvSpPr>
            <p:spPr>
              <a:xfrm>
                <a:off x="3400332" y="210255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6" name="Component 246">
                <a:extLst>
                  <a:ext uri="{FF2B5EF4-FFF2-40B4-BE49-F238E27FC236}">
                    <a16:creationId xmlns:a16="http://schemas.microsoft.com/office/drawing/2014/main" id="{A349C0E3-C583-4D8F-AC84-DDB35545E9B6}"/>
                  </a:ext>
                </a:extLst>
              </p:cNvPr>
              <p:cNvSpPr txBox="1"/>
              <p:nvPr/>
            </p:nvSpPr>
            <p:spPr>
              <a:xfrm>
                <a:off x="3400332" y="209343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7" name="Component 247">
                <a:extLst>
                  <a:ext uri="{FF2B5EF4-FFF2-40B4-BE49-F238E27FC236}">
                    <a16:creationId xmlns:a16="http://schemas.microsoft.com/office/drawing/2014/main" id="{DA1BC546-887D-4C5F-84C7-27374906F313}"/>
                  </a:ext>
                </a:extLst>
              </p:cNvPr>
              <p:cNvSpPr txBox="1"/>
              <p:nvPr/>
            </p:nvSpPr>
            <p:spPr>
              <a:xfrm>
                <a:off x="3400332" y="208432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8" name="Component 248">
                <a:extLst>
                  <a:ext uri="{FF2B5EF4-FFF2-40B4-BE49-F238E27FC236}">
                    <a16:creationId xmlns:a16="http://schemas.microsoft.com/office/drawing/2014/main" id="{62AB39F7-0717-46C7-A787-D9825DCF3BBD}"/>
                  </a:ext>
                </a:extLst>
              </p:cNvPr>
              <p:cNvSpPr txBox="1"/>
              <p:nvPr/>
            </p:nvSpPr>
            <p:spPr>
              <a:xfrm>
                <a:off x="3400332" y="207520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9" name="Component 249">
                <a:extLst>
                  <a:ext uri="{FF2B5EF4-FFF2-40B4-BE49-F238E27FC236}">
                    <a16:creationId xmlns:a16="http://schemas.microsoft.com/office/drawing/2014/main" id="{5CA8B81D-0008-4356-9B1D-A08FFA860034}"/>
                  </a:ext>
                </a:extLst>
              </p:cNvPr>
              <p:cNvSpPr txBox="1"/>
              <p:nvPr/>
            </p:nvSpPr>
            <p:spPr>
              <a:xfrm>
                <a:off x="3400332" y="206609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0" name="Component 250">
                <a:extLst>
                  <a:ext uri="{FF2B5EF4-FFF2-40B4-BE49-F238E27FC236}">
                    <a16:creationId xmlns:a16="http://schemas.microsoft.com/office/drawing/2014/main" id="{3833FFFB-6ABE-4018-B54E-2FB2444F34E4}"/>
                  </a:ext>
                </a:extLst>
              </p:cNvPr>
              <p:cNvSpPr txBox="1"/>
              <p:nvPr/>
            </p:nvSpPr>
            <p:spPr>
              <a:xfrm>
                <a:off x="3400332" y="205697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1" name="Component 251">
                <a:extLst>
                  <a:ext uri="{FF2B5EF4-FFF2-40B4-BE49-F238E27FC236}">
                    <a16:creationId xmlns:a16="http://schemas.microsoft.com/office/drawing/2014/main" id="{24E6903B-2B07-462F-BF61-A93CFB258F99}"/>
                  </a:ext>
                </a:extLst>
              </p:cNvPr>
              <p:cNvSpPr txBox="1"/>
              <p:nvPr/>
            </p:nvSpPr>
            <p:spPr>
              <a:xfrm>
                <a:off x="3400332" y="204786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2" name="Component 252">
                <a:extLst>
                  <a:ext uri="{FF2B5EF4-FFF2-40B4-BE49-F238E27FC236}">
                    <a16:creationId xmlns:a16="http://schemas.microsoft.com/office/drawing/2014/main" id="{CE2D8622-0F89-410B-88CD-001BFDCF7606}"/>
                  </a:ext>
                </a:extLst>
              </p:cNvPr>
              <p:cNvSpPr txBox="1"/>
              <p:nvPr/>
            </p:nvSpPr>
            <p:spPr>
              <a:xfrm>
                <a:off x="3400332" y="203874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3" name="Component 253">
                <a:extLst>
                  <a:ext uri="{FF2B5EF4-FFF2-40B4-BE49-F238E27FC236}">
                    <a16:creationId xmlns:a16="http://schemas.microsoft.com/office/drawing/2014/main" id="{DCFCCA09-4F08-4765-961E-B51D1E23748B}"/>
                  </a:ext>
                </a:extLst>
              </p:cNvPr>
              <p:cNvSpPr txBox="1"/>
              <p:nvPr/>
            </p:nvSpPr>
            <p:spPr>
              <a:xfrm>
                <a:off x="3400332" y="202963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4" name="Component 254">
                <a:extLst>
                  <a:ext uri="{FF2B5EF4-FFF2-40B4-BE49-F238E27FC236}">
                    <a16:creationId xmlns:a16="http://schemas.microsoft.com/office/drawing/2014/main" id="{B12E23F8-633C-4DA1-A339-AFCB341D80FB}"/>
                  </a:ext>
                </a:extLst>
              </p:cNvPr>
              <p:cNvSpPr txBox="1"/>
              <p:nvPr/>
            </p:nvSpPr>
            <p:spPr>
              <a:xfrm>
                <a:off x="3400332" y="202051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5" name="Component 255">
                <a:extLst>
                  <a:ext uri="{FF2B5EF4-FFF2-40B4-BE49-F238E27FC236}">
                    <a16:creationId xmlns:a16="http://schemas.microsoft.com/office/drawing/2014/main" id="{8621EDA7-FBF6-4115-985A-E89605DA58F8}"/>
                  </a:ext>
                </a:extLst>
              </p:cNvPr>
              <p:cNvSpPr txBox="1"/>
              <p:nvPr/>
            </p:nvSpPr>
            <p:spPr>
              <a:xfrm>
                <a:off x="3400332" y="201140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6" name="Component 256">
                <a:extLst>
                  <a:ext uri="{FF2B5EF4-FFF2-40B4-BE49-F238E27FC236}">
                    <a16:creationId xmlns:a16="http://schemas.microsoft.com/office/drawing/2014/main" id="{A37EA1BB-B0E0-4D6C-B2B7-C816E9A8033B}"/>
                  </a:ext>
                </a:extLst>
              </p:cNvPr>
              <p:cNvSpPr txBox="1"/>
              <p:nvPr/>
            </p:nvSpPr>
            <p:spPr>
              <a:xfrm>
                <a:off x="3400332" y="200229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7" name="Component 257">
                <a:extLst>
                  <a:ext uri="{FF2B5EF4-FFF2-40B4-BE49-F238E27FC236}">
                    <a16:creationId xmlns:a16="http://schemas.microsoft.com/office/drawing/2014/main" id="{C986FE2A-5988-4A35-A54D-864CFA1148A6}"/>
                  </a:ext>
                </a:extLst>
              </p:cNvPr>
              <p:cNvSpPr txBox="1"/>
              <p:nvPr/>
            </p:nvSpPr>
            <p:spPr>
              <a:xfrm>
                <a:off x="3400332" y="199317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8" name="Component 258">
                <a:extLst>
                  <a:ext uri="{FF2B5EF4-FFF2-40B4-BE49-F238E27FC236}">
                    <a16:creationId xmlns:a16="http://schemas.microsoft.com/office/drawing/2014/main" id="{9360B70F-A9A6-4A9D-BC2E-96175B87C954}"/>
                  </a:ext>
                </a:extLst>
              </p:cNvPr>
              <p:cNvSpPr txBox="1"/>
              <p:nvPr/>
            </p:nvSpPr>
            <p:spPr>
              <a:xfrm>
                <a:off x="3400332" y="198406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9" name="Component 259">
                <a:extLst>
                  <a:ext uri="{FF2B5EF4-FFF2-40B4-BE49-F238E27FC236}">
                    <a16:creationId xmlns:a16="http://schemas.microsoft.com/office/drawing/2014/main" id="{4808AB5C-1F35-47A5-8BC1-682F488E72EB}"/>
                  </a:ext>
                </a:extLst>
              </p:cNvPr>
              <p:cNvSpPr txBox="1"/>
              <p:nvPr/>
            </p:nvSpPr>
            <p:spPr>
              <a:xfrm>
                <a:off x="3400332" y="197494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0" name="Component 260">
                <a:extLst>
                  <a:ext uri="{FF2B5EF4-FFF2-40B4-BE49-F238E27FC236}">
                    <a16:creationId xmlns:a16="http://schemas.microsoft.com/office/drawing/2014/main" id="{046A0F91-4918-4037-8E34-9A2FE4ACED16}"/>
                  </a:ext>
                </a:extLst>
              </p:cNvPr>
              <p:cNvSpPr txBox="1"/>
              <p:nvPr/>
            </p:nvSpPr>
            <p:spPr>
              <a:xfrm>
                <a:off x="3400332" y="196583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1" name="Component 261">
                <a:extLst>
                  <a:ext uri="{FF2B5EF4-FFF2-40B4-BE49-F238E27FC236}">
                    <a16:creationId xmlns:a16="http://schemas.microsoft.com/office/drawing/2014/main" id="{445FAC0E-00F2-43EF-B063-340A3C20BDC0}"/>
                  </a:ext>
                </a:extLst>
              </p:cNvPr>
              <p:cNvSpPr txBox="1"/>
              <p:nvPr/>
            </p:nvSpPr>
            <p:spPr>
              <a:xfrm>
                <a:off x="3400332" y="195671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2" name="Component 262">
                <a:extLst>
                  <a:ext uri="{FF2B5EF4-FFF2-40B4-BE49-F238E27FC236}">
                    <a16:creationId xmlns:a16="http://schemas.microsoft.com/office/drawing/2014/main" id="{D3829238-680D-48AD-B143-EC5EDAD3AFE8}"/>
                  </a:ext>
                </a:extLst>
              </p:cNvPr>
              <p:cNvSpPr txBox="1"/>
              <p:nvPr/>
            </p:nvSpPr>
            <p:spPr>
              <a:xfrm>
                <a:off x="3400332" y="194760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3" name="Component 263">
                <a:extLst>
                  <a:ext uri="{FF2B5EF4-FFF2-40B4-BE49-F238E27FC236}">
                    <a16:creationId xmlns:a16="http://schemas.microsoft.com/office/drawing/2014/main" id="{711DD01A-A264-43B8-9AE6-F6D7AC87EDB6}"/>
                  </a:ext>
                </a:extLst>
              </p:cNvPr>
              <p:cNvSpPr txBox="1"/>
              <p:nvPr/>
            </p:nvSpPr>
            <p:spPr>
              <a:xfrm>
                <a:off x="3400332" y="193848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4" name="Component 264">
                <a:extLst>
                  <a:ext uri="{FF2B5EF4-FFF2-40B4-BE49-F238E27FC236}">
                    <a16:creationId xmlns:a16="http://schemas.microsoft.com/office/drawing/2014/main" id="{914BD555-E7EC-4AB8-96F5-1A2AC76618E8}"/>
                  </a:ext>
                </a:extLst>
              </p:cNvPr>
              <p:cNvSpPr txBox="1"/>
              <p:nvPr/>
            </p:nvSpPr>
            <p:spPr>
              <a:xfrm>
                <a:off x="3400332" y="192937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5" name="Component 265">
                <a:extLst>
                  <a:ext uri="{FF2B5EF4-FFF2-40B4-BE49-F238E27FC236}">
                    <a16:creationId xmlns:a16="http://schemas.microsoft.com/office/drawing/2014/main" id="{3B706502-D7B3-4D54-B4E2-EAF34C110311}"/>
                  </a:ext>
                </a:extLst>
              </p:cNvPr>
              <p:cNvSpPr txBox="1"/>
              <p:nvPr/>
            </p:nvSpPr>
            <p:spPr>
              <a:xfrm>
                <a:off x="3400332" y="192025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6" name="Component 266">
                <a:extLst>
                  <a:ext uri="{FF2B5EF4-FFF2-40B4-BE49-F238E27FC236}">
                    <a16:creationId xmlns:a16="http://schemas.microsoft.com/office/drawing/2014/main" id="{86D5935F-9E60-4EDC-9C28-D856D01E4A36}"/>
                  </a:ext>
                </a:extLst>
              </p:cNvPr>
              <p:cNvSpPr txBox="1"/>
              <p:nvPr/>
            </p:nvSpPr>
            <p:spPr>
              <a:xfrm>
                <a:off x="3400332" y="191114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7" name="Component 267">
                <a:extLst>
                  <a:ext uri="{FF2B5EF4-FFF2-40B4-BE49-F238E27FC236}">
                    <a16:creationId xmlns:a16="http://schemas.microsoft.com/office/drawing/2014/main" id="{C4D33112-0480-4EC6-884D-27EF9BE6E6B5}"/>
                  </a:ext>
                </a:extLst>
              </p:cNvPr>
              <p:cNvSpPr txBox="1"/>
              <p:nvPr/>
            </p:nvSpPr>
            <p:spPr>
              <a:xfrm>
                <a:off x="3400332" y="190202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8" name="Component 268">
                <a:extLst>
                  <a:ext uri="{FF2B5EF4-FFF2-40B4-BE49-F238E27FC236}">
                    <a16:creationId xmlns:a16="http://schemas.microsoft.com/office/drawing/2014/main" id="{6560C23E-DFCF-49A4-9D93-2F352E3F7D04}"/>
                  </a:ext>
                </a:extLst>
              </p:cNvPr>
              <p:cNvSpPr txBox="1"/>
              <p:nvPr/>
            </p:nvSpPr>
            <p:spPr>
              <a:xfrm>
                <a:off x="3400332" y="189291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9" name="Component 269">
                <a:extLst>
                  <a:ext uri="{FF2B5EF4-FFF2-40B4-BE49-F238E27FC236}">
                    <a16:creationId xmlns:a16="http://schemas.microsoft.com/office/drawing/2014/main" id="{A5B20588-7C67-466D-8717-6CFFB211AEB5}"/>
                  </a:ext>
                </a:extLst>
              </p:cNvPr>
              <p:cNvSpPr txBox="1"/>
              <p:nvPr/>
            </p:nvSpPr>
            <p:spPr>
              <a:xfrm>
                <a:off x="3400332" y="188379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0" name="Component 270">
                <a:extLst>
                  <a:ext uri="{FF2B5EF4-FFF2-40B4-BE49-F238E27FC236}">
                    <a16:creationId xmlns:a16="http://schemas.microsoft.com/office/drawing/2014/main" id="{305340B7-A820-4B6D-A1BD-7A86E075968B}"/>
                  </a:ext>
                </a:extLst>
              </p:cNvPr>
              <p:cNvSpPr txBox="1"/>
              <p:nvPr/>
            </p:nvSpPr>
            <p:spPr>
              <a:xfrm>
                <a:off x="3400332" y="187468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1" name="Component 271">
                <a:extLst>
                  <a:ext uri="{FF2B5EF4-FFF2-40B4-BE49-F238E27FC236}">
                    <a16:creationId xmlns:a16="http://schemas.microsoft.com/office/drawing/2014/main" id="{F83B6AF8-A1B8-4A5C-8A38-A1359D748BD7}"/>
                  </a:ext>
                </a:extLst>
              </p:cNvPr>
              <p:cNvSpPr txBox="1"/>
              <p:nvPr/>
            </p:nvSpPr>
            <p:spPr>
              <a:xfrm>
                <a:off x="3400332" y="186557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2" name="Component 272">
                <a:extLst>
                  <a:ext uri="{FF2B5EF4-FFF2-40B4-BE49-F238E27FC236}">
                    <a16:creationId xmlns:a16="http://schemas.microsoft.com/office/drawing/2014/main" id="{54986950-2A4B-410F-8FFC-81ACBA921087}"/>
                  </a:ext>
                </a:extLst>
              </p:cNvPr>
              <p:cNvSpPr txBox="1"/>
              <p:nvPr/>
            </p:nvSpPr>
            <p:spPr>
              <a:xfrm>
                <a:off x="3400332" y="185645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3" name="Component 273">
                <a:extLst>
                  <a:ext uri="{FF2B5EF4-FFF2-40B4-BE49-F238E27FC236}">
                    <a16:creationId xmlns:a16="http://schemas.microsoft.com/office/drawing/2014/main" id="{55A4898E-D6D5-4254-8F71-DB96970BC0CA}"/>
                  </a:ext>
                </a:extLst>
              </p:cNvPr>
              <p:cNvSpPr txBox="1"/>
              <p:nvPr/>
            </p:nvSpPr>
            <p:spPr>
              <a:xfrm>
                <a:off x="3400332" y="184733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4" name="Component 274">
                <a:extLst>
                  <a:ext uri="{FF2B5EF4-FFF2-40B4-BE49-F238E27FC236}">
                    <a16:creationId xmlns:a16="http://schemas.microsoft.com/office/drawing/2014/main" id="{CCC68101-EB18-4B44-8039-050025EC7693}"/>
                  </a:ext>
                </a:extLst>
              </p:cNvPr>
              <p:cNvSpPr txBox="1"/>
              <p:nvPr/>
            </p:nvSpPr>
            <p:spPr>
              <a:xfrm>
                <a:off x="3400332" y="183822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5" name="Component 275">
                <a:extLst>
                  <a:ext uri="{FF2B5EF4-FFF2-40B4-BE49-F238E27FC236}">
                    <a16:creationId xmlns:a16="http://schemas.microsoft.com/office/drawing/2014/main" id="{FCC5BB40-01F8-4BFF-B499-1B56303CC8EF}"/>
                  </a:ext>
                </a:extLst>
              </p:cNvPr>
              <p:cNvSpPr txBox="1"/>
              <p:nvPr/>
            </p:nvSpPr>
            <p:spPr>
              <a:xfrm>
                <a:off x="3400332" y="182911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6" name="Component 276">
                <a:extLst>
                  <a:ext uri="{FF2B5EF4-FFF2-40B4-BE49-F238E27FC236}">
                    <a16:creationId xmlns:a16="http://schemas.microsoft.com/office/drawing/2014/main" id="{6786468B-1DB3-48C8-B4DD-08DC3FD41C04}"/>
                  </a:ext>
                </a:extLst>
              </p:cNvPr>
              <p:cNvSpPr txBox="1"/>
              <p:nvPr/>
            </p:nvSpPr>
            <p:spPr>
              <a:xfrm>
                <a:off x="3400332" y="181999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7" name="Component 277">
                <a:extLst>
                  <a:ext uri="{FF2B5EF4-FFF2-40B4-BE49-F238E27FC236}">
                    <a16:creationId xmlns:a16="http://schemas.microsoft.com/office/drawing/2014/main" id="{F79F3545-A18D-4507-A985-DC5C4FBCAD4D}"/>
                  </a:ext>
                </a:extLst>
              </p:cNvPr>
              <p:cNvSpPr txBox="1"/>
              <p:nvPr/>
            </p:nvSpPr>
            <p:spPr>
              <a:xfrm>
                <a:off x="3400332" y="181088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8" name="Component 278">
                <a:extLst>
                  <a:ext uri="{FF2B5EF4-FFF2-40B4-BE49-F238E27FC236}">
                    <a16:creationId xmlns:a16="http://schemas.microsoft.com/office/drawing/2014/main" id="{72D0DB8D-3C01-4E78-A049-B103D7577BB3}"/>
                  </a:ext>
                </a:extLst>
              </p:cNvPr>
              <p:cNvSpPr txBox="1"/>
              <p:nvPr/>
            </p:nvSpPr>
            <p:spPr>
              <a:xfrm>
                <a:off x="3400332" y="180176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9" name="Component 279">
                <a:extLst>
                  <a:ext uri="{FF2B5EF4-FFF2-40B4-BE49-F238E27FC236}">
                    <a16:creationId xmlns:a16="http://schemas.microsoft.com/office/drawing/2014/main" id="{346D11B7-1629-4A0E-9349-FF30814F0D96}"/>
                  </a:ext>
                </a:extLst>
              </p:cNvPr>
              <p:cNvSpPr txBox="1"/>
              <p:nvPr/>
            </p:nvSpPr>
            <p:spPr>
              <a:xfrm>
                <a:off x="3400332" y="179265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0" name="Component 280">
                <a:extLst>
                  <a:ext uri="{FF2B5EF4-FFF2-40B4-BE49-F238E27FC236}">
                    <a16:creationId xmlns:a16="http://schemas.microsoft.com/office/drawing/2014/main" id="{B2D8BD8B-640E-4E07-BFBE-5F0472BAD0E0}"/>
                  </a:ext>
                </a:extLst>
              </p:cNvPr>
              <p:cNvSpPr txBox="1"/>
              <p:nvPr/>
            </p:nvSpPr>
            <p:spPr>
              <a:xfrm>
                <a:off x="3400332" y="178353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1" name="Component 281">
                <a:extLst>
                  <a:ext uri="{FF2B5EF4-FFF2-40B4-BE49-F238E27FC236}">
                    <a16:creationId xmlns:a16="http://schemas.microsoft.com/office/drawing/2014/main" id="{9D317EC3-0786-4D98-86CE-9EDA06A92128}"/>
                  </a:ext>
                </a:extLst>
              </p:cNvPr>
              <p:cNvSpPr txBox="1"/>
              <p:nvPr/>
            </p:nvSpPr>
            <p:spPr>
              <a:xfrm>
                <a:off x="3400332" y="177442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2" name="Component 282">
                <a:extLst>
                  <a:ext uri="{FF2B5EF4-FFF2-40B4-BE49-F238E27FC236}">
                    <a16:creationId xmlns:a16="http://schemas.microsoft.com/office/drawing/2014/main" id="{BC6A601D-53A0-4C05-ACF7-B984EAAB1BF0}"/>
                  </a:ext>
                </a:extLst>
              </p:cNvPr>
              <p:cNvSpPr txBox="1"/>
              <p:nvPr/>
            </p:nvSpPr>
            <p:spPr>
              <a:xfrm>
                <a:off x="3400332" y="176530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3" name="Component 283">
                <a:extLst>
                  <a:ext uri="{FF2B5EF4-FFF2-40B4-BE49-F238E27FC236}">
                    <a16:creationId xmlns:a16="http://schemas.microsoft.com/office/drawing/2014/main" id="{BD77133F-C014-4104-B372-C0008538F46C}"/>
                  </a:ext>
                </a:extLst>
              </p:cNvPr>
              <p:cNvSpPr txBox="1"/>
              <p:nvPr/>
            </p:nvSpPr>
            <p:spPr>
              <a:xfrm>
                <a:off x="3400332" y="175619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4" name="Component 284">
                <a:extLst>
                  <a:ext uri="{FF2B5EF4-FFF2-40B4-BE49-F238E27FC236}">
                    <a16:creationId xmlns:a16="http://schemas.microsoft.com/office/drawing/2014/main" id="{E2E0C1BB-C529-43AC-9BAB-D44003C58345}"/>
                  </a:ext>
                </a:extLst>
              </p:cNvPr>
              <p:cNvSpPr txBox="1"/>
              <p:nvPr/>
            </p:nvSpPr>
            <p:spPr>
              <a:xfrm>
                <a:off x="3400332" y="174707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5" name="Component 285">
                <a:extLst>
                  <a:ext uri="{FF2B5EF4-FFF2-40B4-BE49-F238E27FC236}">
                    <a16:creationId xmlns:a16="http://schemas.microsoft.com/office/drawing/2014/main" id="{B77F9402-B9FD-4A8E-AE26-0FE32A5344D3}"/>
                  </a:ext>
                </a:extLst>
              </p:cNvPr>
              <p:cNvSpPr txBox="1"/>
              <p:nvPr/>
            </p:nvSpPr>
            <p:spPr>
              <a:xfrm>
                <a:off x="3400332" y="173796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6" name="Component 286">
                <a:extLst>
                  <a:ext uri="{FF2B5EF4-FFF2-40B4-BE49-F238E27FC236}">
                    <a16:creationId xmlns:a16="http://schemas.microsoft.com/office/drawing/2014/main" id="{C7D0B181-9C96-4ED5-84C5-8FCD017FFB40}"/>
                  </a:ext>
                </a:extLst>
              </p:cNvPr>
              <p:cNvSpPr txBox="1"/>
              <p:nvPr/>
            </p:nvSpPr>
            <p:spPr>
              <a:xfrm>
                <a:off x="3400332" y="172884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7" name="Component 287">
                <a:extLst>
                  <a:ext uri="{FF2B5EF4-FFF2-40B4-BE49-F238E27FC236}">
                    <a16:creationId xmlns:a16="http://schemas.microsoft.com/office/drawing/2014/main" id="{A05C99C3-538E-4099-8ADF-7D0C93BD34B6}"/>
                  </a:ext>
                </a:extLst>
              </p:cNvPr>
              <p:cNvSpPr txBox="1"/>
              <p:nvPr/>
            </p:nvSpPr>
            <p:spPr>
              <a:xfrm>
                <a:off x="3400332" y="171973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8" name="Component 288">
                <a:extLst>
                  <a:ext uri="{FF2B5EF4-FFF2-40B4-BE49-F238E27FC236}">
                    <a16:creationId xmlns:a16="http://schemas.microsoft.com/office/drawing/2014/main" id="{55ACB8D7-9914-46C1-B2AC-EE14AE6513FE}"/>
                  </a:ext>
                </a:extLst>
              </p:cNvPr>
              <p:cNvSpPr txBox="1"/>
              <p:nvPr/>
            </p:nvSpPr>
            <p:spPr>
              <a:xfrm>
                <a:off x="3400332" y="171061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9" name="Component 289">
                <a:extLst>
                  <a:ext uri="{FF2B5EF4-FFF2-40B4-BE49-F238E27FC236}">
                    <a16:creationId xmlns:a16="http://schemas.microsoft.com/office/drawing/2014/main" id="{21B613FD-AE36-4020-9202-16F9146F2FDC}"/>
                  </a:ext>
                </a:extLst>
              </p:cNvPr>
              <p:cNvSpPr txBox="1"/>
              <p:nvPr/>
            </p:nvSpPr>
            <p:spPr>
              <a:xfrm>
                <a:off x="3400332" y="170150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0" name="Component 290">
                <a:extLst>
                  <a:ext uri="{FF2B5EF4-FFF2-40B4-BE49-F238E27FC236}">
                    <a16:creationId xmlns:a16="http://schemas.microsoft.com/office/drawing/2014/main" id="{804B0C2B-3042-4361-B32E-077EE4AE409A}"/>
                  </a:ext>
                </a:extLst>
              </p:cNvPr>
              <p:cNvSpPr txBox="1"/>
              <p:nvPr/>
            </p:nvSpPr>
            <p:spPr>
              <a:xfrm>
                <a:off x="3400332" y="169239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1" name="Component 291">
                <a:extLst>
                  <a:ext uri="{FF2B5EF4-FFF2-40B4-BE49-F238E27FC236}">
                    <a16:creationId xmlns:a16="http://schemas.microsoft.com/office/drawing/2014/main" id="{4B5D4B1A-A7F3-4EF9-A7F2-28A99B5A4C46}"/>
                  </a:ext>
                </a:extLst>
              </p:cNvPr>
              <p:cNvSpPr txBox="1"/>
              <p:nvPr/>
            </p:nvSpPr>
            <p:spPr>
              <a:xfrm>
                <a:off x="3400332" y="168327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2" name="Component 292">
                <a:extLst>
                  <a:ext uri="{FF2B5EF4-FFF2-40B4-BE49-F238E27FC236}">
                    <a16:creationId xmlns:a16="http://schemas.microsoft.com/office/drawing/2014/main" id="{D35B9A09-780C-4066-9FB7-F16B1EA5F3B9}"/>
                  </a:ext>
                </a:extLst>
              </p:cNvPr>
              <p:cNvSpPr txBox="1"/>
              <p:nvPr/>
            </p:nvSpPr>
            <p:spPr>
              <a:xfrm>
                <a:off x="3400332" y="167416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3" name="Component 293">
                <a:extLst>
                  <a:ext uri="{FF2B5EF4-FFF2-40B4-BE49-F238E27FC236}">
                    <a16:creationId xmlns:a16="http://schemas.microsoft.com/office/drawing/2014/main" id="{A3248927-7419-4B6A-9DBB-A3454EF2CD6E}"/>
                  </a:ext>
                </a:extLst>
              </p:cNvPr>
              <p:cNvSpPr txBox="1"/>
              <p:nvPr/>
            </p:nvSpPr>
            <p:spPr>
              <a:xfrm>
                <a:off x="3400332" y="166504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4" name="Component 294">
                <a:extLst>
                  <a:ext uri="{FF2B5EF4-FFF2-40B4-BE49-F238E27FC236}">
                    <a16:creationId xmlns:a16="http://schemas.microsoft.com/office/drawing/2014/main" id="{A349C446-B5D7-4CB5-B5C8-8BF936B7394E}"/>
                  </a:ext>
                </a:extLst>
              </p:cNvPr>
              <p:cNvSpPr txBox="1"/>
              <p:nvPr/>
            </p:nvSpPr>
            <p:spPr>
              <a:xfrm>
                <a:off x="3400332" y="165593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5" name="Component 295">
                <a:extLst>
                  <a:ext uri="{FF2B5EF4-FFF2-40B4-BE49-F238E27FC236}">
                    <a16:creationId xmlns:a16="http://schemas.microsoft.com/office/drawing/2014/main" id="{64486176-DB6F-4719-8EED-4CBA358B326C}"/>
                  </a:ext>
                </a:extLst>
              </p:cNvPr>
              <p:cNvSpPr txBox="1"/>
              <p:nvPr/>
            </p:nvSpPr>
            <p:spPr>
              <a:xfrm>
                <a:off x="3400332" y="164681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6" name="Component 296">
                <a:extLst>
                  <a:ext uri="{FF2B5EF4-FFF2-40B4-BE49-F238E27FC236}">
                    <a16:creationId xmlns:a16="http://schemas.microsoft.com/office/drawing/2014/main" id="{6E062679-3EF7-464D-8562-96D86AD35902}"/>
                  </a:ext>
                </a:extLst>
              </p:cNvPr>
              <p:cNvSpPr txBox="1"/>
              <p:nvPr/>
            </p:nvSpPr>
            <p:spPr>
              <a:xfrm>
                <a:off x="3400332" y="163770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7" name="Component 297">
                <a:extLst>
                  <a:ext uri="{FF2B5EF4-FFF2-40B4-BE49-F238E27FC236}">
                    <a16:creationId xmlns:a16="http://schemas.microsoft.com/office/drawing/2014/main" id="{9CD14A5A-DCCF-4D4B-AB68-9FDE500F701D}"/>
                  </a:ext>
                </a:extLst>
              </p:cNvPr>
              <p:cNvSpPr txBox="1"/>
              <p:nvPr/>
            </p:nvSpPr>
            <p:spPr>
              <a:xfrm>
                <a:off x="3400332" y="1628587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8" name="Component 298">
                <a:extLst>
                  <a:ext uri="{FF2B5EF4-FFF2-40B4-BE49-F238E27FC236}">
                    <a16:creationId xmlns:a16="http://schemas.microsoft.com/office/drawing/2014/main" id="{6A775030-CAE0-4C78-8E04-615396B3D041}"/>
                  </a:ext>
                </a:extLst>
              </p:cNvPr>
              <p:cNvSpPr txBox="1"/>
              <p:nvPr/>
            </p:nvSpPr>
            <p:spPr>
              <a:xfrm>
                <a:off x="3400332" y="1619472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9" name="Component 299">
                <a:extLst>
                  <a:ext uri="{FF2B5EF4-FFF2-40B4-BE49-F238E27FC236}">
                    <a16:creationId xmlns:a16="http://schemas.microsoft.com/office/drawing/2014/main" id="{E73F1F3D-9AEB-4DDD-B761-30880B9A82AC}"/>
                  </a:ext>
                </a:extLst>
              </p:cNvPr>
              <p:cNvSpPr txBox="1"/>
              <p:nvPr/>
            </p:nvSpPr>
            <p:spPr>
              <a:xfrm>
                <a:off x="3400332" y="161035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0" name="Component 300">
                <a:extLst>
                  <a:ext uri="{FF2B5EF4-FFF2-40B4-BE49-F238E27FC236}">
                    <a16:creationId xmlns:a16="http://schemas.microsoft.com/office/drawing/2014/main" id="{7D1FDADA-962D-4575-AE56-CFF5EB8D9D17}"/>
                  </a:ext>
                </a:extLst>
              </p:cNvPr>
              <p:cNvSpPr txBox="1"/>
              <p:nvPr/>
            </p:nvSpPr>
            <p:spPr>
              <a:xfrm>
                <a:off x="3400332" y="160124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1" name="Component 301">
                <a:extLst>
                  <a:ext uri="{FF2B5EF4-FFF2-40B4-BE49-F238E27FC236}">
                    <a16:creationId xmlns:a16="http://schemas.microsoft.com/office/drawing/2014/main" id="{7F8C5830-91F0-4EA9-A1EF-B10D0890B7B1}"/>
                  </a:ext>
                </a:extLst>
              </p:cNvPr>
              <p:cNvSpPr txBox="1"/>
              <p:nvPr/>
            </p:nvSpPr>
            <p:spPr>
              <a:xfrm>
                <a:off x="3400332" y="159212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2" name="Component 302">
                <a:extLst>
                  <a:ext uri="{FF2B5EF4-FFF2-40B4-BE49-F238E27FC236}">
                    <a16:creationId xmlns:a16="http://schemas.microsoft.com/office/drawing/2014/main" id="{B9AB7302-F4BB-438A-B0E3-552A7D8006E6}"/>
                  </a:ext>
                </a:extLst>
              </p:cNvPr>
              <p:cNvSpPr txBox="1"/>
              <p:nvPr/>
            </p:nvSpPr>
            <p:spPr>
              <a:xfrm>
                <a:off x="3400332" y="1583013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3" name="Component 303">
                <a:extLst>
                  <a:ext uri="{FF2B5EF4-FFF2-40B4-BE49-F238E27FC236}">
                    <a16:creationId xmlns:a16="http://schemas.microsoft.com/office/drawing/2014/main" id="{50DE161B-D683-4F7E-AB63-B449EDD76D0F}"/>
                  </a:ext>
                </a:extLst>
              </p:cNvPr>
              <p:cNvSpPr txBox="1"/>
              <p:nvPr/>
            </p:nvSpPr>
            <p:spPr>
              <a:xfrm>
                <a:off x="3400332" y="1573898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4" name="Component 304">
                <a:extLst>
                  <a:ext uri="{FF2B5EF4-FFF2-40B4-BE49-F238E27FC236}">
                    <a16:creationId xmlns:a16="http://schemas.microsoft.com/office/drawing/2014/main" id="{1E9CEDE5-0382-4F37-8A71-49284D346AD9}"/>
                  </a:ext>
                </a:extLst>
              </p:cNvPr>
              <p:cNvSpPr txBox="1"/>
              <p:nvPr/>
            </p:nvSpPr>
            <p:spPr>
              <a:xfrm>
                <a:off x="3400332" y="1564784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5" name="Component 305">
                <a:extLst>
                  <a:ext uri="{FF2B5EF4-FFF2-40B4-BE49-F238E27FC236}">
                    <a16:creationId xmlns:a16="http://schemas.microsoft.com/office/drawing/2014/main" id="{C37A83FD-A37F-4601-97EB-6CBD716403A9}"/>
                  </a:ext>
                </a:extLst>
              </p:cNvPr>
              <p:cNvSpPr txBox="1"/>
              <p:nvPr/>
            </p:nvSpPr>
            <p:spPr>
              <a:xfrm>
                <a:off x="3400332" y="1555669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6" name="Component 306">
                <a:extLst>
                  <a:ext uri="{FF2B5EF4-FFF2-40B4-BE49-F238E27FC236}">
                    <a16:creationId xmlns:a16="http://schemas.microsoft.com/office/drawing/2014/main" id="{A069C119-5546-43BB-9A9A-543814BEE7D2}"/>
                  </a:ext>
                </a:extLst>
              </p:cNvPr>
              <p:cNvSpPr txBox="1"/>
              <p:nvPr/>
            </p:nvSpPr>
            <p:spPr>
              <a:xfrm>
                <a:off x="3400332" y="154655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7" name="Component 307">
                <a:extLst>
                  <a:ext uri="{FF2B5EF4-FFF2-40B4-BE49-F238E27FC236}">
                    <a16:creationId xmlns:a16="http://schemas.microsoft.com/office/drawing/2014/main" id="{AAF86BCE-EF6F-4448-859E-8F8C2527C429}"/>
                  </a:ext>
                </a:extLst>
              </p:cNvPr>
              <p:cNvSpPr txBox="1"/>
              <p:nvPr/>
            </p:nvSpPr>
            <p:spPr>
              <a:xfrm>
                <a:off x="3400332" y="1537440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8" name="Component 308">
                <a:extLst>
                  <a:ext uri="{FF2B5EF4-FFF2-40B4-BE49-F238E27FC236}">
                    <a16:creationId xmlns:a16="http://schemas.microsoft.com/office/drawing/2014/main" id="{47297931-F025-40F5-8058-3A068A9ED738}"/>
                  </a:ext>
                </a:extLst>
              </p:cNvPr>
              <p:cNvSpPr txBox="1"/>
              <p:nvPr/>
            </p:nvSpPr>
            <p:spPr>
              <a:xfrm>
                <a:off x="3400332" y="1528326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9" name="Component 309">
                <a:extLst>
                  <a:ext uri="{FF2B5EF4-FFF2-40B4-BE49-F238E27FC236}">
                    <a16:creationId xmlns:a16="http://schemas.microsoft.com/office/drawing/2014/main" id="{B8B62C2B-C4A7-4FBF-81F5-2765A5DB6532}"/>
                  </a:ext>
                </a:extLst>
              </p:cNvPr>
              <p:cNvSpPr txBox="1"/>
              <p:nvPr/>
            </p:nvSpPr>
            <p:spPr>
              <a:xfrm>
                <a:off x="3400332" y="151921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0" name="Component 310">
                <a:extLst>
                  <a:ext uri="{FF2B5EF4-FFF2-40B4-BE49-F238E27FC236}">
                    <a16:creationId xmlns:a16="http://schemas.microsoft.com/office/drawing/2014/main" id="{42899084-F566-4615-A990-91D3237B4277}"/>
                  </a:ext>
                </a:extLst>
              </p:cNvPr>
              <p:cNvSpPr txBox="1"/>
              <p:nvPr/>
            </p:nvSpPr>
            <p:spPr>
              <a:xfrm>
                <a:off x="3400332" y="1510095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1" name="Component 311">
                <a:extLst>
                  <a:ext uri="{FF2B5EF4-FFF2-40B4-BE49-F238E27FC236}">
                    <a16:creationId xmlns:a16="http://schemas.microsoft.com/office/drawing/2014/main" id="{1174FC31-0ECC-4C81-8FEB-51ECE20E65A1}"/>
                  </a:ext>
                </a:extLst>
              </p:cNvPr>
              <p:cNvSpPr txBox="1"/>
              <p:nvPr/>
            </p:nvSpPr>
            <p:spPr>
              <a:xfrm>
                <a:off x="3400332" y="1500981"/>
                <a:ext cx="1974190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2" name="Component 312">
                <a:extLst>
                  <a:ext uri="{FF2B5EF4-FFF2-40B4-BE49-F238E27FC236}">
                    <a16:creationId xmlns:a16="http://schemas.microsoft.com/office/drawing/2014/main" id="{E61A8EAB-B5B1-4C95-A300-6551A5E99BB7}"/>
                  </a:ext>
                </a:extLst>
              </p:cNvPr>
              <p:cNvSpPr txBox="1"/>
              <p:nvPr/>
            </p:nvSpPr>
            <p:spPr>
              <a:xfrm>
                <a:off x="3400332" y="1491866"/>
                <a:ext cx="1974190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313" name="Component 313">
              <a:extLst>
                <a:ext uri="{FF2B5EF4-FFF2-40B4-BE49-F238E27FC236}">
                  <a16:creationId xmlns:a16="http://schemas.microsoft.com/office/drawing/2014/main" id="{2998AB94-A03A-4153-B1D1-B3F1337FAEBA}"/>
                </a:ext>
              </a:extLst>
            </p:cNvPr>
            <p:cNvGrpSpPr/>
            <p:nvPr/>
          </p:nvGrpSpPr>
          <p:grpSpPr>
            <a:xfrm>
              <a:off x="4495582" y="2123922"/>
              <a:ext cx="2200831" cy="3476558"/>
              <a:chOff x="4495582" y="2123922"/>
              <a:chExt cx="2200831" cy="3476558"/>
            </a:xfrm>
          </p:grpSpPr>
          <p:sp>
            <p:nvSpPr>
              <p:cNvPr id="314" name="Component 314">
                <a:extLst>
                  <a:ext uri="{FF2B5EF4-FFF2-40B4-BE49-F238E27FC236}">
                    <a16:creationId xmlns:a16="http://schemas.microsoft.com/office/drawing/2014/main" id="{63A02437-53B1-4EF3-BA9B-4FD381270049}"/>
                  </a:ext>
                </a:extLst>
              </p:cNvPr>
              <p:cNvSpPr txBox="1"/>
              <p:nvPr/>
            </p:nvSpPr>
            <p:spPr>
              <a:xfrm>
                <a:off x="4495582" y="3044508"/>
                <a:ext cx="2200831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5" name="Component 315">
                <a:extLst>
                  <a:ext uri="{FF2B5EF4-FFF2-40B4-BE49-F238E27FC236}">
                    <a16:creationId xmlns:a16="http://schemas.microsoft.com/office/drawing/2014/main" id="{18CB9758-0F22-4047-B19A-0D03648CA0FB}"/>
                  </a:ext>
                </a:extLst>
              </p:cNvPr>
              <p:cNvSpPr txBox="1"/>
              <p:nvPr/>
            </p:nvSpPr>
            <p:spPr>
              <a:xfrm>
                <a:off x="4495582" y="303539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6" name="Component 316">
                <a:extLst>
                  <a:ext uri="{FF2B5EF4-FFF2-40B4-BE49-F238E27FC236}">
                    <a16:creationId xmlns:a16="http://schemas.microsoft.com/office/drawing/2014/main" id="{6AE12DAF-720B-4595-8037-679AE17A0E88}"/>
                  </a:ext>
                </a:extLst>
              </p:cNvPr>
              <p:cNvSpPr txBox="1"/>
              <p:nvPr/>
            </p:nvSpPr>
            <p:spPr>
              <a:xfrm>
                <a:off x="4495582" y="302627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7" name="Component 317">
                <a:extLst>
                  <a:ext uri="{FF2B5EF4-FFF2-40B4-BE49-F238E27FC236}">
                    <a16:creationId xmlns:a16="http://schemas.microsoft.com/office/drawing/2014/main" id="{76611EBE-04BD-4A8F-8243-FC42DA85CA0F}"/>
                  </a:ext>
                </a:extLst>
              </p:cNvPr>
              <p:cNvSpPr txBox="1"/>
              <p:nvPr/>
            </p:nvSpPr>
            <p:spPr>
              <a:xfrm>
                <a:off x="4495582" y="301716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Market Share</a:t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8" name="Component 318">
                <a:extLst>
                  <a:ext uri="{FF2B5EF4-FFF2-40B4-BE49-F238E27FC236}">
                    <a16:creationId xmlns:a16="http://schemas.microsoft.com/office/drawing/2014/main" id="{6EC84AC3-D6CB-419C-820E-C3B956166AF5}"/>
                  </a:ext>
                </a:extLst>
              </p:cNvPr>
              <p:cNvSpPr txBox="1"/>
              <p:nvPr/>
            </p:nvSpPr>
            <p:spPr>
              <a:xfrm>
                <a:off x="4495582" y="300804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9" name="Component 319">
                <a:extLst>
                  <a:ext uri="{FF2B5EF4-FFF2-40B4-BE49-F238E27FC236}">
                    <a16:creationId xmlns:a16="http://schemas.microsoft.com/office/drawing/2014/main" id="{9B239BD1-978C-474D-9FEF-3D1FABADC6A8}"/>
                  </a:ext>
                </a:extLst>
              </p:cNvPr>
              <p:cNvSpPr txBox="1"/>
              <p:nvPr/>
            </p:nvSpPr>
            <p:spPr>
              <a:xfrm>
                <a:off x="4495582" y="299893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0" name="Component 320">
                <a:extLst>
                  <a:ext uri="{FF2B5EF4-FFF2-40B4-BE49-F238E27FC236}">
                    <a16:creationId xmlns:a16="http://schemas.microsoft.com/office/drawing/2014/main" id="{A47E6FEC-96E1-4CAF-A4C4-08F3DF1CD890}"/>
                  </a:ext>
                </a:extLst>
              </p:cNvPr>
              <p:cNvSpPr txBox="1"/>
              <p:nvPr/>
            </p:nvSpPr>
            <p:spPr>
              <a:xfrm>
                <a:off x="4495582" y="298981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1" name="Component 321">
                <a:extLst>
                  <a:ext uri="{FF2B5EF4-FFF2-40B4-BE49-F238E27FC236}">
                    <a16:creationId xmlns:a16="http://schemas.microsoft.com/office/drawing/2014/main" id="{3D9E9FCE-5696-4A11-8F29-1244B4659F0A}"/>
                  </a:ext>
                </a:extLst>
              </p:cNvPr>
              <p:cNvSpPr txBox="1"/>
              <p:nvPr/>
            </p:nvSpPr>
            <p:spPr>
              <a:xfrm>
                <a:off x="4495582" y="298070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2" name="Component 322">
                <a:extLst>
                  <a:ext uri="{FF2B5EF4-FFF2-40B4-BE49-F238E27FC236}">
                    <a16:creationId xmlns:a16="http://schemas.microsoft.com/office/drawing/2014/main" id="{4F88F5F2-5615-4BAE-923E-3C9BF2383D31}"/>
                  </a:ext>
                </a:extLst>
              </p:cNvPr>
              <p:cNvSpPr txBox="1"/>
              <p:nvPr/>
            </p:nvSpPr>
            <p:spPr>
              <a:xfrm>
                <a:off x="4495582" y="297159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3" name="Component 323">
                <a:extLst>
                  <a:ext uri="{FF2B5EF4-FFF2-40B4-BE49-F238E27FC236}">
                    <a16:creationId xmlns:a16="http://schemas.microsoft.com/office/drawing/2014/main" id="{9FD259AE-C16E-4A28-B6B6-5AB2E08AB2C9}"/>
                  </a:ext>
                </a:extLst>
              </p:cNvPr>
              <p:cNvSpPr txBox="1"/>
              <p:nvPr/>
            </p:nvSpPr>
            <p:spPr>
              <a:xfrm>
                <a:off x="4495582" y="296247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4" name="Component 324">
                <a:extLst>
                  <a:ext uri="{FF2B5EF4-FFF2-40B4-BE49-F238E27FC236}">
                    <a16:creationId xmlns:a16="http://schemas.microsoft.com/office/drawing/2014/main" id="{99D03606-CC98-4A45-BF5D-631B7740DC36}"/>
                  </a:ext>
                </a:extLst>
              </p:cNvPr>
              <p:cNvSpPr txBox="1"/>
              <p:nvPr/>
            </p:nvSpPr>
            <p:spPr>
              <a:xfrm>
                <a:off x="4495582" y="295336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5" name="Component 325">
                <a:extLst>
                  <a:ext uri="{FF2B5EF4-FFF2-40B4-BE49-F238E27FC236}">
                    <a16:creationId xmlns:a16="http://schemas.microsoft.com/office/drawing/2014/main" id="{59654111-DF05-4A09-8ABC-D9675BB73D8E}"/>
                  </a:ext>
                </a:extLst>
              </p:cNvPr>
              <p:cNvSpPr txBox="1"/>
              <p:nvPr/>
            </p:nvSpPr>
            <p:spPr>
              <a:xfrm>
                <a:off x="4495582" y="294424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6" name="Component 326">
                <a:extLst>
                  <a:ext uri="{FF2B5EF4-FFF2-40B4-BE49-F238E27FC236}">
                    <a16:creationId xmlns:a16="http://schemas.microsoft.com/office/drawing/2014/main" id="{3239DCDA-A32B-438E-B3C3-C02625A9F9AC}"/>
                  </a:ext>
                </a:extLst>
              </p:cNvPr>
              <p:cNvSpPr txBox="1"/>
              <p:nvPr/>
            </p:nvSpPr>
            <p:spPr>
              <a:xfrm>
                <a:off x="4495582" y="293513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7" name="Component 327">
                <a:extLst>
                  <a:ext uri="{FF2B5EF4-FFF2-40B4-BE49-F238E27FC236}">
                    <a16:creationId xmlns:a16="http://schemas.microsoft.com/office/drawing/2014/main" id="{62DAC36B-5A3B-411A-A885-A54682DD4E48}"/>
                  </a:ext>
                </a:extLst>
              </p:cNvPr>
              <p:cNvSpPr txBox="1"/>
              <p:nvPr/>
            </p:nvSpPr>
            <p:spPr>
              <a:xfrm>
                <a:off x="4495582" y="292601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8" name="Component 328">
                <a:extLst>
                  <a:ext uri="{FF2B5EF4-FFF2-40B4-BE49-F238E27FC236}">
                    <a16:creationId xmlns:a16="http://schemas.microsoft.com/office/drawing/2014/main" id="{F11E64DD-F22F-44BF-9197-67C65E08DB17}"/>
                  </a:ext>
                </a:extLst>
              </p:cNvPr>
              <p:cNvSpPr txBox="1"/>
              <p:nvPr/>
            </p:nvSpPr>
            <p:spPr>
              <a:xfrm>
                <a:off x="4495582" y="291690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9" name="Component 329">
                <a:extLst>
                  <a:ext uri="{FF2B5EF4-FFF2-40B4-BE49-F238E27FC236}">
                    <a16:creationId xmlns:a16="http://schemas.microsoft.com/office/drawing/2014/main" id="{D71B2A43-E81A-4819-BB0C-690FA1FDEAAC}"/>
                  </a:ext>
                </a:extLst>
              </p:cNvPr>
              <p:cNvSpPr txBox="1"/>
              <p:nvPr/>
            </p:nvSpPr>
            <p:spPr>
              <a:xfrm>
                <a:off x="4495582" y="290778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0" name="Component 330">
                <a:extLst>
                  <a:ext uri="{FF2B5EF4-FFF2-40B4-BE49-F238E27FC236}">
                    <a16:creationId xmlns:a16="http://schemas.microsoft.com/office/drawing/2014/main" id="{81E75285-8366-435A-9CB3-A2BA1C2D26C7}"/>
                  </a:ext>
                </a:extLst>
              </p:cNvPr>
              <p:cNvSpPr txBox="1"/>
              <p:nvPr/>
            </p:nvSpPr>
            <p:spPr>
              <a:xfrm>
                <a:off x="4495582" y="289867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1" name="Component 331">
                <a:extLst>
                  <a:ext uri="{FF2B5EF4-FFF2-40B4-BE49-F238E27FC236}">
                    <a16:creationId xmlns:a16="http://schemas.microsoft.com/office/drawing/2014/main" id="{88751AAD-77F7-47F7-A2B3-76A260417F6E}"/>
                  </a:ext>
                </a:extLst>
              </p:cNvPr>
              <p:cNvSpPr txBox="1"/>
              <p:nvPr/>
            </p:nvSpPr>
            <p:spPr>
              <a:xfrm>
                <a:off x="4495582" y="288955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2" name="Component 332">
                <a:extLst>
                  <a:ext uri="{FF2B5EF4-FFF2-40B4-BE49-F238E27FC236}">
                    <a16:creationId xmlns:a16="http://schemas.microsoft.com/office/drawing/2014/main" id="{A39FE261-3AE9-4865-8F4E-0E512446C3CB}"/>
                  </a:ext>
                </a:extLst>
              </p:cNvPr>
              <p:cNvSpPr txBox="1"/>
              <p:nvPr/>
            </p:nvSpPr>
            <p:spPr>
              <a:xfrm>
                <a:off x="4495582" y="288044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3" name="Component 333">
                <a:extLst>
                  <a:ext uri="{FF2B5EF4-FFF2-40B4-BE49-F238E27FC236}">
                    <a16:creationId xmlns:a16="http://schemas.microsoft.com/office/drawing/2014/main" id="{FE64A3AB-3552-4E09-9D26-EA7DD2584D9A}"/>
                  </a:ext>
                </a:extLst>
              </p:cNvPr>
              <p:cNvSpPr txBox="1"/>
              <p:nvPr/>
            </p:nvSpPr>
            <p:spPr>
              <a:xfrm>
                <a:off x="4495582" y="287132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4" name="Component 334">
                <a:extLst>
                  <a:ext uri="{FF2B5EF4-FFF2-40B4-BE49-F238E27FC236}">
                    <a16:creationId xmlns:a16="http://schemas.microsoft.com/office/drawing/2014/main" id="{C0C73CB4-321D-4787-B830-C42B447AEF30}"/>
                  </a:ext>
                </a:extLst>
              </p:cNvPr>
              <p:cNvSpPr txBox="1"/>
              <p:nvPr/>
            </p:nvSpPr>
            <p:spPr>
              <a:xfrm>
                <a:off x="4495582" y="286221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5" name="Component 335">
                <a:extLst>
                  <a:ext uri="{FF2B5EF4-FFF2-40B4-BE49-F238E27FC236}">
                    <a16:creationId xmlns:a16="http://schemas.microsoft.com/office/drawing/2014/main" id="{D4704CB5-104A-464F-A769-3F0F30482774}"/>
                  </a:ext>
                </a:extLst>
              </p:cNvPr>
              <p:cNvSpPr txBox="1"/>
              <p:nvPr/>
            </p:nvSpPr>
            <p:spPr>
              <a:xfrm>
                <a:off x="4495582" y="285309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6" name="Component 336">
                <a:extLst>
                  <a:ext uri="{FF2B5EF4-FFF2-40B4-BE49-F238E27FC236}">
                    <a16:creationId xmlns:a16="http://schemas.microsoft.com/office/drawing/2014/main" id="{AAA9B5A0-16A3-4E9F-BD78-D35D9C14CE5E}"/>
                  </a:ext>
                </a:extLst>
              </p:cNvPr>
              <p:cNvSpPr txBox="1"/>
              <p:nvPr/>
            </p:nvSpPr>
            <p:spPr>
              <a:xfrm>
                <a:off x="4495582" y="284398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7" name="Component 337">
                <a:extLst>
                  <a:ext uri="{FF2B5EF4-FFF2-40B4-BE49-F238E27FC236}">
                    <a16:creationId xmlns:a16="http://schemas.microsoft.com/office/drawing/2014/main" id="{0C4D8DEF-C345-4D87-A12F-D11D640C3A05}"/>
                  </a:ext>
                </a:extLst>
              </p:cNvPr>
              <p:cNvSpPr txBox="1"/>
              <p:nvPr/>
            </p:nvSpPr>
            <p:spPr>
              <a:xfrm>
                <a:off x="4495582" y="283487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8" name="Component 338">
                <a:extLst>
                  <a:ext uri="{FF2B5EF4-FFF2-40B4-BE49-F238E27FC236}">
                    <a16:creationId xmlns:a16="http://schemas.microsoft.com/office/drawing/2014/main" id="{5CD7A9BE-F867-42DC-B1B8-B44E72AF8593}"/>
                  </a:ext>
                </a:extLst>
              </p:cNvPr>
              <p:cNvSpPr txBox="1"/>
              <p:nvPr/>
            </p:nvSpPr>
            <p:spPr>
              <a:xfrm>
                <a:off x="4495582" y="282575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9" name="Component 339">
                <a:extLst>
                  <a:ext uri="{FF2B5EF4-FFF2-40B4-BE49-F238E27FC236}">
                    <a16:creationId xmlns:a16="http://schemas.microsoft.com/office/drawing/2014/main" id="{13327AA8-E6EC-47D6-8C80-57444C31BCDB}"/>
                  </a:ext>
                </a:extLst>
              </p:cNvPr>
              <p:cNvSpPr txBox="1"/>
              <p:nvPr/>
            </p:nvSpPr>
            <p:spPr>
              <a:xfrm>
                <a:off x="4495582" y="281664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0" name="Component 340">
                <a:extLst>
                  <a:ext uri="{FF2B5EF4-FFF2-40B4-BE49-F238E27FC236}">
                    <a16:creationId xmlns:a16="http://schemas.microsoft.com/office/drawing/2014/main" id="{1187432C-8385-48B0-876E-C5E85B30D05B}"/>
                  </a:ext>
                </a:extLst>
              </p:cNvPr>
              <p:cNvSpPr txBox="1"/>
              <p:nvPr/>
            </p:nvSpPr>
            <p:spPr>
              <a:xfrm>
                <a:off x="4495582" y="280752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1" name="Component 341">
                <a:extLst>
                  <a:ext uri="{FF2B5EF4-FFF2-40B4-BE49-F238E27FC236}">
                    <a16:creationId xmlns:a16="http://schemas.microsoft.com/office/drawing/2014/main" id="{B05779BD-934E-4611-B3DE-6C450A3A1670}"/>
                  </a:ext>
                </a:extLst>
              </p:cNvPr>
              <p:cNvSpPr txBox="1"/>
              <p:nvPr/>
            </p:nvSpPr>
            <p:spPr>
              <a:xfrm>
                <a:off x="4495582" y="279841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2" name="Component 342">
                <a:extLst>
                  <a:ext uri="{FF2B5EF4-FFF2-40B4-BE49-F238E27FC236}">
                    <a16:creationId xmlns:a16="http://schemas.microsoft.com/office/drawing/2014/main" id="{DEC3F32E-CE63-4F03-BCFA-4499151DD820}"/>
                  </a:ext>
                </a:extLst>
              </p:cNvPr>
              <p:cNvSpPr txBox="1"/>
              <p:nvPr/>
            </p:nvSpPr>
            <p:spPr>
              <a:xfrm>
                <a:off x="4495582" y="278929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3" name="Component 343">
                <a:extLst>
                  <a:ext uri="{FF2B5EF4-FFF2-40B4-BE49-F238E27FC236}">
                    <a16:creationId xmlns:a16="http://schemas.microsoft.com/office/drawing/2014/main" id="{D4003038-9663-454C-908E-8D13DE126416}"/>
                  </a:ext>
                </a:extLst>
              </p:cNvPr>
              <p:cNvSpPr txBox="1"/>
              <p:nvPr/>
            </p:nvSpPr>
            <p:spPr>
              <a:xfrm>
                <a:off x="4495582" y="278018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4" name="Component 344">
                <a:extLst>
                  <a:ext uri="{FF2B5EF4-FFF2-40B4-BE49-F238E27FC236}">
                    <a16:creationId xmlns:a16="http://schemas.microsoft.com/office/drawing/2014/main" id="{50886523-5A42-40C8-9E01-8ED84E683EF0}"/>
                  </a:ext>
                </a:extLst>
              </p:cNvPr>
              <p:cNvSpPr txBox="1"/>
              <p:nvPr/>
            </p:nvSpPr>
            <p:spPr>
              <a:xfrm>
                <a:off x="4495582" y="277106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5" name="Component 345">
                <a:extLst>
                  <a:ext uri="{FF2B5EF4-FFF2-40B4-BE49-F238E27FC236}">
                    <a16:creationId xmlns:a16="http://schemas.microsoft.com/office/drawing/2014/main" id="{17D386F5-0174-45F6-9F00-BD60928A7515}"/>
                  </a:ext>
                </a:extLst>
              </p:cNvPr>
              <p:cNvSpPr txBox="1"/>
              <p:nvPr/>
            </p:nvSpPr>
            <p:spPr>
              <a:xfrm>
                <a:off x="4495582" y="276195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6" name="Component 346">
                <a:extLst>
                  <a:ext uri="{FF2B5EF4-FFF2-40B4-BE49-F238E27FC236}">
                    <a16:creationId xmlns:a16="http://schemas.microsoft.com/office/drawing/2014/main" id="{F392F0F6-912B-4E97-9C73-0BDB143F33C4}"/>
                  </a:ext>
                </a:extLst>
              </p:cNvPr>
              <p:cNvSpPr txBox="1"/>
              <p:nvPr/>
            </p:nvSpPr>
            <p:spPr>
              <a:xfrm>
                <a:off x="4495582" y="275283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7" name="Component 347">
                <a:extLst>
                  <a:ext uri="{FF2B5EF4-FFF2-40B4-BE49-F238E27FC236}">
                    <a16:creationId xmlns:a16="http://schemas.microsoft.com/office/drawing/2014/main" id="{46C4DEAB-8002-40B8-A550-65E11FFEE573}"/>
                  </a:ext>
                </a:extLst>
              </p:cNvPr>
              <p:cNvSpPr txBox="1"/>
              <p:nvPr/>
            </p:nvSpPr>
            <p:spPr>
              <a:xfrm>
                <a:off x="4495582" y="274372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8" name="Component 348">
                <a:extLst>
                  <a:ext uri="{FF2B5EF4-FFF2-40B4-BE49-F238E27FC236}">
                    <a16:creationId xmlns:a16="http://schemas.microsoft.com/office/drawing/2014/main" id="{472B67AA-931D-4915-9AAC-251FF026283B}"/>
                  </a:ext>
                </a:extLst>
              </p:cNvPr>
              <p:cNvSpPr txBox="1"/>
              <p:nvPr/>
            </p:nvSpPr>
            <p:spPr>
              <a:xfrm>
                <a:off x="4495582" y="273460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9" name="Component 349">
                <a:extLst>
                  <a:ext uri="{FF2B5EF4-FFF2-40B4-BE49-F238E27FC236}">
                    <a16:creationId xmlns:a16="http://schemas.microsoft.com/office/drawing/2014/main" id="{9B598217-32AF-4AB9-A219-CB483088C368}"/>
                  </a:ext>
                </a:extLst>
              </p:cNvPr>
              <p:cNvSpPr txBox="1"/>
              <p:nvPr/>
            </p:nvSpPr>
            <p:spPr>
              <a:xfrm>
                <a:off x="4495582" y="272549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0" name="Component 350">
                <a:extLst>
                  <a:ext uri="{FF2B5EF4-FFF2-40B4-BE49-F238E27FC236}">
                    <a16:creationId xmlns:a16="http://schemas.microsoft.com/office/drawing/2014/main" id="{21224F66-3C51-43B6-A8C0-285CBCA44688}"/>
                  </a:ext>
                </a:extLst>
              </p:cNvPr>
              <p:cNvSpPr txBox="1"/>
              <p:nvPr/>
            </p:nvSpPr>
            <p:spPr>
              <a:xfrm>
                <a:off x="4495582" y="271637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1" name="Component 351">
                <a:extLst>
                  <a:ext uri="{FF2B5EF4-FFF2-40B4-BE49-F238E27FC236}">
                    <a16:creationId xmlns:a16="http://schemas.microsoft.com/office/drawing/2014/main" id="{DCD98474-3232-4066-995B-D931AE014861}"/>
                  </a:ext>
                </a:extLst>
              </p:cNvPr>
              <p:cNvSpPr txBox="1"/>
              <p:nvPr/>
            </p:nvSpPr>
            <p:spPr>
              <a:xfrm>
                <a:off x="4495582" y="270726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2" name="Component 352">
                <a:extLst>
                  <a:ext uri="{FF2B5EF4-FFF2-40B4-BE49-F238E27FC236}">
                    <a16:creationId xmlns:a16="http://schemas.microsoft.com/office/drawing/2014/main" id="{6DCDD246-0A50-4993-8C1E-A6AC6549A952}"/>
                  </a:ext>
                </a:extLst>
              </p:cNvPr>
              <p:cNvSpPr txBox="1"/>
              <p:nvPr/>
            </p:nvSpPr>
            <p:spPr>
              <a:xfrm>
                <a:off x="4495582" y="269814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3" name="Component 353">
                <a:extLst>
                  <a:ext uri="{FF2B5EF4-FFF2-40B4-BE49-F238E27FC236}">
                    <a16:creationId xmlns:a16="http://schemas.microsoft.com/office/drawing/2014/main" id="{E1479105-9A6E-4682-967B-65CFEA5F8E6B}"/>
                  </a:ext>
                </a:extLst>
              </p:cNvPr>
              <p:cNvSpPr txBox="1"/>
              <p:nvPr/>
            </p:nvSpPr>
            <p:spPr>
              <a:xfrm>
                <a:off x="4495582" y="268903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4" name="Component 354">
                <a:extLst>
                  <a:ext uri="{FF2B5EF4-FFF2-40B4-BE49-F238E27FC236}">
                    <a16:creationId xmlns:a16="http://schemas.microsoft.com/office/drawing/2014/main" id="{0846944F-0F9A-468F-9FAD-AFC4498DBA56}"/>
                  </a:ext>
                </a:extLst>
              </p:cNvPr>
              <p:cNvSpPr txBox="1"/>
              <p:nvPr/>
            </p:nvSpPr>
            <p:spPr>
              <a:xfrm>
                <a:off x="4495582" y="267992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5" name="Component 355">
                <a:extLst>
                  <a:ext uri="{FF2B5EF4-FFF2-40B4-BE49-F238E27FC236}">
                    <a16:creationId xmlns:a16="http://schemas.microsoft.com/office/drawing/2014/main" id="{9CE1E9D5-E748-4B70-91D0-A9C54546A735}"/>
                  </a:ext>
                </a:extLst>
              </p:cNvPr>
              <p:cNvSpPr txBox="1"/>
              <p:nvPr/>
            </p:nvSpPr>
            <p:spPr>
              <a:xfrm>
                <a:off x="4495582" y="267080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6" name="Component 356">
                <a:extLst>
                  <a:ext uri="{FF2B5EF4-FFF2-40B4-BE49-F238E27FC236}">
                    <a16:creationId xmlns:a16="http://schemas.microsoft.com/office/drawing/2014/main" id="{2D86FAF5-BF6A-499B-A24B-3F09496A7228}"/>
                  </a:ext>
                </a:extLst>
              </p:cNvPr>
              <p:cNvSpPr txBox="1"/>
              <p:nvPr/>
            </p:nvSpPr>
            <p:spPr>
              <a:xfrm>
                <a:off x="4495582" y="266169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7" name="Component 357">
                <a:extLst>
                  <a:ext uri="{FF2B5EF4-FFF2-40B4-BE49-F238E27FC236}">
                    <a16:creationId xmlns:a16="http://schemas.microsoft.com/office/drawing/2014/main" id="{1F3D915A-89CE-4288-BB23-CE1F18BC0D29}"/>
                  </a:ext>
                </a:extLst>
              </p:cNvPr>
              <p:cNvSpPr txBox="1"/>
              <p:nvPr/>
            </p:nvSpPr>
            <p:spPr>
              <a:xfrm>
                <a:off x="4495582" y="265257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8" name="Component 358">
                <a:extLst>
                  <a:ext uri="{FF2B5EF4-FFF2-40B4-BE49-F238E27FC236}">
                    <a16:creationId xmlns:a16="http://schemas.microsoft.com/office/drawing/2014/main" id="{EE1DDC32-3AB2-4C6F-8579-9EA526E9C85D}"/>
                  </a:ext>
                </a:extLst>
              </p:cNvPr>
              <p:cNvSpPr txBox="1"/>
              <p:nvPr/>
            </p:nvSpPr>
            <p:spPr>
              <a:xfrm>
                <a:off x="4495582" y="264346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9" name="Component 359">
                <a:extLst>
                  <a:ext uri="{FF2B5EF4-FFF2-40B4-BE49-F238E27FC236}">
                    <a16:creationId xmlns:a16="http://schemas.microsoft.com/office/drawing/2014/main" id="{56C55C4F-00CF-4462-9A6F-939137500735}"/>
                  </a:ext>
                </a:extLst>
              </p:cNvPr>
              <p:cNvSpPr txBox="1"/>
              <p:nvPr/>
            </p:nvSpPr>
            <p:spPr>
              <a:xfrm>
                <a:off x="4495582" y="263434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0" name="Component 360">
                <a:extLst>
                  <a:ext uri="{FF2B5EF4-FFF2-40B4-BE49-F238E27FC236}">
                    <a16:creationId xmlns:a16="http://schemas.microsoft.com/office/drawing/2014/main" id="{FD27061D-369F-4FEC-80A2-A0A1254A9B27}"/>
                  </a:ext>
                </a:extLst>
              </p:cNvPr>
              <p:cNvSpPr txBox="1"/>
              <p:nvPr/>
            </p:nvSpPr>
            <p:spPr>
              <a:xfrm>
                <a:off x="4495582" y="262523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1" name="Component 361">
                <a:extLst>
                  <a:ext uri="{FF2B5EF4-FFF2-40B4-BE49-F238E27FC236}">
                    <a16:creationId xmlns:a16="http://schemas.microsoft.com/office/drawing/2014/main" id="{84AE3B9F-434D-4669-BEC4-9C2D30C63FBE}"/>
                  </a:ext>
                </a:extLst>
              </p:cNvPr>
              <p:cNvSpPr txBox="1"/>
              <p:nvPr/>
            </p:nvSpPr>
            <p:spPr>
              <a:xfrm>
                <a:off x="4495582" y="261611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2" name="Component 362">
                <a:extLst>
                  <a:ext uri="{FF2B5EF4-FFF2-40B4-BE49-F238E27FC236}">
                    <a16:creationId xmlns:a16="http://schemas.microsoft.com/office/drawing/2014/main" id="{BF023BF6-580B-411A-8220-F3C4C5E9586B}"/>
                  </a:ext>
                </a:extLst>
              </p:cNvPr>
              <p:cNvSpPr txBox="1"/>
              <p:nvPr/>
            </p:nvSpPr>
            <p:spPr>
              <a:xfrm>
                <a:off x="4495582" y="260700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3" name="Component 363">
                <a:extLst>
                  <a:ext uri="{FF2B5EF4-FFF2-40B4-BE49-F238E27FC236}">
                    <a16:creationId xmlns:a16="http://schemas.microsoft.com/office/drawing/2014/main" id="{0910A2DD-5146-49F8-94B1-0673B5811E76}"/>
                  </a:ext>
                </a:extLst>
              </p:cNvPr>
              <p:cNvSpPr txBox="1"/>
              <p:nvPr/>
            </p:nvSpPr>
            <p:spPr>
              <a:xfrm>
                <a:off x="4495582" y="259788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4" name="Component 364">
                <a:extLst>
                  <a:ext uri="{FF2B5EF4-FFF2-40B4-BE49-F238E27FC236}">
                    <a16:creationId xmlns:a16="http://schemas.microsoft.com/office/drawing/2014/main" id="{DE6409D1-ABD6-4177-B27A-2469032F057A}"/>
                  </a:ext>
                </a:extLst>
              </p:cNvPr>
              <p:cNvSpPr txBox="1"/>
              <p:nvPr/>
            </p:nvSpPr>
            <p:spPr>
              <a:xfrm>
                <a:off x="4495582" y="258877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5" name="Component 365">
                <a:extLst>
                  <a:ext uri="{FF2B5EF4-FFF2-40B4-BE49-F238E27FC236}">
                    <a16:creationId xmlns:a16="http://schemas.microsoft.com/office/drawing/2014/main" id="{AE21134E-60A8-4BD2-9988-CB22248CCA21}"/>
                  </a:ext>
                </a:extLst>
              </p:cNvPr>
              <p:cNvSpPr txBox="1"/>
              <p:nvPr/>
            </p:nvSpPr>
            <p:spPr>
              <a:xfrm>
                <a:off x="4495582" y="257965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6" name="Component 366">
                <a:extLst>
                  <a:ext uri="{FF2B5EF4-FFF2-40B4-BE49-F238E27FC236}">
                    <a16:creationId xmlns:a16="http://schemas.microsoft.com/office/drawing/2014/main" id="{97AB40DC-0CC2-4905-B8E6-D9B5A67F5478}"/>
                  </a:ext>
                </a:extLst>
              </p:cNvPr>
              <p:cNvSpPr txBox="1"/>
              <p:nvPr/>
            </p:nvSpPr>
            <p:spPr>
              <a:xfrm>
                <a:off x="4495582" y="257054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7" name="Component 367">
                <a:extLst>
                  <a:ext uri="{FF2B5EF4-FFF2-40B4-BE49-F238E27FC236}">
                    <a16:creationId xmlns:a16="http://schemas.microsoft.com/office/drawing/2014/main" id="{49B4D398-9BD6-44E4-9B0F-B3AB20AD1C29}"/>
                  </a:ext>
                </a:extLst>
              </p:cNvPr>
              <p:cNvSpPr txBox="1"/>
              <p:nvPr/>
            </p:nvSpPr>
            <p:spPr>
              <a:xfrm>
                <a:off x="4495582" y="256142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8" name="Component 368">
                <a:extLst>
                  <a:ext uri="{FF2B5EF4-FFF2-40B4-BE49-F238E27FC236}">
                    <a16:creationId xmlns:a16="http://schemas.microsoft.com/office/drawing/2014/main" id="{1504A429-76BB-4053-991A-06C86FFCE7C9}"/>
                  </a:ext>
                </a:extLst>
              </p:cNvPr>
              <p:cNvSpPr txBox="1"/>
              <p:nvPr/>
            </p:nvSpPr>
            <p:spPr>
              <a:xfrm>
                <a:off x="4495582" y="255231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9" name="Component 369">
                <a:extLst>
                  <a:ext uri="{FF2B5EF4-FFF2-40B4-BE49-F238E27FC236}">
                    <a16:creationId xmlns:a16="http://schemas.microsoft.com/office/drawing/2014/main" id="{477A3555-20F3-4DC8-83D6-E5624C3B6762}"/>
                  </a:ext>
                </a:extLst>
              </p:cNvPr>
              <p:cNvSpPr txBox="1"/>
              <p:nvPr/>
            </p:nvSpPr>
            <p:spPr>
              <a:xfrm>
                <a:off x="4495582" y="254319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0" name="Component 370">
                <a:extLst>
                  <a:ext uri="{FF2B5EF4-FFF2-40B4-BE49-F238E27FC236}">
                    <a16:creationId xmlns:a16="http://schemas.microsoft.com/office/drawing/2014/main" id="{B48559F7-4A51-4A79-B093-E15527A1C44F}"/>
                  </a:ext>
                </a:extLst>
              </p:cNvPr>
              <p:cNvSpPr txBox="1"/>
              <p:nvPr/>
            </p:nvSpPr>
            <p:spPr>
              <a:xfrm>
                <a:off x="4495582" y="253408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1" name="Component 371">
                <a:extLst>
                  <a:ext uri="{FF2B5EF4-FFF2-40B4-BE49-F238E27FC236}">
                    <a16:creationId xmlns:a16="http://schemas.microsoft.com/office/drawing/2014/main" id="{1DE5EF66-A2F4-4EF8-BFCC-EC3EE8755DC5}"/>
                  </a:ext>
                </a:extLst>
              </p:cNvPr>
              <p:cNvSpPr txBox="1"/>
              <p:nvPr/>
            </p:nvSpPr>
            <p:spPr>
              <a:xfrm>
                <a:off x="4495582" y="252496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2" name="Component 372">
                <a:extLst>
                  <a:ext uri="{FF2B5EF4-FFF2-40B4-BE49-F238E27FC236}">
                    <a16:creationId xmlns:a16="http://schemas.microsoft.com/office/drawing/2014/main" id="{2D3F18B2-6D63-401B-87AB-69F4C5B434FF}"/>
                  </a:ext>
                </a:extLst>
              </p:cNvPr>
              <p:cNvSpPr txBox="1"/>
              <p:nvPr/>
            </p:nvSpPr>
            <p:spPr>
              <a:xfrm>
                <a:off x="4495582" y="251585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3" name="Component 373">
                <a:extLst>
                  <a:ext uri="{FF2B5EF4-FFF2-40B4-BE49-F238E27FC236}">
                    <a16:creationId xmlns:a16="http://schemas.microsoft.com/office/drawing/2014/main" id="{2FDB640E-38F5-4587-B9B4-A65DD0673113}"/>
                  </a:ext>
                </a:extLst>
              </p:cNvPr>
              <p:cNvSpPr txBox="1"/>
              <p:nvPr/>
            </p:nvSpPr>
            <p:spPr>
              <a:xfrm>
                <a:off x="4495582" y="250674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4" name="Component 374">
                <a:extLst>
                  <a:ext uri="{FF2B5EF4-FFF2-40B4-BE49-F238E27FC236}">
                    <a16:creationId xmlns:a16="http://schemas.microsoft.com/office/drawing/2014/main" id="{B7C21E89-6E16-401E-B4ED-BD7983B2F787}"/>
                  </a:ext>
                </a:extLst>
              </p:cNvPr>
              <p:cNvSpPr txBox="1"/>
              <p:nvPr/>
            </p:nvSpPr>
            <p:spPr>
              <a:xfrm>
                <a:off x="4495582" y="249762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5" name="Component 375">
                <a:extLst>
                  <a:ext uri="{FF2B5EF4-FFF2-40B4-BE49-F238E27FC236}">
                    <a16:creationId xmlns:a16="http://schemas.microsoft.com/office/drawing/2014/main" id="{3E8726E7-3F84-422A-8277-089EF612820A}"/>
                  </a:ext>
                </a:extLst>
              </p:cNvPr>
              <p:cNvSpPr txBox="1"/>
              <p:nvPr/>
            </p:nvSpPr>
            <p:spPr>
              <a:xfrm>
                <a:off x="4495582" y="248851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6" name="Component 376">
                <a:extLst>
                  <a:ext uri="{FF2B5EF4-FFF2-40B4-BE49-F238E27FC236}">
                    <a16:creationId xmlns:a16="http://schemas.microsoft.com/office/drawing/2014/main" id="{3F6D3FF2-DE44-4F4D-ACAA-FEA82C748062}"/>
                  </a:ext>
                </a:extLst>
              </p:cNvPr>
              <p:cNvSpPr txBox="1"/>
              <p:nvPr/>
            </p:nvSpPr>
            <p:spPr>
              <a:xfrm>
                <a:off x="4495582" y="247939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7" name="Component 377">
                <a:extLst>
                  <a:ext uri="{FF2B5EF4-FFF2-40B4-BE49-F238E27FC236}">
                    <a16:creationId xmlns:a16="http://schemas.microsoft.com/office/drawing/2014/main" id="{FCB85213-7C4D-4D84-AB11-295899D8BD6D}"/>
                  </a:ext>
                </a:extLst>
              </p:cNvPr>
              <p:cNvSpPr txBox="1"/>
              <p:nvPr/>
            </p:nvSpPr>
            <p:spPr>
              <a:xfrm>
                <a:off x="4495582" y="247028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8" name="Component 378">
                <a:extLst>
                  <a:ext uri="{FF2B5EF4-FFF2-40B4-BE49-F238E27FC236}">
                    <a16:creationId xmlns:a16="http://schemas.microsoft.com/office/drawing/2014/main" id="{ED809A32-8B0D-40A5-A9B4-4C698F8E3EE0}"/>
                  </a:ext>
                </a:extLst>
              </p:cNvPr>
              <p:cNvSpPr txBox="1"/>
              <p:nvPr/>
            </p:nvSpPr>
            <p:spPr>
              <a:xfrm>
                <a:off x="4495582" y="246116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9" name="Component 379">
                <a:extLst>
                  <a:ext uri="{FF2B5EF4-FFF2-40B4-BE49-F238E27FC236}">
                    <a16:creationId xmlns:a16="http://schemas.microsoft.com/office/drawing/2014/main" id="{BF44DB17-02A7-44D3-94B8-56F284E501E6}"/>
                  </a:ext>
                </a:extLst>
              </p:cNvPr>
              <p:cNvSpPr txBox="1"/>
              <p:nvPr/>
            </p:nvSpPr>
            <p:spPr>
              <a:xfrm>
                <a:off x="4495582" y="245205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0" name="Component 380">
                <a:extLst>
                  <a:ext uri="{FF2B5EF4-FFF2-40B4-BE49-F238E27FC236}">
                    <a16:creationId xmlns:a16="http://schemas.microsoft.com/office/drawing/2014/main" id="{D4926C21-012B-4C66-9742-8D48D4B683F3}"/>
                  </a:ext>
                </a:extLst>
              </p:cNvPr>
              <p:cNvSpPr txBox="1"/>
              <p:nvPr/>
            </p:nvSpPr>
            <p:spPr>
              <a:xfrm>
                <a:off x="4495582" y="244293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1" name="Component 381">
                <a:extLst>
                  <a:ext uri="{FF2B5EF4-FFF2-40B4-BE49-F238E27FC236}">
                    <a16:creationId xmlns:a16="http://schemas.microsoft.com/office/drawing/2014/main" id="{85D5F5D5-F708-4D89-AF29-1AB0D4791C74}"/>
                  </a:ext>
                </a:extLst>
              </p:cNvPr>
              <p:cNvSpPr txBox="1"/>
              <p:nvPr/>
            </p:nvSpPr>
            <p:spPr>
              <a:xfrm>
                <a:off x="4495582" y="243382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2" name="Component 382">
                <a:extLst>
                  <a:ext uri="{FF2B5EF4-FFF2-40B4-BE49-F238E27FC236}">
                    <a16:creationId xmlns:a16="http://schemas.microsoft.com/office/drawing/2014/main" id="{08CF22EB-C687-4D99-BBDD-7C41901D1C55}"/>
                  </a:ext>
                </a:extLst>
              </p:cNvPr>
              <p:cNvSpPr txBox="1"/>
              <p:nvPr/>
            </p:nvSpPr>
            <p:spPr>
              <a:xfrm>
                <a:off x="4495582" y="242470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3" name="Component 383">
                <a:extLst>
                  <a:ext uri="{FF2B5EF4-FFF2-40B4-BE49-F238E27FC236}">
                    <a16:creationId xmlns:a16="http://schemas.microsoft.com/office/drawing/2014/main" id="{FD9173E5-B3BD-4A6A-92D8-3D8A94FF5A11}"/>
                  </a:ext>
                </a:extLst>
              </p:cNvPr>
              <p:cNvSpPr txBox="1"/>
              <p:nvPr/>
            </p:nvSpPr>
            <p:spPr>
              <a:xfrm>
                <a:off x="4495582" y="241559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4" name="Component 384">
                <a:extLst>
                  <a:ext uri="{FF2B5EF4-FFF2-40B4-BE49-F238E27FC236}">
                    <a16:creationId xmlns:a16="http://schemas.microsoft.com/office/drawing/2014/main" id="{6AE50466-50C8-48D3-88E8-58A01EE7C8BA}"/>
                  </a:ext>
                </a:extLst>
              </p:cNvPr>
              <p:cNvSpPr txBox="1"/>
              <p:nvPr/>
            </p:nvSpPr>
            <p:spPr>
              <a:xfrm>
                <a:off x="4495582" y="240647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5" name="Component 385">
                <a:extLst>
                  <a:ext uri="{FF2B5EF4-FFF2-40B4-BE49-F238E27FC236}">
                    <a16:creationId xmlns:a16="http://schemas.microsoft.com/office/drawing/2014/main" id="{24F02D6D-59ED-4A41-9E94-7C79D5C18CE2}"/>
                  </a:ext>
                </a:extLst>
              </p:cNvPr>
              <p:cNvSpPr txBox="1"/>
              <p:nvPr/>
            </p:nvSpPr>
            <p:spPr>
              <a:xfrm>
                <a:off x="4495582" y="239736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6" name="Component 386">
                <a:extLst>
                  <a:ext uri="{FF2B5EF4-FFF2-40B4-BE49-F238E27FC236}">
                    <a16:creationId xmlns:a16="http://schemas.microsoft.com/office/drawing/2014/main" id="{514543B8-2B49-45A0-A62F-A213655321A1}"/>
                  </a:ext>
                </a:extLst>
              </p:cNvPr>
              <p:cNvSpPr txBox="1"/>
              <p:nvPr/>
            </p:nvSpPr>
            <p:spPr>
              <a:xfrm>
                <a:off x="4495582" y="238824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7" name="Component 387">
                <a:extLst>
                  <a:ext uri="{FF2B5EF4-FFF2-40B4-BE49-F238E27FC236}">
                    <a16:creationId xmlns:a16="http://schemas.microsoft.com/office/drawing/2014/main" id="{018CD965-2478-4D5E-A676-96AE18E6BC2F}"/>
                  </a:ext>
                </a:extLst>
              </p:cNvPr>
              <p:cNvSpPr txBox="1"/>
              <p:nvPr/>
            </p:nvSpPr>
            <p:spPr>
              <a:xfrm>
                <a:off x="4495582" y="237913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8" name="Component 388">
                <a:extLst>
                  <a:ext uri="{FF2B5EF4-FFF2-40B4-BE49-F238E27FC236}">
                    <a16:creationId xmlns:a16="http://schemas.microsoft.com/office/drawing/2014/main" id="{CA06F6E0-8049-46EE-A7E5-4806524C735B}"/>
                  </a:ext>
                </a:extLst>
              </p:cNvPr>
              <p:cNvSpPr txBox="1"/>
              <p:nvPr/>
            </p:nvSpPr>
            <p:spPr>
              <a:xfrm>
                <a:off x="4495582" y="237002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9" name="Component 389">
                <a:extLst>
                  <a:ext uri="{FF2B5EF4-FFF2-40B4-BE49-F238E27FC236}">
                    <a16:creationId xmlns:a16="http://schemas.microsoft.com/office/drawing/2014/main" id="{7F6FDC5E-10F1-4DE5-BA5D-F3600B84433B}"/>
                  </a:ext>
                </a:extLst>
              </p:cNvPr>
              <p:cNvSpPr txBox="1"/>
              <p:nvPr/>
            </p:nvSpPr>
            <p:spPr>
              <a:xfrm>
                <a:off x="4495582" y="236090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0" name="Component 390">
                <a:extLst>
                  <a:ext uri="{FF2B5EF4-FFF2-40B4-BE49-F238E27FC236}">
                    <a16:creationId xmlns:a16="http://schemas.microsoft.com/office/drawing/2014/main" id="{4117E508-5E8F-4F11-8212-CE9F0AE27027}"/>
                  </a:ext>
                </a:extLst>
              </p:cNvPr>
              <p:cNvSpPr txBox="1"/>
              <p:nvPr/>
            </p:nvSpPr>
            <p:spPr>
              <a:xfrm>
                <a:off x="4495582" y="235178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1" name="Component 391">
                <a:extLst>
                  <a:ext uri="{FF2B5EF4-FFF2-40B4-BE49-F238E27FC236}">
                    <a16:creationId xmlns:a16="http://schemas.microsoft.com/office/drawing/2014/main" id="{B9E0BDF9-BB0A-446E-BBB5-250BA2712452}"/>
                  </a:ext>
                </a:extLst>
              </p:cNvPr>
              <p:cNvSpPr txBox="1"/>
              <p:nvPr/>
            </p:nvSpPr>
            <p:spPr>
              <a:xfrm>
                <a:off x="4495582" y="234267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2" name="Component 392">
                <a:extLst>
                  <a:ext uri="{FF2B5EF4-FFF2-40B4-BE49-F238E27FC236}">
                    <a16:creationId xmlns:a16="http://schemas.microsoft.com/office/drawing/2014/main" id="{664F690A-D23B-4F5B-8ED6-9765B04CEAFB}"/>
                  </a:ext>
                </a:extLst>
              </p:cNvPr>
              <p:cNvSpPr txBox="1"/>
              <p:nvPr/>
            </p:nvSpPr>
            <p:spPr>
              <a:xfrm>
                <a:off x="4495582" y="233356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3" name="Component 393">
                <a:extLst>
                  <a:ext uri="{FF2B5EF4-FFF2-40B4-BE49-F238E27FC236}">
                    <a16:creationId xmlns:a16="http://schemas.microsoft.com/office/drawing/2014/main" id="{28CFB92A-0E95-4A91-A2F6-DDAE8F07C267}"/>
                  </a:ext>
                </a:extLst>
              </p:cNvPr>
              <p:cNvSpPr txBox="1"/>
              <p:nvPr/>
            </p:nvSpPr>
            <p:spPr>
              <a:xfrm>
                <a:off x="4495582" y="232444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4" name="Component 394">
                <a:extLst>
                  <a:ext uri="{FF2B5EF4-FFF2-40B4-BE49-F238E27FC236}">
                    <a16:creationId xmlns:a16="http://schemas.microsoft.com/office/drawing/2014/main" id="{89ACF0AD-B7EC-4B4C-9AAA-F7A29C48F284}"/>
                  </a:ext>
                </a:extLst>
              </p:cNvPr>
              <p:cNvSpPr txBox="1"/>
              <p:nvPr/>
            </p:nvSpPr>
            <p:spPr>
              <a:xfrm>
                <a:off x="4495582" y="231533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5" name="Component 395">
                <a:extLst>
                  <a:ext uri="{FF2B5EF4-FFF2-40B4-BE49-F238E27FC236}">
                    <a16:creationId xmlns:a16="http://schemas.microsoft.com/office/drawing/2014/main" id="{7E1620E1-514C-471F-ADF1-D2476C46214C}"/>
                  </a:ext>
                </a:extLst>
              </p:cNvPr>
              <p:cNvSpPr txBox="1"/>
              <p:nvPr/>
            </p:nvSpPr>
            <p:spPr>
              <a:xfrm>
                <a:off x="4495582" y="230621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6" name="Component 396">
                <a:extLst>
                  <a:ext uri="{FF2B5EF4-FFF2-40B4-BE49-F238E27FC236}">
                    <a16:creationId xmlns:a16="http://schemas.microsoft.com/office/drawing/2014/main" id="{A9742153-9FA7-455F-AA0D-781D14469E8C}"/>
                  </a:ext>
                </a:extLst>
              </p:cNvPr>
              <p:cNvSpPr txBox="1"/>
              <p:nvPr/>
            </p:nvSpPr>
            <p:spPr>
              <a:xfrm>
                <a:off x="4495582" y="229710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7" name="Component 397">
                <a:extLst>
                  <a:ext uri="{FF2B5EF4-FFF2-40B4-BE49-F238E27FC236}">
                    <a16:creationId xmlns:a16="http://schemas.microsoft.com/office/drawing/2014/main" id="{698938B1-35D0-42BC-A326-EEFCD0187857}"/>
                  </a:ext>
                </a:extLst>
              </p:cNvPr>
              <p:cNvSpPr txBox="1"/>
              <p:nvPr/>
            </p:nvSpPr>
            <p:spPr>
              <a:xfrm>
                <a:off x="4495582" y="228798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8" name="Component 398">
                <a:extLst>
                  <a:ext uri="{FF2B5EF4-FFF2-40B4-BE49-F238E27FC236}">
                    <a16:creationId xmlns:a16="http://schemas.microsoft.com/office/drawing/2014/main" id="{2B5051A2-9552-4507-A2F5-D74A41483F9D}"/>
                  </a:ext>
                </a:extLst>
              </p:cNvPr>
              <p:cNvSpPr txBox="1"/>
              <p:nvPr/>
            </p:nvSpPr>
            <p:spPr>
              <a:xfrm>
                <a:off x="4495582" y="227887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9" name="Component 399">
                <a:extLst>
                  <a:ext uri="{FF2B5EF4-FFF2-40B4-BE49-F238E27FC236}">
                    <a16:creationId xmlns:a16="http://schemas.microsoft.com/office/drawing/2014/main" id="{2CAD59D1-DAE8-45DE-8542-4317D139AE06}"/>
                  </a:ext>
                </a:extLst>
              </p:cNvPr>
              <p:cNvSpPr txBox="1"/>
              <p:nvPr/>
            </p:nvSpPr>
            <p:spPr>
              <a:xfrm>
                <a:off x="4495582" y="226975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0" name="Component 400">
                <a:extLst>
                  <a:ext uri="{FF2B5EF4-FFF2-40B4-BE49-F238E27FC236}">
                    <a16:creationId xmlns:a16="http://schemas.microsoft.com/office/drawing/2014/main" id="{238E361B-5815-498D-A217-A109017D35E5}"/>
                  </a:ext>
                </a:extLst>
              </p:cNvPr>
              <p:cNvSpPr txBox="1"/>
              <p:nvPr/>
            </p:nvSpPr>
            <p:spPr>
              <a:xfrm>
                <a:off x="4495582" y="226064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1" name="Component 401">
                <a:extLst>
                  <a:ext uri="{FF2B5EF4-FFF2-40B4-BE49-F238E27FC236}">
                    <a16:creationId xmlns:a16="http://schemas.microsoft.com/office/drawing/2014/main" id="{B19F7779-6940-430B-A161-0F697C14A06D}"/>
                  </a:ext>
                </a:extLst>
              </p:cNvPr>
              <p:cNvSpPr txBox="1"/>
              <p:nvPr/>
            </p:nvSpPr>
            <p:spPr>
              <a:xfrm>
                <a:off x="4495582" y="2251528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2" name="Component 402">
                <a:extLst>
                  <a:ext uri="{FF2B5EF4-FFF2-40B4-BE49-F238E27FC236}">
                    <a16:creationId xmlns:a16="http://schemas.microsoft.com/office/drawing/2014/main" id="{2A592D66-8E11-4E21-B59F-47970C17A3D8}"/>
                  </a:ext>
                </a:extLst>
              </p:cNvPr>
              <p:cNvSpPr txBox="1"/>
              <p:nvPr/>
            </p:nvSpPr>
            <p:spPr>
              <a:xfrm>
                <a:off x="4495582" y="224241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3" name="Component 403">
                <a:extLst>
                  <a:ext uri="{FF2B5EF4-FFF2-40B4-BE49-F238E27FC236}">
                    <a16:creationId xmlns:a16="http://schemas.microsoft.com/office/drawing/2014/main" id="{6734FFC7-45E8-4A9D-B9F5-85088D66378F}"/>
                  </a:ext>
                </a:extLst>
              </p:cNvPr>
              <p:cNvSpPr txBox="1"/>
              <p:nvPr/>
            </p:nvSpPr>
            <p:spPr>
              <a:xfrm>
                <a:off x="4495582" y="223329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4" name="Component 404">
                <a:extLst>
                  <a:ext uri="{FF2B5EF4-FFF2-40B4-BE49-F238E27FC236}">
                    <a16:creationId xmlns:a16="http://schemas.microsoft.com/office/drawing/2014/main" id="{916E812A-B1BA-4607-BA02-91BD8EF613F4}"/>
                  </a:ext>
                </a:extLst>
              </p:cNvPr>
              <p:cNvSpPr txBox="1"/>
              <p:nvPr/>
            </p:nvSpPr>
            <p:spPr>
              <a:xfrm>
                <a:off x="4495582" y="2224183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5" name="Component 405">
                <a:extLst>
                  <a:ext uri="{FF2B5EF4-FFF2-40B4-BE49-F238E27FC236}">
                    <a16:creationId xmlns:a16="http://schemas.microsoft.com/office/drawing/2014/main" id="{DDEE4714-3872-4D32-AEFD-7CC7B00BDFB5}"/>
                  </a:ext>
                </a:extLst>
              </p:cNvPr>
              <p:cNvSpPr txBox="1"/>
              <p:nvPr/>
            </p:nvSpPr>
            <p:spPr>
              <a:xfrm>
                <a:off x="4495582" y="2215069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6" name="Component 406">
                <a:extLst>
                  <a:ext uri="{FF2B5EF4-FFF2-40B4-BE49-F238E27FC236}">
                    <a16:creationId xmlns:a16="http://schemas.microsoft.com/office/drawing/2014/main" id="{B7D0A20A-D27B-4B6A-B530-305DA8D117AD}"/>
                  </a:ext>
                </a:extLst>
              </p:cNvPr>
              <p:cNvSpPr txBox="1"/>
              <p:nvPr/>
            </p:nvSpPr>
            <p:spPr>
              <a:xfrm>
                <a:off x="4495582" y="2205954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7" name="Component 407">
                <a:extLst>
                  <a:ext uri="{FF2B5EF4-FFF2-40B4-BE49-F238E27FC236}">
                    <a16:creationId xmlns:a16="http://schemas.microsoft.com/office/drawing/2014/main" id="{CEFF209F-8DEF-4093-A553-F4E49A319E03}"/>
                  </a:ext>
                </a:extLst>
              </p:cNvPr>
              <p:cNvSpPr txBox="1"/>
              <p:nvPr/>
            </p:nvSpPr>
            <p:spPr>
              <a:xfrm>
                <a:off x="4495582" y="2196840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8" name="Component 408">
                <a:extLst>
                  <a:ext uri="{FF2B5EF4-FFF2-40B4-BE49-F238E27FC236}">
                    <a16:creationId xmlns:a16="http://schemas.microsoft.com/office/drawing/2014/main" id="{928CE211-0A95-4757-A75D-A573AB3F5C06}"/>
                  </a:ext>
                </a:extLst>
              </p:cNvPr>
              <p:cNvSpPr txBox="1"/>
              <p:nvPr/>
            </p:nvSpPr>
            <p:spPr>
              <a:xfrm>
                <a:off x="4495582" y="2187725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9" name="Component 409">
                <a:extLst>
                  <a:ext uri="{FF2B5EF4-FFF2-40B4-BE49-F238E27FC236}">
                    <a16:creationId xmlns:a16="http://schemas.microsoft.com/office/drawing/2014/main" id="{D9086CCE-0554-404B-9994-DD196F8D0142}"/>
                  </a:ext>
                </a:extLst>
              </p:cNvPr>
              <p:cNvSpPr txBox="1"/>
              <p:nvPr/>
            </p:nvSpPr>
            <p:spPr>
              <a:xfrm>
                <a:off x="4495582" y="217861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0" name="Component 410">
                <a:extLst>
                  <a:ext uri="{FF2B5EF4-FFF2-40B4-BE49-F238E27FC236}">
                    <a16:creationId xmlns:a16="http://schemas.microsoft.com/office/drawing/2014/main" id="{95CC4455-291B-406F-B4EE-9ABD5D966075}"/>
                  </a:ext>
                </a:extLst>
              </p:cNvPr>
              <p:cNvSpPr txBox="1"/>
              <p:nvPr/>
            </p:nvSpPr>
            <p:spPr>
              <a:xfrm>
                <a:off x="4495582" y="216949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1" name="Component 411">
                <a:extLst>
                  <a:ext uri="{FF2B5EF4-FFF2-40B4-BE49-F238E27FC236}">
                    <a16:creationId xmlns:a16="http://schemas.microsoft.com/office/drawing/2014/main" id="{F5965C69-2524-4808-AEF5-94303B6C81EC}"/>
                  </a:ext>
                </a:extLst>
              </p:cNvPr>
              <p:cNvSpPr txBox="1"/>
              <p:nvPr/>
            </p:nvSpPr>
            <p:spPr>
              <a:xfrm>
                <a:off x="4495582" y="2160382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2" name="Component 412">
                <a:extLst>
                  <a:ext uri="{FF2B5EF4-FFF2-40B4-BE49-F238E27FC236}">
                    <a16:creationId xmlns:a16="http://schemas.microsoft.com/office/drawing/2014/main" id="{0AD125F4-6AB5-48A2-AFFC-BE8A4A0B3C28}"/>
                  </a:ext>
                </a:extLst>
              </p:cNvPr>
              <p:cNvSpPr txBox="1"/>
              <p:nvPr/>
            </p:nvSpPr>
            <p:spPr>
              <a:xfrm>
                <a:off x="4495582" y="2151266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AA0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00AA0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3" name="Component 413">
                <a:extLst>
                  <a:ext uri="{FF2B5EF4-FFF2-40B4-BE49-F238E27FC236}">
                    <a16:creationId xmlns:a16="http://schemas.microsoft.com/office/drawing/2014/main" id="{F75302E9-2BE3-42FE-A10D-2B1B26ED2428}"/>
                  </a:ext>
                </a:extLst>
              </p:cNvPr>
              <p:cNvSpPr txBox="1"/>
              <p:nvPr/>
            </p:nvSpPr>
            <p:spPr>
              <a:xfrm>
                <a:off x="4495582" y="2142151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F5E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6F5E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4" name="Component 414">
                <a:extLst>
                  <a:ext uri="{FF2B5EF4-FFF2-40B4-BE49-F238E27FC236}">
                    <a16:creationId xmlns:a16="http://schemas.microsoft.com/office/drawing/2014/main" id="{E78833F5-B1AD-47D4-B772-278FD3C6D4C3}"/>
                  </a:ext>
                </a:extLst>
              </p:cNvPr>
              <p:cNvSpPr txBox="1"/>
              <p:nvPr/>
            </p:nvSpPr>
            <p:spPr>
              <a:xfrm>
                <a:off x="4495582" y="2133037"/>
                <a:ext cx="2200831" cy="2555973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1A3A1A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F5E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7200" b="0" i="0" u="none" strike="noStrike" kern="1200" cap="none" spc="0" normalizeH="0" baseline="0" noProof="0" dirty="0">
                  <a:ln>
                    <a:noFill/>
                  </a:ln>
                  <a:solidFill>
                    <a:srgbClr val="E6F5E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5" name="Component 415">
                <a:extLst>
                  <a:ext uri="{FF2B5EF4-FFF2-40B4-BE49-F238E27FC236}">
                    <a16:creationId xmlns:a16="http://schemas.microsoft.com/office/drawing/2014/main" id="{A8F65E9F-9B37-48B9-BB9E-F9D58D51E951}"/>
                  </a:ext>
                </a:extLst>
              </p:cNvPr>
              <p:cNvSpPr txBox="1"/>
              <p:nvPr/>
            </p:nvSpPr>
            <p:spPr>
              <a:xfrm>
                <a:off x="4495582" y="2123922"/>
                <a:ext cx="2200831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F5E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solidFill>
                    <a:srgbClr val="E6F5E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416" name="Component 416">
              <a:extLst>
                <a:ext uri="{FF2B5EF4-FFF2-40B4-BE49-F238E27FC236}">
                  <a16:creationId xmlns:a16="http://schemas.microsoft.com/office/drawing/2014/main" id="{74719A34-DAFC-4075-BD4B-F3A348991E14}"/>
                </a:ext>
              </a:extLst>
            </p:cNvPr>
            <p:cNvGrpSpPr/>
            <p:nvPr/>
          </p:nvGrpSpPr>
          <p:grpSpPr>
            <a:xfrm>
              <a:off x="3400332" y="571282"/>
              <a:ext cx="4915581" cy="4108614"/>
              <a:chOff x="3391281" y="571282"/>
              <a:chExt cx="4915581" cy="4108614"/>
            </a:xfrm>
          </p:grpSpPr>
          <p:sp>
            <p:nvSpPr>
              <p:cNvPr id="417" name="Component 417">
                <a:extLst>
                  <a:ext uri="{FF2B5EF4-FFF2-40B4-BE49-F238E27FC236}">
                    <a16:creationId xmlns:a16="http://schemas.microsoft.com/office/drawing/2014/main" id="{81ACAFF1-C27B-430F-9239-68DB7525234D}"/>
                  </a:ext>
                </a:extLst>
              </p:cNvPr>
              <p:cNvSpPr txBox="1"/>
              <p:nvPr/>
            </p:nvSpPr>
            <p:spPr>
              <a:xfrm>
                <a:off x="3391281" y="1491866"/>
                <a:ext cx="1974190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AA00">
                            <a:lumMod val="60000"/>
                            <a:lumOff val="40000"/>
                          </a:srgbClr>
                        </a:gs>
                        <a:gs pos="98000">
                          <a:srgbClr val="00AA00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AA00">
                          <a:lumMod val="60000"/>
                          <a:lumOff val="40000"/>
                        </a:srgbClr>
                      </a:gs>
                      <a:gs pos="98000">
                        <a:srgbClr val="00AA0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8" name="Component 418">
                <a:extLst>
                  <a:ext uri="{FF2B5EF4-FFF2-40B4-BE49-F238E27FC236}">
                    <a16:creationId xmlns:a16="http://schemas.microsoft.com/office/drawing/2014/main" id="{9CBE5547-C7AA-408F-8CDF-74C40A088422}"/>
                  </a:ext>
                </a:extLst>
              </p:cNvPr>
              <p:cNvSpPr txBox="1"/>
              <p:nvPr/>
            </p:nvSpPr>
            <p:spPr>
              <a:xfrm>
                <a:off x="4486530" y="2123922"/>
                <a:ext cx="2200831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AA00"/>
                        </a:gs>
                        <a:gs pos="100000">
                          <a:srgbClr val="00AA00">
                            <a:lumMod val="50000"/>
                          </a:srgbClr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AA00"/>
                      </a:gs>
                      <a:gs pos="100000">
                        <a:srgbClr val="00AA00">
                          <a:lumMod val="5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9" name="Component 419">
                <a:extLst>
                  <a:ext uri="{FF2B5EF4-FFF2-40B4-BE49-F238E27FC236}">
                    <a16:creationId xmlns:a16="http://schemas.microsoft.com/office/drawing/2014/main" id="{55A13072-C858-481C-9C1D-8828C5297695}"/>
                  </a:ext>
                </a:extLst>
              </p:cNvPr>
              <p:cNvSpPr txBox="1"/>
              <p:nvPr/>
            </p:nvSpPr>
            <p:spPr>
              <a:xfrm>
                <a:off x="6066423" y="1215406"/>
                <a:ext cx="224043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AA00">
                            <a:lumMod val="60000"/>
                            <a:lumOff val="40000"/>
                          </a:srgbClr>
                        </a:gs>
                        <a:gs pos="100000">
                          <a:srgbClr val="00AA00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AA00">
                          <a:lumMod val="60000"/>
                          <a:lumOff val="40000"/>
                        </a:srgbClr>
                      </a:gs>
                      <a:gs pos="100000">
                        <a:srgbClr val="00AA0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20" name="Component 420">
                <a:extLst>
                  <a:ext uri="{FF2B5EF4-FFF2-40B4-BE49-F238E27FC236}">
                    <a16:creationId xmlns:a16="http://schemas.microsoft.com/office/drawing/2014/main" id="{DB121C92-E247-446B-BEBC-AE29A40581F1}"/>
                  </a:ext>
                </a:extLst>
              </p:cNvPr>
              <p:cNvSpPr txBox="1"/>
              <p:nvPr/>
            </p:nvSpPr>
            <p:spPr>
              <a:xfrm>
                <a:off x="4875428" y="571282"/>
                <a:ext cx="1965388" cy="2555973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72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00AA00"/>
                        </a:gs>
                        <a:gs pos="100000">
                          <a:srgbClr val="00AA00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/>
                </a:r>
                <a:endParaRPr kumimoji="0" lang="zh-CN" altLang="en-US" sz="1509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00AA00"/>
                      </a:gs>
                      <a:gs pos="100000">
                        <a:srgbClr val="00AA00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AA00"/>
                </a:solidFill>
              </a:defRPr>
            </a:pPr>
            <a:r>
              <a:t>时间线 (timeline) — Green Brand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286174" y="1188720"/>
            <a:ext cx="3589170" cy="5029200"/>
            <a:chOff x="-3378365" y="2429982"/>
            <a:chExt cx="5383754" cy="7543799"/>
          </a:xfrm>
        </p:grpSpPr>
        <p:sp>
          <p:nvSpPr>
            <p:cNvPr id="4" name="Component 4"/>
            <p:cNvSpPr/>
            <p:nvPr/>
          </p:nvSpPr>
          <p:spPr>
            <a:xfrm>
              <a:off x="-3378363" y="2429982"/>
              <a:ext cx="5383752" cy="7543799"/>
            </a:xfrm>
            <a:prstGeom prst="rect">
              <a:avLst/>
            </a:prstGeom>
            <a:noFill/>
            <a:ln w="51137">
              <a:solidFill>
                <a:srgbClr val="E6F5E6"/>
              </a:solidFill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" name="Component 5"/>
            <p:cNvSpPr/>
            <p:nvPr/>
          </p:nvSpPr>
          <p:spPr>
            <a:xfrm rot="5400000">
              <a:off x="-3378365" y="2429982"/>
              <a:ext cx="2097108" cy="2097108"/>
            </a:xfrm>
            <a:prstGeom prst="rtTriangle">
              <a:avLst/>
            </a:prstGeom>
            <a:solidFill>
              <a:srgbClr val="E6F5E6"/>
            </a:solidFill>
            <a:ln w="51137">
              <a:solidFill>
                <a:srgbClr val="E6F5E6"/>
              </a:solidFill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Component 6"/>
            <p:cNvSpPr/>
            <p:nvPr/>
          </p:nvSpPr>
          <p:spPr>
            <a:xfrm rot="16200000">
              <a:off x="-256618" y="7711774"/>
              <a:ext cx="2262007" cy="2262007"/>
            </a:xfrm>
            <a:prstGeom prst="rtTriangle">
              <a:avLst/>
            </a:prstGeom>
            <a:solidFill>
              <a:srgbClr val="E6F5E6"/>
            </a:solidFill>
            <a:ln w="51137">
              <a:solidFill>
                <a:srgbClr val="E6F5E6"/>
              </a:solidFill>
            </a:ln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7" name="Component 7"/>
            <p:cNvSpPr txBox="1"/>
            <p:nvPr/>
          </p:nvSpPr>
          <p:spPr>
            <a:xfrm rot="18900000">
              <a:off x="-3187286" y="2623119"/>
              <a:ext cx="974046" cy="20033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939" smtClean="0">
                  <a:solidFill>
                    <a:srgbClr val="FFFFFF"/>
                  </a:solidFill>
                  <a:latin typeface="Bebas Neue" panose="020B0606020202050201" pitchFamily="34" charset="0"/>
                </a:rPr>
                <a:t>Q1</a:t>
              </a:r>
              <a:endParaRPr lang="uk-UA" sz="3939" smtClean="0">
                <a:solidFill>
                  <a:srgbClr val="FFFFFF"/>
                </a:solidFill>
              </a:endParaRPr>
            </a:p>
          </p:txBody>
        </p:sp>
        <p:sp>
          <p:nvSpPr>
            <p:cNvPr id="8" name="Component 8"/>
            <p:cNvSpPr/>
            <p:nvPr/>
          </p:nvSpPr>
          <p:spPr>
            <a:xfrm>
              <a:off x="687129" y="8654407"/>
              <a:ext cx="1167516" cy="1174884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uk-UA" sz="4295">
                  <a:solidFill>
                    <a:srgbClr val="FFFFFF"/>
                  </a:solidFill>
                  <a:latin typeface="FontAwesome" pitchFamily="2" charset="0"/>
                </a:rPr>
                <a:t>Q2</a:t>
              </a:r>
            </a:p>
          </p:txBody>
        </p:sp>
        <p:sp>
          <p:nvSpPr>
            <p:cNvPr id="9" name="Component 9"/>
            <p:cNvSpPr txBox="1"/>
            <p:nvPr/>
          </p:nvSpPr>
          <p:spPr>
            <a:xfrm>
              <a:off x="-2959621" y="4296414"/>
              <a:ext cx="4546268" cy="7619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3" b="1" smtClean="0"/>
                <a:t>Q3</a:t>
              </a:r>
              <a:endParaRPr lang="uk-UA" sz="2503" b="1" smtClean="0"/>
            </a:p>
          </p:txBody>
        </p:sp>
        <p:sp>
          <p:nvSpPr>
            <p:cNvPr id="10" name="Component 10"/>
            <p:cNvSpPr txBox="1"/>
            <p:nvPr/>
          </p:nvSpPr>
          <p:spPr>
            <a:xfrm>
              <a:off x="-2946024" y="5021701"/>
              <a:ext cx="4825470" cy="3499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91">
                  <a:solidFill>
                    <a:srgbClr val="1A3A1A">
                      <a:lumMod val="60000"/>
                      <a:lumOff val="40000"/>
                    </a:srgbClr>
                  </a:solidFill>
                </a:rPr>
                <a:t>Q4</a:t>
              </a:r>
              <a:endParaRPr lang="en-US" sz="1791" smtClean="0">
                <a:solidFill>
                  <a:srgbClr val="1A3A1A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791" smtClean="0">
                  <a:solidFill>
                    <a:srgbClr val="1A3A1A">
                      <a:lumMod val="60000"/>
                      <a:lumOff val="40000"/>
                    </a:srgbClr>
                  </a:solidFill>
                </a:rPr>
                <a:t/>
              </a:r>
              <a:r>
                <a:rPr lang="en-US" sz="1791">
                  <a:solidFill>
                    <a:srgbClr val="1A3A1A">
                      <a:lumMod val="60000"/>
                      <a:lumOff val="40000"/>
                    </a:srgbClr>
                  </a:solidFill>
                </a:rPr>
                <a:t/>
              </a:r>
              <a:endParaRPr lang="en-US" sz="1791" smtClean="0">
                <a:solidFill>
                  <a:srgbClr val="1A3A1A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791" smtClean="0">
                  <a:solidFill>
                    <a:srgbClr val="1A3A1A">
                      <a:lumMod val="60000"/>
                      <a:lumOff val="40000"/>
                    </a:srgbClr>
                  </a:solidFill>
                </a:rPr>
                <a:t/>
              </a:r>
              <a:r>
                <a:rPr lang="en-US" sz="1791">
                  <a:solidFill>
                    <a:srgbClr val="1A3A1A">
                      <a:lumMod val="60000"/>
                      <a:lumOff val="40000"/>
                    </a:srgbClr>
                  </a:solidFill>
                </a:rPr>
                <a:t/>
              </a:r>
              <a:endParaRPr lang="en-US" sz="1791" smtClean="0">
                <a:solidFill>
                  <a:srgbClr val="1A3A1A">
                    <a:lumMod val="60000"/>
                    <a:lumOff val="40000"/>
                  </a:srgbClr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