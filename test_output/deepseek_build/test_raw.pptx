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latin typeface="Orbitron"/>
                <a:ea typeface="微软雅黑"/>
                <a:cs typeface="微软雅黑"/>
                <a:gradFill>
                  <a:gsLst>
                    <a:gs pos="0">
                      <a:srgbClr val="22D3EE"/>
                    </a:gs>
                    <a:gs pos="100">
                      <a:srgbClr val="818CF8"/>
                    </a:gs>
                  </a:gsLst>
                  <a:lin ang="5400000" scaled="1"/>
                </a:gradFill>
              </a:rPr>
              <a:t>测试标题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测试正文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2E8F0"/>
      </a:dk1>
      <a:lt1>
        <a:srgbClr val="0B1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