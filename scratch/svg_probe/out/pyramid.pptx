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"/>
          <p:cNvSpPr/>
          <p:nvPr/>
        </p:nvSpPr>
        <p:spPr>
          <a:xfrm>
            <a:off x="3520439" y="1158240"/>
            <a:ext cx="5120640" cy="4124960"/>
          </a:xfrm>
          <a:custGeom>
            <a:avLst/>
            <a:gdLst/>
            <a:pathLst>
              <a:path w="5120640" h="4124960">
                <a:moveTo>
                  <a:pt x="2560320" y="0"/>
                </a:moveTo>
                <a:lnTo>
                  <a:pt x="5120640" y="4124960"/>
                </a:lnTo>
                <a:lnTo>
                  <a:pt x="0" y="4124960"/>
                </a:lnTo>
                <a:close/>
              </a:path>
            </a:pathLst>
          </a:custGeom>
          <a:ln w="12700">
            <a:noFill/>
          </a:ln>
          <a:gradFill>
            <a:gsLst>
              <a:gs pos="0">
                <a:srgbClr val="7DA92F"/>
              </a:gs>
              <a:gs pos="100000">
                <a:srgbClr val="2E6504"/>
              </a:gs>
            </a:gsLst>
            <a:lin ang="2700000" scaled="1"/>
          </a:gradFill>
        </p:spPr>
      </p:sp>
      <p:sp>
        <p:nvSpPr>
          <p:cNvPr id="3" name="Freeform"/>
          <p:cNvSpPr/>
          <p:nvPr/>
        </p:nvSpPr>
        <p:spPr>
          <a:xfrm>
            <a:off x="4373880" y="2438400"/>
            <a:ext cx="3413759" cy="2844799"/>
          </a:xfrm>
          <a:custGeom>
            <a:avLst/>
            <a:gdLst/>
            <a:pathLst>
              <a:path w="3413759" h="2844799">
                <a:moveTo>
                  <a:pt x="1706880" y="0"/>
                </a:moveTo>
                <a:lnTo>
                  <a:pt x="3413759" y="2844799"/>
                </a:lnTo>
                <a:lnTo>
                  <a:pt x="0" y="2844799"/>
                </a:lnTo>
                <a:close/>
              </a:path>
            </a:pathLst>
          </a:custGeom>
          <a:ln w="12700">
            <a:noFill/>
          </a:ln>
          <a:gradFill>
            <a:gsLst>
              <a:gs pos="0">
                <a:srgbClr val="5B9BD5"/>
              </a:gs>
              <a:gs pos="100000">
                <a:srgbClr val="2E75B6"/>
              </a:gs>
            </a:gsLst>
            <a:lin ang="2700000" scaled="1"/>
          </a:gradFill>
        </p:spPr>
      </p:sp>
      <p:sp>
        <p:nvSpPr>
          <p:cNvPr id="4" name="Freeform"/>
          <p:cNvSpPr/>
          <p:nvPr/>
        </p:nvSpPr>
        <p:spPr>
          <a:xfrm>
            <a:off x="5227320" y="3718560"/>
            <a:ext cx="1706879" cy="1564640"/>
          </a:xfrm>
          <a:custGeom>
            <a:avLst/>
            <a:gdLst/>
            <a:pathLst>
              <a:path w="1706879" h="1564640">
                <a:moveTo>
                  <a:pt x="853440" y="0"/>
                </a:moveTo>
                <a:lnTo>
                  <a:pt x="1706879" y="1564640"/>
                </a:lnTo>
                <a:lnTo>
                  <a:pt x="0" y="1564640"/>
                </a:lnTo>
                <a:close/>
              </a:path>
            </a:pathLst>
          </a:custGeom>
          <a:ln w="12700">
            <a:noFill/>
          </a:ln>
          <a:gradFill>
            <a:gsLst>
              <a:gs pos="0">
                <a:srgbClr val="FFC000"/>
              </a:gs>
              <a:gs pos="100000">
                <a:srgbClr val="BF8F00"/>
              </a:gs>
            </a:gsLst>
            <a:lin ang="2700000" scaled="1"/>
          </a:gradFill>
        </p:spPr>
      </p:sp>
      <p:sp>
        <p:nvSpPr>
          <p:cNvPr id="5" name="TextBox 4"/>
          <p:cNvSpPr txBox="1"/>
          <p:nvPr/>
        </p:nvSpPr>
        <p:spPr>
          <a:xfrm>
            <a:off x="2423160" y="1347215"/>
            <a:ext cx="7315200" cy="7802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战略愿景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683255"/>
            <a:ext cx="7315200" cy="719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三年目标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3963415"/>
            <a:ext cx="7315200" cy="719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年度计划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