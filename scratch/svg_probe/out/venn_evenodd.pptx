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"/>
          <p:cNvSpPr/>
          <p:nvPr/>
        </p:nvSpPr>
        <p:spPr>
          <a:xfrm>
            <a:off x="3567074" y="3474720"/>
            <a:ext cx="4754879" cy="2926079"/>
          </a:xfrm>
          <a:custGeom>
            <a:avLst/>
            <a:gdLst/>
            <a:pathLst>
              <a:path w="4754879" h="2926079">
                <a:moveTo>
                  <a:pt x="1462125" y="0"/>
                </a:moveTo>
                <a:lnTo>
                  <a:pt x="1313466" y="7702"/>
                </a:lnTo>
                <a:lnTo>
                  <a:pt x="1168905" y="30116"/>
                </a:lnTo>
                <a:lnTo>
                  <a:pt x="1029199" y="66482"/>
                </a:lnTo>
                <a:lnTo>
                  <a:pt x="895109" y="116041"/>
                </a:lnTo>
                <a:lnTo>
                  <a:pt x="767391" y="178034"/>
                </a:lnTo>
                <a:lnTo>
                  <a:pt x="646804" y="251702"/>
                </a:lnTo>
                <a:lnTo>
                  <a:pt x="534107" y="336286"/>
                </a:lnTo>
                <a:lnTo>
                  <a:pt x="430058" y="431026"/>
                </a:lnTo>
                <a:lnTo>
                  <a:pt x="335415" y="535164"/>
                </a:lnTo>
                <a:lnTo>
                  <a:pt x="250938" y="647940"/>
                </a:lnTo>
                <a:lnTo>
                  <a:pt x="177383" y="768596"/>
                </a:lnTo>
                <a:lnTo>
                  <a:pt x="115510" y="896372"/>
                </a:lnTo>
                <a:lnTo>
                  <a:pt x="66076" y="1030509"/>
                </a:lnTo>
                <a:lnTo>
                  <a:pt x="29841" y="1170248"/>
                </a:lnTo>
                <a:lnTo>
                  <a:pt x="7563" y="1314830"/>
                </a:lnTo>
                <a:lnTo>
                  <a:pt x="0" y="1463496"/>
                </a:lnTo>
                <a:lnTo>
                  <a:pt x="0" y="1463496"/>
                </a:lnTo>
                <a:lnTo>
                  <a:pt x="7656" y="1612158"/>
                </a:lnTo>
                <a:lnTo>
                  <a:pt x="30024" y="1756726"/>
                </a:lnTo>
                <a:lnTo>
                  <a:pt x="66347" y="1896443"/>
                </a:lnTo>
                <a:lnTo>
                  <a:pt x="115864" y="2030549"/>
                </a:lnTo>
                <a:lnTo>
                  <a:pt x="177817" y="2158286"/>
                </a:lnTo>
                <a:lnTo>
                  <a:pt x="251447" y="2278896"/>
                </a:lnTo>
                <a:lnTo>
                  <a:pt x="335996" y="2391619"/>
                </a:lnTo>
                <a:lnTo>
                  <a:pt x="430703" y="2495698"/>
                </a:lnTo>
                <a:lnTo>
                  <a:pt x="534812" y="2590373"/>
                </a:lnTo>
                <a:lnTo>
                  <a:pt x="647561" y="2674886"/>
                </a:lnTo>
                <a:lnTo>
                  <a:pt x="768194" y="2748479"/>
                </a:lnTo>
                <a:lnTo>
                  <a:pt x="895951" y="2810392"/>
                </a:lnTo>
                <a:lnTo>
                  <a:pt x="1030072" y="2859867"/>
                </a:lnTo>
                <a:lnTo>
                  <a:pt x="1169800" y="2896146"/>
                </a:lnTo>
                <a:lnTo>
                  <a:pt x="1314376" y="2918469"/>
                </a:lnTo>
                <a:lnTo>
                  <a:pt x="1463039" y="2926079"/>
                </a:lnTo>
                <a:lnTo>
                  <a:pt x="1463039" y="2926079"/>
                </a:lnTo>
                <a:lnTo>
                  <a:pt x="1611703" y="2918469"/>
                </a:lnTo>
                <a:lnTo>
                  <a:pt x="1756279" y="2896146"/>
                </a:lnTo>
                <a:lnTo>
                  <a:pt x="1896006" y="2859867"/>
                </a:lnTo>
                <a:lnTo>
                  <a:pt x="2030128" y="2810392"/>
                </a:lnTo>
                <a:lnTo>
                  <a:pt x="2157885" y="2748479"/>
                </a:lnTo>
                <a:lnTo>
                  <a:pt x="2278517" y="2674886"/>
                </a:lnTo>
                <a:lnTo>
                  <a:pt x="2391267" y="2590373"/>
                </a:lnTo>
                <a:lnTo>
                  <a:pt x="2495376" y="2495698"/>
                </a:lnTo>
                <a:lnTo>
                  <a:pt x="2590083" y="2391619"/>
                </a:lnTo>
                <a:lnTo>
                  <a:pt x="2674632" y="2278896"/>
                </a:lnTo>
                <a:lnTo>
                  <a:pt x="2748262" y="2158286"/>
                </a:lnTo>
                <a:lnTo>
                  <a:pt x="2810215" y="2030549"/>
                </a:lnTo>
                <a:lnTo>
                  <a:pt x="2859732" y="1896443"/>
                </a:lnTo>
                <a:lnTo>
                  <a:pt x="2896054" y="1756726"/>
                </a:lnTo>
                <a:lnTo>
                  <a:pt x="2918423" y="1612158"/>
                </a:lnTo>
                <a:lnTo>
                  <a:pt x="2926079" y="1463496"/>
                </a:lnTo>
                <a:lnTo>
                  <a:pt x="2926079" y="1463496"/>
                </a:lnTo>
                <a:lnTo>
                  <a:pt x="2918516" y="1314830"/>
                </a:lnTo>
                <a:lnTo>
                  <a:pt x="2896238" y="1170248"/>
                </a:lnTo>
                <a:lnTo>
                  <a:pt x="2860003" y="1030509"/>
                </a:lnTo>
                <a:lnTo>
                  <a:pt x="2810569" y="896372"/>
                </a:lnTo>
                <a:lnTo>
                  <a:pt x="2748696" y="768596"/>
                </a:lnTo>
                <a:lnTo>
                  <a:pt x="2675141" y="647940"/>
                </a:lnTo>
                <a:lnTo>
                  <a:pt x="2590663" y="535164"/>
                </a:lnTo>
                <a:lnTo>
                  <a:pt x="2496021" y="431026"/>
                </a:lnTo>
                <a:lnTo>
                  <a:pt x="2391972" y="336286"/>
                </a:lnTo>
                <a:lnTo>
                  <a:pt x="2279275" y="251702"/>
                </a:lnTo>
                <a:lnTo>
                  <a:pt x="2158688" y="178034"/>
                </a:lnTo>
                <a:lnTo>
                  <a:pt x="2030970" y="116041"/>
                </a:lnTo>
                <a:lnTo>
                  <a:pt x="1896879" y="66482"/>
                </a:lnTo>
                <a:lnTo>
                  <a:pt x="1757174" y="30116"/>
                </a:lnTo>
                <a:lnTo>
                  <a:pt x="1612613" y="7702"/>
                </a:lnTo>
                <a:lnTo>
                  <a:pt x="1463954" y="0"/>
                </a:lnTo>
                <a:lnTo>
                  <a:pt x="1463954" y="0"/>
                </a:lnTo>
                <a:lnTo>
                  <a:pt x="1463933" y="0"/>
                </a:lnTo>
                <a:lnTo>
                  <a:pt x="1463875" y="0"/>
                </a:lnTo>
                <a:lnTo>
                  <a:pt x="1463785" y="0"/>
                </a:lnTo>
                <a:lnTo>
                  <a:pt x="1463668" y="0"/>
                </a:lnTo>
                <a:lnTo>
                  <a:pt x="1463530" y="0"/>
                </a:lnTo>
                <a:lnTo>
                  <a:pt x="1463375" y="0"/>
                </a:lnTo>
                <a:lnTo>
                  <a:pt x="1463210" y="0"/>
                </a:lnTo>
                <a:lnTo>
                  <a:pt x="1463039" y="0"/>
                </a:lnTo>
                <a:lnTo>
                  <a:pt x="1462869" y="0"/>
                </a:lnTo>
                <a:lnTo>
                  <a:pt x="1462704" y="0"/>
                </a:lnTo>
                <a:lnTo>
                  <a:pt x="1462549" y="0"/>
                </a:lnTo>
                <a:lnTo>
                  <a:pt x="1462411" y="0"/>
                </a:lnTo>
                <a:lnTo>
                  <a:pt x="1462294" y="0"/>
                </a:lnTo>
                <a:lnTo>
                  <a:pt x="1462204" y="0"/>
                </a:lnTo>
                <a:lnTo>
                  <a:pt x="1462146" y="0"/>
                </a:lnTo>
                <a:lnTo>
                  <a:pt x="1462125" y="0"/>
                </a:lnTo>
                <a:close/>
                <a:moveTo>
                  <a:pt x="3290925" y="0"/>
                </a:moveTo>
                <a:lnTo>
                  <a:pt x="3142266" y="7702"/>
                </a:lnTo>
                <a:lnTo>
                  <a:pt x="2997705" y="30116"/>
                </a:lnTo>
                <a:lnTo>
                  <a:pt x="2857999" y="66482"/>
                </a:lnTo>
                <a:lnTo>
                  <a:pt x="2723909" y="116041"/>
                </a:lnTo>
                <a:lnTo>
                  <a:pt x="2596191" y="178034"/>
                </a:lnTo>
                <a:lnTo>
                  <a:pt x="2475604" y="251702"/>
                </a:lnTo>
                <a:lnTo>
                  <a:pt x="2362907" y="336286"/>
                </a:lnTo>
                <a:lnTo>
                  <a:pt x="2258858" y="431026"/>
                </a:lnTo>
                <a:lnTo>
                  <a:pt x="2164215" y="535164"/>
                </a:lnTo>
                <a:lnTo>
                  <a:pt x="2079738" y="647940"/>
                </a:lnTo>
                <a:lnTo>
                  <a:pt x="2006183" y="768596"/>
                </a:lnTo>
                <a:lnTo>
                  <a:pt x="1944310" y="896372"/>
                </a:lnTo>
                <a:lnTo>
                  <a:pt x="1894876" y="1030509"/>
                </a:lnTo>
                <a:lnTo>
                  <a:pt x="1858641" y="1170248"/>
                </a:lnTo>
                <a:lnTo>
                  <a:pt x="1836363" y="1314830"/>
                </a:lnTo>
                <a:lnTo>
                  <a:pt x="1828800" y="1463496"/>
                </a:lnTo>
                <a:lnTo>
                  <a:pt x="1828800" y="1463496"/>
                </a:lnTo>
                <a:lnTo>
                  <a:pt x="1836456" y="1612158"/>
                </a:lnTo>
                <a:lnTo>
                  <a:pt x="1858824" y="1756726"/>
                </a:lnTo>
                <a:lnTo>
                  <a:pt x="1895147" y="1896443"/>
                </a:lnTo>
                <a:lnTo>
                  <a:pt x="1944664" y="2030549"/>
                </a:lnTo>
                <a:lnTo>
                  <a:pt x="2006617" y="2158286"/>
                </a:lnTo>
                <a:lnTo>
                  <a:pt x="2080247" y="2278896"/>
                </a:lnTo>
                <a:lnTo>
                  <a:pt x="2164796" y="2391619"/>
                </a:lnTo>
                <a:lnTo>
                  <a:pt x="2259503" y="2495698"/>
                </a:lnTo>
                <a:lnTo>
                  <a:pt x="2363612" y="2590373"/>
                </a:lnTo>
                <a:lnTo>
                  <a:pt x="2476361" y="2674886"/>
                </a:lnTo>
                <a:lnTo>
                  <a:pt x="2596994" y="2748479"/>
                </a:lnTo>
                <a:lnTo>
                  <a:pt x="2724751" y="2810392"/>
                </a:lnTo>
                <a:lnTo>
                  <a:pt x="2858872" y="2859867"/>
                </a:lnTo>
                <a:lnTo>
                  <a:pt x="2998600" y="2896146"/>
                </a:lnTo>
                <a:lnTo>
                  <a:pt x="3143176" y="2918469"/>
                </a:lnTo>
                <a:lnTo>
                  <a:pt x="3291839" y="2926079"/>
                </a:lnTo>
                <a:lnTo>
                  <a:pt x="3291839" y="2926079"/>
                </a:lnTo>
                <a:lnTo>
                  <a:pt x="3440503" y="2918469"/>
                </a:lnTo>
                <a:lnTo>
                  <a:pt x="3585079" y="2896146"/>
                </a:lnTo>
                <a:lnTo>
                  <a:pt x="3724806" y="2859867"/>
                </a:lnTo>
                <a:lnTo>
                  <a:pt x="3858928" y="2810392"/>
                </a:lnTo>
                <a:lnTo>
                  <a:pt x="3986685" y="2748479"/>
                </a:lnTo>
                <a:lnTo>
                  <a:pt x="4107317" y="2674886"/>
                </a:lnTo>
                <a:lnTo>
                  <a:pt x="4220067" y="2590373"/>
                </a:lnTo>
                <a:lnTo>
                  <a:pt x="4324176" y="2495698"/>
                </a:lnTo>
                <a:lnTo>
                  <a:pt x="4418883" y="2391619"/>
                </a:lnTo>
                <a:lnTo>
                  <a:pt x="4503432" y="2278896"/>
                </a:lnTo>
                <a:lnTo>
                  <a:pt x="4577062" y="2158286"/>
                </a:lnTo>
                <a:lnTo>
                  <a:pt x="4639015" y="2030549"/>
                </a:lnTo>
                <a:lnTo>
                  <a:pt x="4688532" y="1896443"/>
                </a:lnTo>
                <a:lnTo>
                  <a:pt x="4724854" y="1756726"/>
                </a:lnTo>
                <a:lnTo>
                  <a:pt x="4747223" y="1612158"/>
                </a:lnTo>
                <a:lnTo>
                  <a:pt x="4754879" y="1463496"/>
                </a:lnTo>
                <a:lnTo>
                  <a:pt x="4754879" y="1463496"/>
                </a:lnTo>
                <a:lnTo>
                  <a:pt x="4747316" y="1314830"/>
                </a:lnTo>
                <a:lnTo>
                  <a:pt x="4725038" y="1170248"/>
                </a:lnTo>
                <a:lnTo>
                  <a:pt x="4688803" y="1030509"/>
                </a:lnTo>
                <a:lnTo>
                  <a:pt x="4639369" y="896372"/>
                </a:lnTo>
                <a:lnTo>
                  <a:pt x="4577496" y="768596"/>
                </a:lnTo>
                <a:lnTo>
                  <a:pt x="4503941" y="647940"/>
                </a:lnTo>
                <a:lnTo>
                  <a:pt x="4419463" y="535164"/>
                </a:lnTo>
                <a:lnTo>
                  <a:pt x="4324821" y="431026"/>
                </a:lnTo>
                <a:lnTo>
                  <a:pt x="4220772" y="336286"/>
                </a:lnTo>
                <a:lnTo>
                  <a:pt x="4108075" y="251702"/>
                </a:lnTo>
                <a:lnTo>
                  <a:pt x="3987488" y="178034"/>
                </a:lnTo>
                <a:lnTo>
                  <a:pt x="3859770" y="116041"/>
                </a:lnTo>
                <a:lnTo>
                  <a:pt x="3725679" y="66482"/>
                </a:lnTo>
                <a:lnTo>
                  <a:pt x="3585974" y="30116"/>
                </a:lnTo>
                <a:lnTo>
                  <a:pt x="3441413" y="7702"/>
                </a:lnTo>
                <a:lnTo>
                  <a:pt x="3292754" y="0"/>
                </a:lnTo>
                <a:lnTo>
                  <a:pt x="3292754" y="0"/>
                </a:lnTo>
                <a:lnTo>
                  <a:pt x="3292733" y="0"/>
                </a:lnTo>
                <a:lnTo>
                  <a:pt x="3292675" y="0"/>
                </a:lnTo>
                <a:lnTo>
                  <a:pt x="3292585" y="0"/>
                </a:lnTo>
                <a:lnTo>
                  <a:pt x="3292468" y="0"/>
                </a:lnTo>
                <a:lnTo>
                  <a:pt x="3292330" y="0"/>
                </a:lnTo>
                <a:lnTo>
                  <a:pt x="3292175" y="0"/>
                </a:lnTo>
                <a:lnTo>
                  <a:pt x="3292010" y="0"/>
                </a:lnTo>
                <a:lnTo>
                  <a:pt x="3291839" y="0"/>
                </a:lnTo>
                <a:lnTo>
                  <a:pt x="3291669" y="0"/>
                </a:lnTo>
                <a:lnTo>
                  <a:pt x="3291504" y="0"/>
                </a:lnTo>
                <a:lnTo>
                  <a:pt x="3291349" y="0"/>
                </a:lnTo>
                <a:lnTo>
                  <a:pt x="3291211" y="0"/>
                </a:lnTo>
                <a:lnTo>
                  <a:pt x="3291094" y="0"/>
                </a:lnTo>
                <a:lnTo>
                  <a:pt x="3291004" y="0"/>
                </a:lnTo>
                <a:lnTo>
                  <a:pt x="3290946" y="0"/>
                </a:lnTo>
                <a:lnTo>
                  <a:pt x="3290925" y="0"/>
                </a:lnTo>
                <a:close/>
              </a:path>
            </a:pathLst>
          </a:custGeom>
          <a:solidFill>
            <a:srgbClr val="E8534E">
              <a:alpha val="85000"/>
            </a:srgbClr>
          </a:solidFill>
          <a:ln w="12700">
            <a:noFill/>
          </a:ln>
        </p:spPr>
      </p:sp>
      <p:sp>
        <p:nvSpPr>
          <p:cNvPr id="3" name="TextBox 2"/>
          <p:cNvSpPr txBox="1"/>
          <p:nvPr/>
        </p:nvSpPr>
        <p:spPr>
          <a:xfrm>
            <a:off x="548639" y="3000756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</a:rPr>
              <a:t>客户A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3000756"/>
            <a:ext cx="731520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>
                <a:solidFill>
                  <a:srgbClr val="FFFFFF"/>
                </a:solidFill>
              </a:rPr>
              <a:t>客户B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056636"/>
            <a:ext cx="7315200" cy="6888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>
                <a:solidFill>
                  <a:srgbClr val="FFFFFF"/>
                </a:solidFill>
              </a:rPr>
              <a:t>交叉用户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