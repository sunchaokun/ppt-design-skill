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"/>
          <p:cNvSpPr/>
          <p:nvPr/>
        </p:nvSpPr>
        <p:spPr>
          <a:xfrm>
            <a:off x="3184263" y="1129552"/>
            <a:ext cx="5518672" cy="4598894"/>
          </a:xfrm>
          <a:custGeom>
            <a:avLst/>
            <a:gdLst/>
            <a:pathLst>
              <a:path w="5518672" h="4598894">
                <a:moveTo>
                  <a:pt x="0" y="0"/>
                </a:moveTo>
                <a:lnTo>
                  <a:pt x="5518672" y="0"/>
                </a:lnTo>
                <a:lnTo>
                  <a:pt x="5518672" y="4598894"/>
                </a:lnTo>
                <a:lnTo>
                  <a:pt x="0" y="4598894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BFBFBF"/>
            </a:solidFill>
          </a:ln>
        </p:spPr>
      </p:sp>
      <p:sp>
        <p:nvSpPr>
          <p:cNvPr id="3" name="Freeform"/>
          <p:cNvSpPr/>
          <p:nvPr/>
        </p:nvSpPr>
        <p:spPr>
          <a:xfrm>
            <a:off x="5943600" y="1129552"/>
            <a:ext cx="0" cy="4598894"/>
          </a:xfrm>
          <a:custGeom>
            <a:avLst/>
            <a:gdLst/>
            <a:pathLst>
              <a:path w="0" h="4598894">
                <a:moveTo>
                  <a:pt x="0" y="0"/>
                </a:moveTo>
                <a:lnTo>
                  <a:pt x="0" y="4598894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BFBFBF"/>
            </a:solidFill>
          </a:ln>
        </p:spPr>
      </p:sp>
      <p:sp>
        <p:nvSpPr>
          <p:cNvPr id="4" name="Freeform"/>
          <p:cNvSpPr/>
          <p:nvPr/>
        </p:nvSpPr>
        <p:spPr>
          <a:xfrm>
            <a:off x="3184263" y="3429000"/>
            <a:ext cx="5518672" cy="0"/>
          </a:xfrm>
          <a:custGeom>
            <a:avLst/>
            <a:gdLst/>
            <a:pathLst>
              <a:path w="5518672" h="0">
                <a:moveTo>
                  <a:pt x="0" y="0"/>
                </a:moveTo>
                <a:lnTo>
                  <a:pt x="5518672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BFBFBF"/>
            </a:solidFill>
          </a:ln>
        </p:spPr>
      </p:sp>
      <p:sp>
        <p:nvSpPr>
          <p:cNvPr id="5" name="TextBox 4"/>
          <p:cNvSpPr txBox="1"/>
          <p:nvPr/>
        </p:nvSpPr>
        <p:spPr>
          <a:xfrm>
            <a:off x="2286000" y="982501"/>
            <a:ext cx="7315200" cy="627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7F7F7F"/>
                </a:solidFill>
              </a:rP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213484"/>
            <a:ext cx="7315200" cy="627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7F7F7F"/>
                </a:solidFill>
              </a:rPr>
              <a:t>低</a:t>
            </a:r>
          </a:p>
        </p:txBody>
      </p:sp>
      <p:sp>
        <p:nvSpPr>
          <p:cNvPr id="7" name="Freeform"/>
          <p:cNvSpPr/>
          <p:nvPr/>
        </p:nvSpPr>
        <p:spPr>
          <a:xfrm>
            <a:off x="3276241" y="1221530"/>
            <a:ext cx="735823" cy="735823"/>
          </a:xfrm>
          <a:custGeom>
            <a:avLst/>
            <a:gdLst/>
            <a:pathLst>
              <a:path w="735823" h="735823">
                <a:moveTo>
                  <a:pt x="735823" y="367911"/>
                </a:moveTo>
                <a:lnTo>
                  <a:pt x="734051" y="403973"/>
                </a:lnTo>
                <a:lnTo>
                  <a:pt x="728753" y="439687"/>
                </a:lnTo>
                <a:lnTo>
                  <a:pt x="719980" y="474710"/>
                </a:lnTo>
                <a:lnTo>
                  <a:pt x="707817" y="508705"/>
                </a:lnTo>
                <a:lnTo>
                  <a:pt x="692380" y="541343"/>
                </a:lnTo>
                <a:lnTo>
                  <a:pt x="673818" y="572312"/>
                </a:lnTo>
                <a:lnTo>
                  <a:pt x="652310" y="601312"/>
                </a:lnTo>
                <a:lnTo>
                  <a:pt x="628064" y="628064"/>
                </a:lnTo>
                <a:lnTo>
                  <a:pt x="601312" y="652310"/>
                </a:lnTo>
                <a:lnTo>
                  <a:pt x="572312" y="673818"/>
                </a:lnTo>
                <a:lnTo>
                  <a:pt x="541343" y="692380"/>
                </a:lnTo>
                <a:lnTo>
                  <a:pt x="508705" y="707817"/>
                </a:lnTo>
                <a:lnTo>
                  <a:pt x="474710" y="719980"/>
                </a:lnTo>
                <a:lnTo>
                  <a:pt x="439687" y="728753"/>
                </a:lnTo>
                <a:lnTo>
                  <a:pt x="403973" y="734051"/>
                </a:lnTo>
                <a:lnTo>
                  <a:pt x="367911" y="735823"/>
                </a:lnTo>
                <a:lnTo>
                  <a:pt x="331849" y="734051"/>
                </a:lnTo>
                <a:lnTo>
                  <a:pt x="296135" y="728753"/>
                </a:lnTo>
                <a:lnTo>
                  <a:pt x="261112" y="719980"/>
                </a:lnTo>
                <a:lnTo>
                  <a:pt x="227117" y="707817"/>
                </a:lnTo>
                <a:lnTo>
                  <a:pt x="194479" y="692380"/>
                </a:lnTo>
                <a:lnTo>
                  <a:pt x="163510" y="673818"/>
                </a:lnTo>
                <a:lnTo>
                  <a:pt x="134510" y="652310"/>
                </a:lnTo>
                <a:lnTo>
                  <a:pt x="107758" y="628064"/>
                </a:lnTo>
                <a:lnTo>
                  <a:pt x="83512" y="601312"/>
                </a:lnTo>
                <a:lnTo>
                  <a:pt x="62004" y="572312"/>
                </a:lnTo>
                <a:lnTo>
                  <a:pt x="43442" y="541343"/>
                </a:lnTo>
                <a:lnTo>
                  <a:pt x="28005" y="508705"/>
                </a:lnTo>
                <a:lnTo>
                  <a:pt x="15842" y="474710"/>
                </a:lnTo>
                <a:lnTo>
                  <a:pt x="7069" y="439687"/>
                </a:lnTo>
                <a:lnTo>
                  <a:pt x="1771" y="403973"/>
                </a:lnTo>
                <a:lnTo>
                  <a:pt x="0" y="367911"/>
                </a:lnTo>
                <a:lnTo>
                  <a:pt x="1771" y="331849"/>
                </a:lnTo>
                <a:lnTo>
                  <a:pt x="7069" y="296135"/>
                </a:lnTo>
                <a:lnTo>
                  <a:pt x="15842" y="261112"/>
                </a:lnTo>
                <a:lnTo>
                  <a:pt x="28005" y="227117"/>
                </a:lnTo>
                <a:lnTo>
                  <a:pt x="43442" y="194479"/>
                </a:lnTo>
                <a:lnTo>
                  <a:pt x="62004" y="163510"/>
                </a:lnTo>
                <a:lnTo>
                  <a:pt x="83512" y="134510"/>
                </a:lnTo>
                <a:lnTo>
                  <a:pt x="107758" y="107758"/>
                </a:lnTo>
                <a:lnTo>
                  <a:pt x="134510" y="83512"/>
                </a:lnTo>
                <a:lnTo>
                  <a:pt x="163510" y="62004"/>
                </a:lnTo>
                <a:lnTo>
                  <a:pt x="194479" y="43442"/>
                </a:lnTo>
                <a:lnTo>
                  <a:pt x="227117" y="28005"/>
                </a:lnTo>
                <a:lnTo>
                  <a:pt x="261112" y="15842"/>
                </a:lnTo>
                <a:lnTo>
                  <a:pt x="296135" y="7069"/>
                </a:lnTo>
                <a:lnTo>
                  <a:pt x="331849" y="1771"/>
                </a:lnTo>
                <a:lnTo>
                  <a:pt x="367911" y="0"/>
                </a:lnTo>
                <a:lnTo>
                  <a:pt x="403973" y="1771"/>
                </a:lnTo>
                <a:lnTo>
                  <a:pt x="439687" y="7069"/>
                </a:lnTo>
                <a:lnTo>
                  <a:pt x="474710" y="15842"/>
                </a:lnTo>
                <a:lnTo>
                  <a:pt x="508705" y="28005"/>
                </a:lnTo>
                <a:lnTo>
                  <a:pt x="541343" y="43442"/>
                </a:lnTo>
                <a:lnTo>
                  <a:pt x="572312" y="62004"/>
                </a:lnTo>
                <a:lnTo>
                  <a:pt x="601312" y="83512"/>
                </a:lnTo>
                <a:lnTo>
                  <a:pt x="628064" y="107758"/>
                </a:lnTo>
                <a:lnTo>
                  <a:pt x="652310" y="134510"/>
                </a:lnTo>
                <a:lnTo>
                  <a:pt x="673818" y="163510"/>
                </a:lnTo>
                <a:lnTo>
                  <a:pt x="692380" y="194479"/>
                </a:lnTo>
                <a:lnTo>
                  <a:pt x="707817" y="227117"/>
                </a:lnTo>
                <a:lnTo>
                  <a:pt x="719980" y="261112"/>
                </a:lnTo>
                <a:lnTo>
                  <a:pt x="728753" y="296135"/>
                </a:lnTo>
                <a:lnTo>
                  <a:pt x="734051" y="331849"/>
                </a:lnTo>
                <a:close/>
              </a:path>
            </a:pathLst>
          </a:custGeom>
          <a:solidFill>
            <a:srgbClr val="2E75B6"/>
          </a:solidFill>
          <a:ln w="12700">
            <a:noFill/>
          </a:ln>
        </p:spPr>
      </p:sp>
      <p:sp>
        <p:nvSpPr>
          <p:cNvPr id="8" name="TextBox 7"/>
          <p:cNvSpPr txBox="1"/>
          <p:nvPr/>
        </p:nvSpPr>
        <p:spPr>
          <a:xfrm>
            <a:off x="-13447" y="1212446"/>
            <a:ext cx="7315200" cy="627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明星</a:t>
            </a:r>
          </a:p>
        </p:txBody>
      </p:sp>
      <p:sp>
        <p:nvSpPr>
          <p:cNvPr id="9" name="Freeform"/>
          <p:cNvSpPr/>
          <p:nvPr/>
        </p:nvSpPr>
        <p:spPr>
          <a:xfrm>
            <a:off x="4655909" y="1221530"/>
            <a:ext cx="735823" cy="735823"/>
          </a:xfrm>
          <a:custGeom>
            <a:avLst/>
            <a:gdLst/>
            <a:pathLst>
              <a:path w="735823" h="735823">
                <a:moveTo>
                  <a:pt x="735823" y="367911"/>
                </a:moveTo>
                <a:lnTo>
                  <a:pt x="734051" y="403973"/>
                </a:lnTo>
                <a:lnTo>
                  <a:pt x="728753" y="439687"/>
                </a:lnTo>
                <a:lnTo>
                  <a:pt x="719980" y="474710"/>
                </a:lnTo>
                <a:lnTo>
                  <a:pt x="707817" y="508705"/>
                </a:lnTo>
                <a:lnTo>
                  <a:pt x="692380" y="541343"/>
                </a:lnTo>
                <a:lnTo>
                  <a:pt x="673818" y="572312"/>
                </a:lnTo>
                <a:lnTo>
                  <a:pt x="652310" y="601312"/>
                </a:lnTo>
                <a:lnTo>
                  <a:pt x="628064" y="628064"/>
                </a:lnTo>
                <a:lnTo>
                  <a:pt x="601312" y="652310"/>
                </a:lnTo>
                <a:lnTo>
                  <a:pt x="572312" y="673818"/>
                </a:lnTo>
                <a:lnTo>
                  <a:pt x="541343" y="692380"/>
                </a:lnTo>
                <a:lnTo>
                  <a:pt x="508705" y="707817"/>
                </a:lnTo>
                <a:lnTo>
                  <a:pt x="474710" y="719980"/>
                </a:lnTo>
                <a:lnTo>
                  <a:pt x="439687" y="728753"/>
                </a:lnTo>
                <a:lnTo>
                  <a:pt x="403973" y="734051"/>
                </a:lnTo>
                <a:lnTo>
                  <a:pt x="367911" y="735823"/>
                </a:lnTo>
                <a:lnTo>
                  <a:pt x="331849" y="734051"/>
                </a:lnTo>
                <a:lnTo>
                  <a:pt x="296135" y="728753"/>
                </a:lnTo>
                <a:lnTo>
                  <a:pt x="261112" y="719980"/>
                </a:lnTo>
                <a:lnTo>
                  <a:pt x="227117" y="707817"/>
                </a:lnTo>
                <a:lnTo>
                  <a:pt x="194479" y="692380"/>
                </a:lnTo>
                <a:lnTo>
                  <a:pt x="163510" y="673818"/>
                </a:lnTo>
                <a:lnTo>
                  <a:pt x="134510" y="652310"/>
                </a:lnTo>
                <a:lnTo>
                  <a:pt x="107758" y="628064"/>
                </a:lnTo>
                <a:lnTo>
                  <a:pt x="83512" y="601312"/>
                </a:lnTo>
                <a:lnTo>
                  <a:pt x="62004" y="572312"/>
                </a:lnTo>
                <a:lnTo>
                  <a:pt x="43442" y="541343"/>
                </a:lnTo>
                <a:lnTo>
                  <a:pt x="28005" y="508705"/>
                </a:lnTo>
                <a:lnTo>
                  <a:pt x="15842" y="474710"/>
                </a:lnTo>
                <a:lnTo>
                  <a:pt x="7069" y="439687"/>
                </a:lnTo>
                <a:lnTo>
                  <a:pt x="1771" y="403973"/>
                </a:lnTo>
                <a:lnTo>
                  <a:pt x="0" y="367911"/>
                </a:lnTo>
                <a:lnTo>
                  <a:pt x="1771" y="331849"/>
                </a:lnTo>
                <a:lnTo>
                  <a:pt x="7069" y="296135"/>
                </a:lnTo>
                <a:lnTo>
                  <a:pt x="15842" y="261112"/>
                </a:lnTo>
                <a:lnTo>
                  <a:pt x="28005" y="227117"/>
                </a:lnTo>
                <a:lnTo>
                  <a:pt x="43442" y="194479"/>
                </a:lnTo>
                <a:lnTo>
                  <a:pt x="62004" y="163510"/>
                </a:lnTo>
                <a:lnTo>
                  <a:pt x="83512" y="134510"/>
                </a:lnTo>
                <a:lnTo>
                  <a:pt x="107758" y="107758"/>
                </a:lnTo>
                <a:lnTo>
                  <a:pt x="134510" y="83512"/>
                </a:lnTo>
                <a:lnTo>
                  <a:pt x="163510" y="62004"/>
                </a:lnTo>
                <a:lnTo>
                  <a:pt x="194479" y="43442"/>
                </a:lnTo>
                <a:lnTo>
                  <a:pt x="227117" y="28005"/>
                </a:lnTo>
                <a:lnTo>
                  <a:pt x="261112" y="15842"/>
                </a:lnTo>
                <a:lnTo>
                  <a:pt x="296135" y="7069"/>
                </a:lnTo>
                <a:lnTo>
                  <a:pt x="331849" y="1771"/>
                </a:lnTo>
                <a:lnTo>
                  <a:pt x="367911" y="0"/>
                </a:lnTo>
                <a:lnTo>
                  <a:pt x="403973" y="1771"/>
                </a:lnTo>
                <a:lnTo>
                  <a:pt x="439687" y="7069"/>
                </a:lnTo>
                <a:lnTo>
                  <a:pt x="474710" y="15842"/>
                </a:lnTo>
                <a:lnTo>
                  <a:pt x="508705" y="28005"/>
                </a:lnTo>
                <a:lnTo>
                  <a:pt x="541343" y="43442"/>
                </a:lnTo>
                <a:lnTo>
                  <a:pt x="572312" y="62004"/>
                </a:lnTo>
                <a:lnTo>
                  <a:pt x="601312" y="83512"/>
                </a:lnTo>
                <a:lnTo>
                  <a:pt x="628064" y="107758"/>
                </a:lnTo>
                <a:lnTo>
                  <a:pt x="652310" y="134510"/>
                </a:lnTo>
                <a:lnTo>
                  <a:pt x="673818" y="163510"/>
                </a:lnTo>
                <a:lnTo>
                  <a:pt x="692380" y="194479"/>
                </a:lnTo>
                <a:lnTo>
                  <a:pt x="707817" y="227117"/>
                </a:lnTo>
                <a:lnTo>
                  <a:pt x="719980" y="261112"/>
                </a:lnTo>
                <a:lnTo>
                  <a:pt x="728753" y="296135"/>
                </a:lnTo>
                <a:lnTo>
                  <a:pt x="734051" y="331849"/>
                </a:lnTo>
                <a:close/>
              </a:path>
            </a:pathLst>
          </a:custGeom>
          <a:solidFill>
            <a:srgbClr val="BF8F00"/>
          </a:solidFill>
          <a:ln w="12700"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1366221" y="1212446"/>
            <a:ext cx="7315200" cy="627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问题</a:t>
            </a:r>
          </a:p>
        </p:txBody>
      </p:sp>
      <p:sp>
        <p:nvSpPr>
          <p:cNvPr id="11" name="Freeform"/>
          <p:cNvSpPr/>
          <p:nvPr/>
        </p:nvSpPr>
        <p:spPr>
          <a:xfrm>
            <a:off x="3276241" y="2141309"/>
            <a:ext cx="735823" cy="735823"/>
          </a:xfrm>
          <a:custGeom>
            <a:avLst/>
            <a:gdLst/>
            <a:pathLst>
              <a:path w="735823" h="735823">
                <a:moveTo>
                  <a:pt x="735823" y="367911"/>
                </a:moveTo>
                <a:lnTo>
                  <a:pt x="734051" y="403973"/>
                </a:lnTo>
                <a:lnTo>
                  <a:pt x="728753" y="439687"/>
                </a:lnTo>
                <a:lnTo>
                  <a:pt x="719980" y="474710"/>
                </a:lnTo>
                <a:lnTo>
                  <a:pt x="707817" y="508705"/>
                </a:lnTo>
                <a:lnTo>
                  <a:pt x="692380" y="541343"/>
                </a:lnTo>
                <a:lnTo>
                  <a:pt x="673818" y="572312"/>
                </a:lnTo>
                <a:lnTo>
                  <a:pt x="652310" y="601312"/>
                </a:lnTo>
                <a:lnTo>
                  <a:pt x="628064" y="628064"/>
                </a:lnTo>
                <a:lnTo>
                  <a:pt x="601312" y="652310"/>
                </a:lnTo>
                <a:lnTo>
                  <a:pt x="572312" y="673818"/>
                </a:lnTo>
                <a:lnTo>
                  <a:pt x="541343" y="692380"/>
                </a:lnTo>
                <a:lnTo>
                  <a:pt x="508705" y="707817"/>
                </a:lnTo>
                <a:lnTo>
                  <a:pt x="474710" y="719980"/>
                </a:lnTo>
                <a:lnTo>
                  <a:pt x="439687" y="728753"/>
                </a:lnTo>
                <a:lnTo>
                  <a:pt x="403973" y="734051"/>
                </a:lnTo>
                <a:lnTo>
                  <a:pt x="367911" y="735823"/>
                </a:lnTo>
                <a:lnTo>
                  <a:pt x="331849" y="734051"/>
                </a:lnTo>
                <a:lnTo>
                  <a:pt x="296135" y="728753"/>
                </a:lnTo>
                <a:lnTo>
                  <a:pt x="261112" y="719980"/>
                </a:lnTo>
                <a:lnTo>
                  <a:pt x="227117" y="707817"/>
                </a:lnTo>
                <a:lnTo>
                  <a:pt x="194479" y="692380"/>
                </a:lnTo>
                <a:lnTo>
                  <a:pt x="163510" y="673818"/>
                </a:lnTo>
                <a:lnTo>
                  <a:pt x="134510" y="652310"/>
                </a:lnTo>
                <a:lnTo>
                  <a:pt x="107758" y="628064"/>
                </a:lnTo>
                <a:lnTo>
                  <a:pt x="83512" y="601312"/>
                </a:lnTo>
                <a:lnTo>
                  <a:pt x="62004" y="572312"/>
                </a:lnTo>
                <a:lnTo>
                  <a:pt x="43442" y="541343"/>
                </a:lnTo>
                <a:lnTo>
                  <a:pt x="28005" y="508705"/>
                </a:lnTo>
                <a:lnTo>
                  <a:pt x="15842" y="474710"/>
                </a:lnTo>
                <a:lnTo>
                  <a:pt x="7069" y="439687"/>
                </a:lnTo>
                <a:lnTo>
                  <a:pt x="1771" y="403973"/>
                </a:lnTo>
                <a:lnTo>
                  <a:pt x="0" y="367911"/>
                </a:lnTo>
                <a:lnTo>
                  <a:pt x="1771" y="331849"/>
                </a:lnTo>
                <a:lnTo>
                  <a:pt x="7069" y="296135"/>
                </a:lnTo>
                <a:lnTo>
                  <a:pt x="15842" y="261112"/>
                </a:lnTo>
                <a:lnTo>
                  <a:pt x="28005" y="227117"/>
                </a:lnTo>
                <a:lnTo>
                  <a:pt x="43442" y="194479"/>
                </a:lnTo>
                <a:lnTo>
                  <a:pt x="62004" y="163510"/>
                </a:lnTo>
                <a:lnTo>
                  <a:pt x="83512" y="134510"/>
                </a:lnTo>
                <a:lnTo>
                  <a:pt x="107758" y="107758"/>
                </a:lnTo>
                <a:lnTo>
                  <a:pt x="134510" y="83512"/>
                </a:lnTo>
                <a:lnTo>
                  <a:pt x="163510" y="62004"/>
                </a:lnTo>
                <a:lnTo>
                  <a:pt x="194479" y="43442"/>
                </a:lnTo>
                <a:lnTo>
                  <a:pt x="227117" y="28005"/>
                </a:lnTo>
                <a:lnTo>
                  <a:pt x="261112" y="15842"/>
                </a:lnTo>
                <a:lnTo>
                  <a:pt x="296135" y="7069"/>
                </a:lnTo>
                <a:lnTo>
                  <a:pt x="331849" y="1771"/>
                </a:lnTo>
                <a:lnTo>
                  <a:pt x="367911" y="0"/>
                </a:lnTo>
                <a:lnTo>
                  <a:pt x="403973" y="1771"/>
                </a:lnTo>
                <a:lnTo>
                  <a:pt x="439687" y="7069"/>
                </a:lnTo>
                <a:lnTo>
                  <a:pt x="474710" y="15842"/>
                </a:lnTo>
                <a:lnTo>
                  <a:pt x="508705" y="28005"/>
                </a:lnTo>
                <a:lnTo>
                  <a:pt x="541343" y="43442"/>
                </a:lnTo>
                <a:lnTo>
                  <a:pt x="572312" y="62004"/>
                </a:lnTo>
                <a:lnTo>
                  <a:pt x="601312" y="83512"/>
                </a:lnTo>
                <a:lnTo>
                  <a:pt x="628064" y="107758"/>
                </a:lnTo>
                <a:lnTo>
                  <a:pt x="652310" y="134510"/>
                </a:lnTo>
                <a:lnTo>
                  <a:pt x="673818" y="163510"/>
                </a:lnTo>
                <a:lnTo>
                  <a:pt x="692380" y="194479"/>
                </a:lnTo>
                <a:lnTo>
                  <a:pt x="707817" y="227117"/>
                </a:lnTo>
                <a:lnTo>
                  <a:pt x="719980" y="261112"/>
                </a:lnTo>
                <a:lnTo>
                  <a:pt x="728753" y="296135"/>
                </a:lnTo>
                <a:lnTo>
                  <a:pt x="734051" y="331849"/>
                </a:lnTo>
                <a:close/>
              </a:path>
            </a:pathLst>
          </a:custGeom>
          <a:solidFill>
            <a:srgbClr val="70AD47"/>
          </a:solidFill>
          <a:ln w="12700"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-13447" y="2132225"/>
            <a:ext cx="7315200" cy="627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现金牛</a:t>
            </a:r>
          </a:p>
        </p:txBody>
      </p:sp>
      <p:sp>
        <p:nvSpPr>
          <p:cNvPr id="13" name="Freeform"/>
          <p:cNvSpPr/>
          <p:nvPr/>
        </p:nvSpPr>
        <p:spPr>
          <a:xfrm>
            <a:off x="4655909" y="2141309"/>
            <a:ext cx="735823" cy="735823"/>
          </a:xfrm>
          <a:custGeom>
            <a:avLst/>
            <a:gdLst/>
            <a:pathLst>
              <a:path w="735823" h="735823">
                <a:moveTo>
                  <a:pt x="735823" y="367911"/>
                </a:moveTo>
                <a:lnTo>
                  <a:pt x="734051" y="403973"/>
                </a:lnTo>
                <a:lnTo>
                  <a:pt x="728753" y="439687"/>
                </a:lnTo>
                <a:lnTo>
                  <a:pt x="719980" y="474710"/>
                </a:lnTo>
                <a:lnTo>
                  <a:pt x="707817" y="508705"/>
                </a:lnTo>
                <a:lnTo>
                  <a:pt x="692380" y="541343"/>
                </a:lnTo>
                <a:lnTo>
                  <a:pt x="673818" y="572312"/>
                </a:lnTo>
                <a:lnTo>
                  <a:pt x="652310" y="601312"/>
                </a:lnTo>
                <a:lnTo>
                  <a:pt x="628064" y="628064"/>
                </a:lnTo>
                <a:lnTo>
                  <a:pt x="601312" y="652310"/>
                </a:lnTo>
                <a:lnTo>
                  <a:pt x="572312" y="673818"/>
                </a:lnTo>
                <a:lnTo>
                  <a:pt x="541343" y="692380"/>
                </a:lnTo>
                <a:lnTo>
                  <a:pt x="508705" y="707817"/>
                </a:lnTo>
                <a:lnTo>
                  <a:pt x="474710" y="719980"/>
                </a:lnTo>
                <a:lnTo>
                  <a:pt x="439687" y="728753"/>
                </a:lnTo>
                <a:lnTo>
                  <a:pt x="403973" y="734051"/>
                </a:lnTo>
                <a:lnTo>
                  <a:pt x="367911" y="735823"/>
                </a:lnTo>
                <a:lnTo>
                  <a:pt x="331849" y="734051"/>
                </a:lnTo>
                <a:lnTo>
                  <a:pt x="296135" y="728753"/>
                </a:lnTo>
                <a:lnTo>
                  <a:pt x="261112" y="719980"/>
                </a:lnTo>
                <a:lnTo>
                  <a:pt x="227117" y="707817"/>
                </a:lnTo>
                <a:lnTo>
                  <a:pt x="194479" y="692380"/>
                </a:lnTo>
                <a:lnTo>
                  <a:pt x="163510" y="673818"/>
                </a:lnTo>
                <a:lnTo>
                  <a:pt x="134510" y="652310"/>
                </a:lnTo>
                <a:lnTo>
                  <a:pt x="107758" y="628064"/>
                </a:lnTo>
                <a:lnTo>
                  <a:pt x="83512" y="601312"/>
                </a:lnTo>
                <a:lnTo>
                  <a:pt x="62004" y="572312"/>
                </a:lnTo>
                <a:lnTo>
                  <a:pt x="43442" y="541343"/>
                </a:lnTo>
                <a:lnTo>
                  <a:pt x="28005" y="508705"/>
                </a:lnTo>
                <a:lnTo>
                  <a:pt x="15842" y="474710"/>
                </a:lnTo>
                <a:lnTo>
                  <a:pt x="7069" y="439687"/>
                </a:lnTo>
                <a:lnTo>
                  <a:pt x="1771" y="403973"/>
                </a:lnTo>
                <a:lnTo>
                  <a:pt x="0" y="367911"/>
                </a:lnTo>
                <a:lnTo>
                  <a:pt x="1771" y="331849"/>
                </a:lnTo>
                <a:lnTo>
                  <a:pt x="7069" y="296135"/>
                </a:lnTo>
                <a:lnTo>
                  <a:pt x="15842" y="261112"/>
                </a:lnTo>
                <a:lnTo>
                  <a:pt x="28005" y="227117"/>
                </a:lnTo>
                <a:lnTo>
                  <a:pt x="43442" y="194479"/>
                </a:lnTo>
                <a:lnTo>
                  <a:pt x="62004" y="163510"/>
                </a:lnTo>
                <a:lnTo>
                  <a:pt x="83512" y="134510"/>
                </a:lnTo>
                <a:lnTo>
                  <a:pt x="107758" y="107758"/>
                </a:lnTo>
                <a:lnTo>
                  <a:pt x="134510" y="83512"/>
                </a:lnTo>
                <a:lnTo>
                  <a:pt x="163510" y="62004"/>
                </a:lnTo>
                <a:lnTo>
                  <a:pt x="194479" y="43442"/>
                </a:lnTo>
                <a:lnTo>
                  <a:pt x="227117" y="28005"/>
                </a:lnTo>
                <a:lnTo>
                  <a:pt x="261112" y="15842"/>
                </a:lnTo>
                <a:lnTo>
                  <a:pt x="296135" y="7069"/>
                </a:lnTo>
                <a:lnTo>
                  <a:pt x="331849" y="1771"/>
                </a:lnTo>
                <a:lnTo>
                  <a:pt x="367911" y="0"/>
                </a:lnTo>
                <a:lnTo>
                  <a:pt x="403973" y="1771"/>
                </a:lnTo>
                <a:lnTo>
                  <a:pt x="439687" y="7069"/>
                </a:lnTo>
                <a:lnTo>
                  <a:pt x="474710" y="15842"/>
                </a:lnTo>
                <a:lnTo>
                  <a:pt x="508705" y="28005"/>
                </a:lnTo>
                <a:lnTo>
                  <a:pt x="541343" y="43442"/>
                </a:lnTo>
                <a:lnTo>
                  <a:pt x="572312" y="62004"/>
                </a:lnTo>
                <a:lnTo>
                  <a:pt x="601312" y="83512"/>
                </a:lnTo>
                <a:lnTo>
                  <a:pt x="628064" y="107758"/>
                </a:lnTo>
                <a:lnTo>
                  <a:pt x="652310" y="134510"/>
                </a:lnTo>
                <a:lnTo>
                  <a:pt x="673818" y="163510"/>
                </a:lnTo>
                <a:lnTo>
                  <a:pt x="692380" y="194479"/>
                </a:lnTo>
                <a:lnTo>
                  <a:pt x="707817" y="227117"/>
                </a:lnTo>
                <a:lnTo>
                  <a:pt x="719980" y="261112"/>
                </a:lnTo>
                <a:lnTo>
                  <a:pt x="728753" y="296135"/>
                </a:lnTo>
                <a:lnTo>
                  <a:pt x="734051" y="331849"/>
                </a:lnTo>
                <a:close/>
              </a:path>
            </a:pathLst>
          </a:custGeom>
          <a:solidFill>
            <a:srgbClr val="C00000"/>
          </a:solidFill>
          <a:ln w="12700">
            <a:noFill/>
          </a:ln>
        </p:spPr>
      </p:sp>
      <p:sp>
        <p:nvSpPr>
          <p:cNvPr id="14" name="TextBox 13"/>
          <p:cNvSpPr txBox="1"/>
          <p:nvPr/>
        </p:nvSpPr>
        <p:spPr>
          <a:xfrm>
            <a:off x="1366221" y="2132225"/>
            <a:ext cx="7315200" cy="627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瘦狗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