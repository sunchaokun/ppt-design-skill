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63239" y="3909060"/>
            <a:ext cx="5760720" cy="12801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"/>
          <p:cNvSpPr/>
          <p:nvPr/>
        </p:nvSpPr>
        <p:spPr>
          <a:xfrm>
            <a:off x="4983479" y="1988819"/>
            <a:ext cx="1920240" cy="1920240"/>
          </a:xfrm>
          <a:custGeom>
            <a:avLst/>
            <a:gdLst/>
            <a:pathLst>
              <a:path w="1920240" h="1920240">
                <a:moveTo>
                  <a:pt x="1920240" y="960119"/>
                </a:moveTo>
                <a:lnTo>
                  <a:pt x="1915616" y="1054228"/>
                </a:lnTo>
                <a:lnTo>
                  <a:pt x="1901791" y="1147430"/>
                </a:lnTo>
                <a:lnTo>
                  <a:pt x="1878897" y="1238828"/>
                </a:lnTo>
                <a:lnTo>
                  <a:pt x="1847155" y="1327542"/>
                </a:lnTo>
                <a:lnTo>
                  <a:pt x="1806870" y="1412717"/>
                </a:lnTo>
                <a:lnTo>
                  <a:pt x="1758430" y="1493534"/>
                </a:lnTo>
                <a:lnTo>
                  <a:pt x="1702302" y="1569213"/>
                </a:lnTo>
                <a:lnTo>
                  <a:pt x="1639027" y="1639027"/>
                </a:lnTo>
                <a:lnTo>
                  <a:pt x="1569213" y="1702302"/>
                </a:lnTo>
                <a:lnTo>
                  <a:pt x="1493534" y="1758430"/>
                </a:lnTo>
                <a:lnTo>
                  <a:pt x="1412717" y="1806870"/>
                </a:lnTo>
                <a:lnTo>
                  <a:pt x="1327542" y="1847155"/>
                </a:lnTo>
                <a:lnTo>
                  <a:pt x="1238828" y="1878897"/>
                </a:lnTo>
                <a:lnTo>
                  <a:pt x="1147430" y="1901791"/>
                </a:lnTo>
                <a:lnTo>
                  <a:pt x="1054228" y="1915616"/>
                </a:lnTo>
                <a:lnTo>
                  <a:pt x="960120" y="1920240"/>
                </a:lnTo>
                <a:lnTo>
                  <a:pt x="866011" y="1915616"/>
                </a:lnTo>
                <a:lnTo>
                  <a:pt x="772809" y="1901791"/>
                </a:lnTo>
                <a:lnTo>
                  <a:pt x="681411" y="1878897"/>
                </a:lnTo>
                <a:lnTo>
                  <a:pt x="592697" y="1847155"/>
                </a:lnTo>
                <a:lnTo>
                  <a:pt x="507522" y="1806870"/>
                </a:lnTo>
                <a:lnTo>
                  <a:pt x="426705" y="1758430"/>
                </a:lnTo>
                <a:lnTo>
                  <a:pt x="351026" y="1702302"/>
                </a:lnTo>
                <a:lnTo>
                  <a:pt x="281212" y="1639027"/>
                </a:lnTo>
                <a:lnTo>
                  <a:pt x="217937" y="1569213"/>
                </a:lnTo>
                <a:lnTo>
                  <a:pt x="161809" y="1493534"/>
                </a:lnTo>
                <a:lnTo>
                  <a:pt x="113369" y="1412717"/>
                </a:lnTo>
                <a:lnTo>
                  <a:pt x="73084" y="1327542"/>
                </a:lnTo>
                <a:lnTo>
                  <a:pt x="41342" y="1238828"/>
                </a:lnTo>
                <a:lnTo>
                  <a:pt x="18448" y="1147430"/>
                </a:lnTo>
                <a:lnTo>
                  <a:pt x="4623" y="1054228"/>
                </a:lnTo>
                <a:lnTo>
                  <a:pt x="0" y="960120"/>
                </a:lnTo>
                <a:lnTo>
                  <a:pt x="4623" y="866011"/>
                </a:lnTo>
                <a:lnTo>
                  <a:pt x="18448" y="772809"/>
                </a:lnTo>
                <a:lnTo>
                  <a:pt x="41342" y="681411"/>
                </a:lnTo>
                <a:lnTo>
                  <a:pt x="73084" y="592697"/>
                </a:lnTo>
                <a:lnTo>
                  <a:pt x="113369" y="507522"/>
                </a:lnTo>
                <a:lnTo>
                  <a:pt x="161809" y="426705"/>
                </a:lnTo>
                <a:lnTo>
                  <a:pt x="217937" y="351026"/>
                </a:lnTo>
                <a:lnTo>
                  <a:pt x="281212" y="281212"/>
                </a:lnTo>
                <a:lnTo>
                  <a:pt x="351026" y="217937"/>
                </a:lnTo>
                <a:lnTo>
                  <a:pt x="426705" y="161809"/>
                </a:lnTo>
                <a:lnTo>
                  <a:pt x="507522" y="113369"/>
                </a:lnTo>
                <a:lnTo>
                  <a:pt x="592697" y="73084"/>
                </a:lnTo>
                <a:lnTo>
                  <a:pt x="681411" y="41342"/>
                </a:lnTo>
                <a:lnTo>
                  <a:pt x="772809" y="18448"/>
                </a:lnTo>
                <a:lnTo>
                  <a:pt x="866011" y="4623"/>
                </a:lnTo>
                <a:lnTo>
                  <a:pt x="960120" y="0"/>
                </a:lnTo>
                <a:lnTo>
                  <a:pt x="1054228" y="4623"/>
                </a:lnTo>
                <a:lnTo>
                  <a:pt x="1147430" y="18448"/>
                </a:lnTo>
                <a:lnTo>
                  <a:pt x="1238828" y="41342"/>
                </a:lnTo>
                <a:lnTo>
                  <a:pt x="1327542" y="73084"/>
                </a:lnTo>
                <a:lnTo>
                  <a:pt x="1412717" y="113369"/>
                </a:lnTo>
                <a:lnTo>
                  <a:pt x="1493534" y="161809"/>
                </a:lnTo>
                <a:lnTo>
                  <a:pt x="1569213" y="217937"/>
                </a:lnTo>
                <a:lnTo>
                  <a:pt x="1639027" y="281212"/>
                </a:lnTo>
                <a:lnTo>
                  <a:pt x="1702302" y="351026"/>
                </a:lnTo>
                <a:lnTo>
                  <a:pt x="1758430" y="426705"/>
                </a:lnTo>
                <a:lnTo>
                  <a:pt x="1806870" y="507522"/>
                </a:lnTo>
                <a:lnTo>
                  <a:pt x="1847155" y="592697"/>
                </a:lnTo>
                <a:lnTo>
                  <a:pt x="1878897" y="681411"/>
                </a:lnTo>
                <a:lnTo>
                  <a:pt x="1901791" y="772809"/>
                </a:lnTo>
                <a:lnTo>
                  <a:pt x="1915616" y="866011"/>
                </a:lnTo>
                <a:close/>
              </a:path>
            </a:pathLst>
          </a:custGeom>
          <a:solidFill>
            <a:srgbClr val="E8534E"/>
          </a:solidFill>
          <a:ln w="12700"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