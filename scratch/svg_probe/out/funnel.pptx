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"/>
          <p:cNvSpPr/>
          <p:nvPr/>
        </p:nvSpPr>
        <p:spPr>
          <a:xfrm>
            <a:off x="4151376" y="1129283"/>
            <a:ext cx="3950207" cy="864108"/>
          </a:xfrm>
          <a:custGeom>
            <a:avLst/>
            <a:gdLst/>
            <a:pathLst>
              <a:path w="3950207" h="864108">
                <a:moveTo>
                  <a:pt x="0" y="0"/>
                </a:moveTo>
                <a:lnTo>
                  <a:pt x="3950207" y="0"/>
                </a:lnTo>
                <a:lnTo>
                  <a:pt x="3209544" y="864108"/>
                </a:lnTo>
                <a:lnTo>
                  <a:pt x="740663" y="864108"/>
                </a:lnTo>
                <a:close/>
              </a:path>
            </a:pathLst>
          </a:custGeom>
          <a:ln w="12700">
            <a:noFill/>
          </a:ln>
          <a:gradFill>
            <a:gsLst>
              <a:gs pos="0">
                <a:srgbClr val="4472C4"/>
              </a:gs>
              <a:gs pos="100000">
                <a:srgbClr val="2E5BA6"/>
              </a:gs>
            </a:gsLst>
            <a:lin ang="5400000" scaled="1"/>
          </a:gradFill>
        </p:spPr>
      </p:sp>
      <p:sp>
        <p:nvSpPr>
          <p:cNvPr id="3" name="Freeform"/>
          <p:cNvSpPr/>
          <p:nvPr/>
        </p:nvSpPr>
        <p:spPr>
          <a:xfrm>
            <a:off x="4521708" y="2240279"/>
            <a:ext cx="3209544" cy="864107"/>
          </a:xfrm>
          <a:custGeom>
            <a:avLst/>
            <a:gdLst/>
            <a:pathLst>
              <a:path w="3209544" h="864107">
                <a:moveTo>
                  <a:pt x="0" y="0"/>
                </a:moveTo>
                <a:lnTo>
                  <a:pt x="3209544" y="0"/>
                </a:lnTo>
                <a:lnTo>
                  <a:pt x="2592324" y="864107"/>
                </a:lnTo>
                <a:lnTo>
                  <a:pt x="617219" y="864107"/>
                </a:lnTo>
                <a:close/>
              </a:path>
            </a:pathLst>
          </a:custGeom>
          <a:solidFill>
            <a:srgbClr val="5B9BD5"/>
          </a:solidFill>
          <a:ln w="12700">
            <a:noFill/>
          </a:ln>
        </p:spPr>
      </p:sp>
      <p:sp>
        <p:nvSpPr>
          <p:cNvPr id="4" name="Freeform"/>
          <p:cNvSpPr/>
          <p:nvPr/>
        </p:nvSpPr>
        <p:spPr>
          <a:xfrm>
            <a:off x="4892040" y="3351276"/>
            <a:ext cx="2468880" cy="864108"/>
          </a:xfrm>
          <a:custGeom>
            <a:avLst/>
            <a:gdLst/>
            <a:pathLst>
              <a:path w="2468880" h="864108">
                <a:moveTo>
                  <a:pt x="0" y="0"/>
                </a:moveTo>
                <a:lnTo>
                  <a:pt x="2468880" y="0"/>
                </a:lnTo>
                <a:lnTo>
                  <a:pt x="1975104" y="864108"/>
                </a:lnTo>
                <a:lnTo>
                  <a:pt x="493776" y="864108"/>
                </a:lnTo>
                <a:close/>
              </a:path>
            </a:pathLst>
          </a:custGeom>
          <a:solidFill>
            <a:srgbClr val="9DC3E6"/>
          </a:solidFill>
          <a:ln w="12700">
            <a:noFill/>
          </a:ln>
        </p:spPr>
      </p:sp>
      <p:sp>
        <p:nvSpPr>
          <p:cNvPr id="5" name="Freeform"/>
          <p:cNvSpPr/>
          <p:nvPr/>
        </p:nvSpPr>
        <p:spPr>
          <a:xfrm>
            <a:off x="5262372" y="4462272"/>
            <a:ext cx="1728216" cy="864108"/>
          </a:xfrm>
          <a:custGeom>
            <a:avLst/>
            <a:gdLst/>
            <a:pathLst>
              <a:path w="1728216" h="864108">
                <a:moveTo>
                  <a:pt x="0" y="0"/>
                </a:moveTo>
                <a:lnTo>
                  <a:pt x="1728216" y="0"/>
                </a:lnTo>
                <a:lnTo>
                  <a:pt x="1357884" y="864108"/>
                </a:lnTo>
                <a:lnTo>
                  <a:pt x="370332" y="864108"/>
                </a:lnTo>
                <a:close/>
              </a:path>
            </a:pathLst>
          </a:custGeom>
          <a:solidFill>
            <a:srgbClr val="BDD7EE"/>
          </a:solidFill>
          <a:ln w="1270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2468880" y="995933"/>
            <a:ext cx="731520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>
                <a:solidFill>
                  <a:srgbClr val="FFFFFF"/>
                </a:solidFill>
              </a:rPr>
              <a:t>曝光 10000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106929"/>
            <a:ext cx="731520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>
                <a:solidFill>
                  <a:srgbClr val="FFFFFF"/>
                </a:solidFill>
              </a:rPr>
              <a:t>点击 4000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3217926"/>
            <a:ext cx="731520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>
                <a:solidFill>
                  <a:srgbClr val="2E5BA6"/>
                </a:solidFill>
              </a:rPr>
              <a:t>注册 1500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4328922"/>
            <a:ext cx="731520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>
                <a:solidFill>
                  <a:srgbClr val="2E5BA6"/>
                </a:solidFill>
              </a:rPr>
              <a:t>转化 600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