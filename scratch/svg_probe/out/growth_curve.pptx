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"/>
          <p:cNvSpPr/>
          <p:nvPr/>
        </p:nvSpPr>
        <p:spPr>
          <a:xfrm>
            <a:off x="3407664" y="4876800"/>
            <a:ext cx="5388863" cy="0"/>
          </a:xfrm>
          <a:custGeom>
            <a:avLst/>
            <a:gdLst/>
            <a:pathLst>
              <a:path w="5388863" h="0">
                <a:moveTo>
                  <a:pt x="0" y="0"/>
                </a:moveTo>
                <a:lnTo>
                  <a:pt x="5388863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D9D9D9"/>
            </a:solidFill>
          </a:ln>
        </p:spPr>
      </p:sp>
      <p:sp>
        <p:nvSpPr>
          <p:cNvPr id="3" name="Freeform"/>
          <p:cNvSpPr/>
          <p:nvPr/>
        </p:nvSpPr>
        <p:spPr>
          <a:xfrm>
            <a:off x="3407664" y="1706880"/>
            <a:ext cx="0" cy="3169919"/>
          </a:xfrm>
          <a:custGeom>
            <a:avLst/>
            <a:gdLst/>
            <a:pathLst>
              <a:path w="0" h="3169919">
                <a:moveTo>
                  <a:pt x="0" y="3169919"/>
                </a:move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D9D9D9"/>
            </a:solidFill>
          </a:ln>
        </p:spPr>
      </p:sp>
      <p:sp>
        <p:nvSpPr>
          <p:cNvPr id="4" name="BooleanShape"/>
          <p:cNvSpPr/>
          <p:nvPr/>
        </p:nvSpPr>
        <p:spPr>
          <a:xfrm>
            <a:off x="3407664" y="1865376"/>
            <a:ext cx="5388863" cy="3011423"/>
          </a:xfrm>
          <a:custGeom>
            <a:avLst/>
            <a:gdLst/>
            <a:pathLst>
              <a:path w="5388863" h="3011423">
                <a:moveTo>
                  <a:pt x="60519" y="3011424"/>
                </a:moveTo>
                <a:lnTo>
                  <a:pt x="231552" y="3011424"/>
                </a:lnTo>
                <a:lnTo>
                  <a:pt x="497312" y="3011424"/>
                </a:lnTo>
                <a:lnTo>
                  <a:pt x="842010" y="3011424"/>
                </a:lnTo>
                <a:lnTo>
                  <a:pt x="1249858" y="3011424"/>
                </a:lnTo>
                <a:lnTo>
                  <a:pt x="1705070" y="3011424"/>
                </a:lnTo>
                <a:lnTo>
                  <a:pt x="2191857" y="3011424"/>
                </a:lnTo>
                <a:lnTo>
                  <a:pt x="2694432" y="3011424"/>
                </a:lnTo>
                <a:lnTo>
                  <a:pt x="3197006" y="3011424"/>
                </a:lnTo>
                <a:lnTo>
                  <a:pt x="3683793" y="3011424"/>
                </a:lnTo>
                <a:lnTo>
                  <a:pt x="4139005" y="3011424"/>
                </a:lnTo>
                <a:lnTo>
                  <a:pt x="4546854" y="3011424"/>
                </a:lnTo>
                <a:lnTo>
                  <a:pt x="4891551" y="3011424"/>
                </a:lnTo>
                <a:lnTo>
                  <a:pt x="5157311" y="3011424"/>
                </a:lnTo>
                <a:lnTo>
                  <a:pt x="5230368" y="3011424"/>
                </a:lnTo>
                <a:lnTo>
                  <a:pt x="5230368" y="60692"/>
                </a:lnTo>
                <a:lnTo>
                  <a:pt x="5158317" y="88283"/>
                </a:lnTo>
                <a:lnTo>
                  <a:pt x="4941236" y="175057"/>
                </a:lnTo>
                <a:lnTo>
                  <a:pt x="4736228" y="260670"/>
                </a:lnTo>
                <a:lnTo>
                  <a:pt x="4541901" y="345471"/>
                </a:lnTo>
                <a:lnTo>
                  <a:pt x="4356860" y="429808"/>
                </a:lnTo>
                <a:lnTo>
                  <a:pt x="4179712" y="514028"/>
                </a:lnTo>
                <a:lnTo>
                  <a:pt x="4009066" y="598481"/>
                </a:lnTo>
                <a:lnTo>
                  <a:pt x="3843528" y="683513"/>
                </a:lnTo>
                <a:lnTo>
                  <a:pt x="3681704" y="769475"/>
                </a:lnTo>
                <a:lnTo>
                  <a:pt x="3522202" y="856714"/>
                </a:lnTo>
                <a:lnTo>
                  <a:pt x="3363628" y="945578"/>
                </a:lnTo>
                <a:lnTo>
                  <a:pt x="3204590" y="1036415"/>
                </a:lnTo>
                <a:lnTo>
                  <a:pt x="3043695" y="1129574"/>
                </a:lnTo>
                <a:lnTo>
                  <a:pt x="2879550" y="1225403"/>
                </a:lnTo>
                <a:lnTo>
                  <a:pt x="2710761" y="1324250"/>
                </a:lnTo>
                <a:lnTo>
                  <a:pt x="2535936" y="1426464"/>
                </a:lnTo>
                <a:lnTo>
                  <a:pt x="2390789" y="1520880"/>
                </a:lnTo>
                <a:lnTo>
                  <a:pt x="2251448" y="1624584"/>
                </a:lnTo>
                <a:lnTo>
                  <a:pt x="2116285" y="1735716"/>
                </a:lnTo>
                <a:lnTo>
                  <a:pt x="1983676" y="1852422"/>
                </a:lnTo>
                <a:lnTo>
                  <a:pt x="1851996" y="1972841"/>
                </a:lnTo>
                <a:lnTo>
                  <a:pt x="1719619" y="2095119"/>
                </a:lnTo>
                <a:lnTo>
                  <a:pt x="1584921" y="2217396"/>
                </a:lnTo>
                <a:lnTo>
                  <a:pt x="1446276" y="2337816"/>
                </a:lnTo>
                <a:lnTo>
                  <a:pt x="1302058" y="2454521"/>
                </a:lnTo>
                <a:lnTo>
                  <a:pt x="1150643" y="2565654"/>
                </a:lnTo>
                <a:lnTo>
                  <a:pt x="990406" y="2669357"/>
                </a:lnTo>
                <a:lnTo>
                  <a:pt x="819721" y="2763774"/>
                </a:lnTo>
                <a:lnTo>
                  <a:pt x="636963" y="2847046"/>
                </a:lnTo>
                <a:lnTo>
                  <a:pt x="440507" y="2917317"/>
                </a:lnTo>
                <a:lnTo>
                  <a:pt x="228727" y="2972728"/>
                </a:lnTo>
                <a:lnTo>
                  <a:pt x="0" y="3011424"/>
                </a:lnTo>
                <a:lnTo>
                  <a:pt x="60519" y="3011424"/>
                </a:lnTo>
                <a:close/>
              </a:path>
            </a:pathLst>
          </a:custGeom>
          <a:ln>
            <a:noFill/>
          </a:ln>
          <a:gradFill>
            <a:gsLst>
              <a:gs pos="0">
                <a:srgbClr val="1D78FA">
                  <a:alpha val="45000"/>
                </a:srgbClr>
              </a:gs>
              <a:gs pos="100000">
                <a:srgbClr val="1D78FA">
                  <a:alpha val="3000"/>
                </a:srgbClr>
              </a:gs>
            </a:gsLst>
            <a:lin ang="5400000" scaled="1"/>
          </a:gradFill>
        </p:spPr>
      </p:sp>
      <p:sp>
        <p:nvSpPr>
          <p:cNvPr id="5" name="BooleanShape"/>
          <p:cNvSpPr/>
          <p:nvPr/>
        </p:nvSpPr>
        <p:spPr>
          <a:xfrm>
            <a:off x="3407664" y="1865376"/>
            <a:ext cx="5388863" cy="3011423"/>
          </a:xfrm>
          <a:custGeom>
            <a:avLst/>
            <a:gdLst/>
            <a:pathLst>
              <a:path w="5388863" h="3011423">
                <a:moveTo>
                  <a:pt x="5230368" y="88571"/>
                </a:moveTo>
                <a:lnTo>
                  <a:pt x="5230368" y="60692"/>
                </a:lnTo>
                <a:lnTo>
                  <a:pt x="5158317" y="88283"/>
                </a:lnTo>
                <a:lnTo>
                  <a:pt x="4941236" y="175057"/>
                </a:lnTo>
                <a:lnTo>
                  <a:pt x="4736228" y="260670"/>
                </a:lnTo>
                <a:lnTo>
                  <a:pt x="4541901" y="345471"/>
                </a:lnTo>
                <a:lnTo>
                  <a:pt x="4356860" y="429808"/>
                </a:lnTo>
                <a:lnTo>
                  <a:pt x="4179712" y="514028"/>
                </a:lnTo>
                <a:lnTo>
                  <a:pt x="4009066" y="598481"/>
                </a:lnTo>
                <a:lnTo>
                  <a:pt x="3843528" y="683513"/>
                </a:lnTo>
                <a:lnTo>
                  <a:pt x="3681704" y="769475"/>
                </a:lnTo>
                <a:lnTo>
                  <a:pt x="3522202" y="856714"/>
                </a:lnTo>
                <a:lnTo>
                  <a:pt x="3363628" y="945578"/>
                </a:lnTo>
                <a:lnTo>
                  <a:pt x="3204590" y="1036415"/>
                </a:lnTo>
                <a:lnTo>
                  <a:pt x="3043695" y="1129574"/>
                </a:lnTo>
                <a:lnTo>
                  <a:pt x="2879550" y="1225403"/>
                </a:lnTo>
                <a:lnTo>
                  <a:pt x="2710761" y="1324250"/>
                </a:lnTo>
                <a:lnTo>
                  <a:pt x="2535936" y="1426464"/>
                </a:lnTo>
                <a:lnTo>
                  <a:pt x="2390789" y="1520880"/>
                </a:lnTo>
                <a:lnTo>
                  <a:pt x="2251448" y="1624584"/>
                </a:lnTo>
                <a:lnTo>
                  <a:pt x="2116285" y="1735716"/>
                </a:lnTo>
                <a:lnTo>
                  <a:pt x="1983676" y="1852422"/>
                </a:lnTo>
                <a:lnTo>
                  <a:pt x="1851996" y="1972841"/>
                </a:lnTo>
                <a:lnTo>
                  <a:pt x="1842012" y="1982064"/>
                </a:lnTo>
                <a:lnTo>
                  <a:pt x="5230368" y="88571"/>
                </a:lnTo>
                <a:close/>
              </a:path>
            </a:pathLst>
          </a:custGeom>
          <a:solidFill>
            <a:srgbClr val="4472C4">
              <a:alpha val="100000"/>
            </a:srgbClr>
          </a:solidFill>
          <a:ln>
            <a:solidFill>
              <a:srgbClr val="1D78FA"/>
            </a:solidFill>
          </a:ln>
        </p:spPr>
      </p:sp>
      <p:sp>
        <p:nvSpPr>
          <p:cNvPr id="6" name="Freeform"/>
          <p:cNvSpPr/>
          <p:nvPr/>
        </p:nvSpPr>
        <p:spPr>
          <a:xfrm>
            <a:off x="8701430" y="1770278"/>
            <a:ext cx="190195" cy="190195"/>
          </a:xfrm>
          <a:custGeom>
            <a:avLst/>
            <a:gdLst/>
            <a:pathLst>
              <a:path w="190195" h="190195">
                <a:moveTo>
                  <a:pt x="190195" y="95097"/>
                </a:moveTo>
                <a:lnTo>
                  <a:pt x="189737" y="104418"/>
                </a:lnTo>
                <a:lnTo>
                  <a:pt x="188367" y="113650"/>
                </a:lnTo>
                <a:lnTo>
                  <a:pt x="186100" y="122702"/>
                </a:lnTo>
                <a:lnTo>
                  <a:pt x="182956" y="131489"/>
                </a:lnTo>
                <a:lnTo>
                  <a:pt x="178966" y="139926"/>
                </a:lnTo>
                <a:lnTo>
                  <a:pt x="174168" y="147930"/>
                </a:lnTo>
                <a:lnTo>
                  <a:pt x="168609" y="155426"/>
                </a:lnTo>
                <a:lnTo>
                  <a:pt x="162341" y="162341"/>
                </a:lnTo>
                <a:lnTo>
                  <a:pt x="155426" y="168609"/>
                </a:lnTo>
                <a:lnTo>
                  <a:pt x="147930" y="174168"/>
                </a:lnTo>
                <a:lnTo>
                  <a:pt x="139926" y="178966"/>
                </a:lnTo>
                <a:lnTo>
                  <a:pt x="131489" y="182956"/>
                </a:lnTo>
                <a:lnTo>
                  <a:pt x="122702" y="186100"/>
                </a:lnTo>
                <a:lnTo>
                  <a:pt x="113650" y="188367"/>
                </a:lnTo>
                <a:lnTo>
                  <a:pt x="104418" y="189737"/>
                </a:lnTo>
                <a:lnTo>
                  <a:pt x="95097" y="190195"/>
                </a:lnTo>
                <a:lnTo>
                  <a:pt x="85776" y="189737"/>
                </a:lnTo>
                <a:lnTo>
                  <a:pt x="76544" y="188367"/>
                </a:lnTo>
                <a:lnTo>
                  <a:pt x="67492" y="186100"/>
                </a:lnTo>
                <a:lnTo>
                  <a:pt x="58705" y="182956"/>
                </a:lnTo>
                <a:lnTo>
                  <a:pt x="50268" y="178966"/>
                </a:lnTo>
                <a:lnTo>
                  <a:pt x="42264" y="174168"/>
                </a:lnTo>
                <a:lnTo>
                  <a:pt x="34768" y="168609"/>
                </a:lnTo>
                <a:lnTo>
                  <a:pt x="27853" y="162341"/>
                </a:lnTo>
                <a:lnTo>
                  <a:pt x="21586" y="155426"/>
                </a:lnTo>
                <a:lnTo>
                  <a:pt x="16026" y="147930"/>
                </a:lnTo>
                <a:lnTo>
                  <a:pt x="11229" y="139926"/>
                </a:lnTo>
                <a:lnTo>
                  <a:pt x="7238" y="131489"/>
                </a:lnTo>
                <a:lnTo>
                  <a:pt x="4094" y="122702"/>
                </a:lnTo>
                <a:lnTo>
                  <a:pt x="1827" y="113650"/>
                </a:lnTo>
                <a:lnTo>
                  <a:pt x="457" y="104418"/>
                </a:lnTo>
                <a:lnTo>
                  <a:pt x="0" y="95097"/>
                </a:lnTo>
                <a:lnTo>
                  <a:pt x="457" y="85776"/>
                </a:lnTo>
                <a:lnTo>
                  <a:pt x="1827" y="76544"/>
                </a:lnTo>
                <a:lnTo>
                  <a:pt x="4094" y="67492"/>
                </a:lnTo>
                <a:lnTo>
                  <a:pt x="7238" y="58705"/>
                </a:lnTo>
                <a:lnTo>
                  <a:pt x="11229" y="50268"/>
                </a:lnTo>
                <a:lnTo>
                  <a:pt x="16026" y="42264"/>
                </a:lnTo>
                <a:lnTo>
                  <a:pt x="21586" y="34768"/>
                </a:lnTo>
                <a:lnTo>
                  <a:pt x="27853" y="27853"/>
                </a:lnTo>
                <a:lnTo>
                  <a:pt x="34768" y="21586"/>
                </a:lnTo>
                <a:lnTo>
                  <a:pt x="42264" y="16026"/>
                </a:lnTo>
                <a:lnTo>
                  <a:pt x="50268" y="11229"/>
                </a:lnTo>
                <a:lnTo>
                  <a:pt x="58705" y="7238"/>
                </a:lnTo>
                <a:lnTo>
                  <a:pt x="67492" y="4094"/>
                </a:lnTo>
                <a:lnTo>
                  <a:pt x="76544" y="1827"/>
                </a:lnTo>
                <a:lnTo>
                  <a:pt x="85776" y="457"/>
                </a:lnTo>
                <a:lnTo>
                  <a:pt x="95097" y="0"/>
                </a:lnTo>
                <a:lnTo>
                  <a:pt x="104418" y="457"/>
                </a:lnTo>
                <a:lnTo>
                  <a:pt x="113650" y="1827"/>
                </a:lnTo>
                <a:lnTo>
                  <a:pt x="122702" y="4094"/>
                </a:lnTo>
                <a:lnTo>
                  <a:pt x="131489" y="7238"/>
                </a:lnTo>
                <a:lnTo>
                  <a:pt x="139926" y="11229"/>
                </a:lnTo>
                <a:lnTo>
                  <a:pt x="147930" y="16026"/>
                </a:lnTo>
                <a:lnTo>
                  <a:pt x="155426" y="21586"/>
                </a:lnTo>
                <a:lnTo>
                  <a:pt x="162341" y="27853"/>
                </a:lnTo>
                <a:lnTo>
                  <a:pt x="168609" y="34768"/>
                </a:lnTo>
                <a:lnTo>
                  <a:pt x="174168" y="42264"/>
                </a:lnTo>
                <a:lnTo>
                  <a:pt x="178966" y="50268"/>
                </a:lnTo>
                <a:lnTo>
                  <a:pt x="182956" y="58705"/>
                </a:lnTo>
                <a:lnTo>
                  <a:pt x="186100" y="67492"/>
                </a:lnTo>
                <a:lnTo>
                  <a:pt x="188367" y="76544"/>
                </a:lnTo>
                <a:lnTo>
                  <a:pt x="189737" y="85776"/>
                </a:lnTo>
                <a:close/>
              </a:path>
            </a:pathLst>
          </a:custGeom>
          <a:solidFill>
            <a:srgbClr val="1D78FA"/>
          </a:solidFill>
          <a:ln w="12700"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2286000" y="4763516"/>
            <a:ext cx="7315200" cy="68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</a:rPr>
              <a:t>季度增长曲线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